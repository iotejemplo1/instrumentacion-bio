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handoutMasterIdLst>
    <p:handoutMasterId r:id="rId24"/>
  </p:handoutMasterIdLst>
  <p:sldIdLst>
    <p:sldId id="256" r:id="rId5"/>
    <p:sldId id="329" r:id="rId6"/>
    <p:sldId id="330" r:id="rId7"/>
    <p:sldId id="331" r:id="rId8"/>
    <p:sldId id="332" r:id="rId9"/>
    <p:sldId id="333" r:id="rId10"/>
    <p:sldId id="334" r:id="rId11"/>
    <p:sldId id="335" r:id="rId12"/>
    <p:sldId id="336" r:id="rId13"/>
    <p:sldId id="337" r:id="rId14"/>
    <p:sldId id="338" r:id="rId15"/>
    <p:sldId id="339" r:id="rId16"/>
    <p:sldId id="340" r:id="rId17"/>
    <p:sldId id="341" r:id="rId18"/>
    <p:sldId id="344" r:id="rId19"/>
    <p:sldId id="342" r:id="rId20"/>
    <p:sldId id="343" r:id="rId21"/>
    <p:sldId id="327" r:id="rId22"/>
  </p:sldIdLst>
  <p:sldSz cx="9144000" cy="6858000" type="screen4x3"/>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5697"/>
    <a:srgbClr val="7B58A5"/>
    <a:srgbClr val="5286AB"/>
    <a:srgbClr val="9EC54C"/>
    <a:srgbClr val="52C77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25" autoAdjust="0"/>
    <p:restoredTop sz="94660"/>
  </p:normalViewPr>
  <p:slideViewPr>
    <p:cSldViewPr snapToGrid="0" snapToObjects="1">
      <p:cViewPr varScale="1">
        <p:scale>
          <a:sx n="64" d="100"/>
          <a:sy n="64" d="100"/>
        </p:scale>
        <p:origin x="1680" y="78"/>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BC6F7A87-C9F9-4438-8515-ADC00D84CE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4380AEB3-679E-4EDB-97E5-68741A1D22B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4CDF3-C25B-4D82-8876-230C4457432F}" type="datetimeFigureOut">
              <a:rPr lang="es-CO" smtClean="0"/>
              <a:t>9/09/2025</a:t>
            </a:fld>
            <a:endParaRPr lang="es-CO"/>
          </a:p>
        </p:txBody>
      </p:sp>
      <p:sp>
        <p:nvSpPr>
          <p:cNvPr id="4" name="Marcador de pie de página 3">
            <a:extLst>
              <a:ext uri="{FF2B5EF4-FFF2-40B4-BE49-F238E27FC236}">
                <a16:creationId xmlns:a16="http://schemas.microsoft.com/office/drawing/2014/main" id="{A53DB6EB-B6BA-4BF6-96C8-EFF56A664C9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C31BE49A-EFD8-4E31-AD3E-0FE1971915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9E2E4C-642A-49F7-B080-3A7846C669FE}" type="slidenum">
              <a:rPr lang="es-CO" smtClean="0"/>
              <a:t>‹Nº›</a:t>
            </a:fld>
            <a:endParaRPr lang="es-CO"/>
          </a:p>
        </p:txBody>
      </p:sp>
    </p:spTree>
    <p:extLst>
      <p:ext uri="{BB962C8B-B14F-4D97-AF65-F5344CB8AC3E}">
        <p14:creationId xmlns:p14="http://schemas.microsoft.com/office/powerpoint/2010/main" val="149853222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21FD47-7EFF-024D-9631-5B75CC065FC5}" type="datetimeFigureOut">
              <a:rPr lang="es-ES" smtClean="0"/>
              <a:t>09/09/2025</a:t>
            </a:fld>
            <a:endParaRPr lang="es-ES"/>
          </a:p>
        </p:txBody>
      </p:sp>
      <p:sp>
        <p:nvSpPr>
          <p:cNvPr id="4" name="Marcador de imagen d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6" name="Marcador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2F31C1-9AF2-B345-B791-B288D86C8352}" type="slidenum">
              <a:rPr lang="es-ES" smtClean="0"/>
              <a:t>‹Nº›</a:t>
            </a:fld>
            <a:endParaRPr lang="es-ES"/>
          </a:p>
        </p:txBody>
      </p:sp>
    </p:spTree>
    <p:extLst>
      <p:ext uri="{BB962C8B-B14F-4D97-AF65-F5344CB8AC3E}">
        <p14:creationId xmlns:p14="http://schemas.microsoft.com/office/powerpoint/2010/main" val="1068757352"/>
      </p:ext>
    </p:extLst>
  </p:cSld>
  <p:clrMap bg1="lt1" tx1="dk1" bg2="lt2" tx2="dk2" accent1="accent1" accent2="accent2" accent3="accent3" accent4="accent4" accent5="accent5" accent6="accent6" hlink="hlink" folHlink="folHlink"/>
  <p:hf sldNum="0"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A97AE-AD63-AF64-087F-0A718AEDEA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B88B700-E364-469A-5E8C-3575BA4B8257}"/>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976AA048-B394-FE4D-224B-AA9ABA54B584}"/>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E43539EB-9887-5978-F45B-07EE3E47F6B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6472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A2D4D-1397-E92C-C1C5-32BE529BC1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43A3931-F90E-BFFD-B106-27F42F1D8F98}"/>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33D5ED38-EC8B-7AD9-08C9-6216F34CF268}"/>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6921B031-02CC-AD3E-576C-12BE721B34A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2464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8C48B-9928-01F3-768D-7523DDB3D9A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2A2B34F-ACB4-53FC-1F48-669AB22E6B73}"/>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255099D2-C9D2-58B8-276F-B1613FF8168F}"/>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B621D144-2BAD-89F3-1053-9912AED9BB4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65814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EB6D2-53C5-F09E-01C2-EB5965175B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DD7CBA9-4577-9376-EA02-A5E602DF19F2}"/>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7F82499C-E425-D247-40B6-D80952DA297D}"/>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92E3A248-0AC1-AFED-CA8A-D09821FEC3F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3404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657CD-CB7C-C549-0127-28806CC8F7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29CC530-C4DE-AFF4-37C4-03AB83FE203F}"/>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166305B6-028C-6389-8CD4-B5DA7BB20A51}"/>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A24FE6B8-E61E-86EE-4F30-EBE905B6A84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3201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51027-30E2-C971-D6BE-4EA11B32CD7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1613778-12E9-5408-EED7-A9566F7D23CA}"/>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6F4C9A65-5758-78A4-4620-9A879FAABB31}"/>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C5D3E6BF-1049-3DCF-AEA3-311A1067ED6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42687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141B0-C91F-58A1-2454-72F8DF72467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5FD5388-644D-2D55-C71D-5CE17E5ABFC1}"/>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78D1BD70-5C3B-56CB-43FA-76AB989737BF}"/>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9ACA42FD-F23F-69D0-2AAC-16EEE7650A2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9398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42A46-DD43-C178-981F-6C275786CCA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F30F22-629D-BC63-214B-3FFEDCFF1186}"/>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5CFDBF48-8586-3588-EEC2-5765992C53FC}"/>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B09E09F9-4A40-CEDA-BF97-E7F4AF7F8DF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72785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7D433-05F8-3FFB-361D-8CDD5EB373A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3CB9862-5EFE-BAB2-A4FC-6FBB42C5D6B1}"/>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068EFE9F-0485-3E77-94A4-EEE5ACBBC213}"/>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ADA68AE2-04E0-BE9E-5C95-F8B61E8E764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3966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A31B7-64F5-ECBD-9E9F-61BE5DAE0D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1ECD692-E2D5-120E-7DA0-A14044FC84BF}"/>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3EB71DB8-AD23-D4A5-A837-74EF98AD8D5A}"/>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08943CAC-048E-1EC2-41F5-BC134CF8DED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486032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C1BE1-8697-822D-C881-1836A82219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B5707ED-AE5B-E4AD-C913-5BEF0F22AAEC}"/>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02C28096-81B6-B99D-11A8-59BEB84DCC5A}"/>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3D51E545-3548-93BD-0155-C59283B1E48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50184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D9F0C-DC73-9199-AD14-4F0E6D70FA7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C0F8291-8544-06A3-F435-95D4241E9FBE}"/>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F0CE9B7E-7B8E-3643-A78A-01BE09EAFBEC}"/>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315F6634-A778-8187-CDA3-CEAF4E631C3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46566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12B9F-2F78-13BD-B589-4A02D02742E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83B8DD5-3FE8-E84A-5233-676B94475B11}"/>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DC962E0D-91BB-8A62-0E38-07D753A35B0C}"/>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2A8003D8-FA22-3D1F-BCCB-F72B9EFC308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74011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AB7D6-B829-A374-18C8-F75C59BFEFF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834F381-3B43-6938-97D0-BA0BE084C2F9}"/>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10245E89-CB21-E019-62D0-1B9877032B2A}"/>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380114DA-93BD-AA64-A575-BFE30B90AA9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50756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CFE3D-A1DA-E521-2FEB-375E5403478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B5D528C-5191-CB5C-E229-9544289DBDE1}"/>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22421BA0-BA9B-BC94-CD25-DA6E6BD2D5EB}"/>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D1D749D3-4881-53E1-745F-C0C1C816BD8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03449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CA619-FF96-459A-86BC-A45C2F0A7A8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5EC65F2-5CD0-F303-4428-8C7C6D094E01}"/>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93B4944A-A685-9219-2484-7C540DA343CD}"/>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8D0F3A38-AF28-897C-FA6F-C32120E17C3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02126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70FD7-A7CB-BD20-E844-09B28FF3356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FCC9169-DFF4-79D0-82C8-C3CF3AE1A6DC}"/>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685237B9-20B2-673F-6C37-06539808FE0B}"/>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ED1CAD9C-33B7-80A2-2871-9AB80B2C780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9289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ortada">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731341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708902" y="636588"/>
            <a:ext cx="4874178" cy="760412"/>
          </a:xfrm>
        </p:spPr>
        <p:txBody>
          <a:bodyPr>
            <a:normAutofit/>
          </a:bodyPr>
          <a:lstStyle>
            <a:lvl1pPr>
              <a:defRPr sz="2400"/>
            </a:lvl1pPr>
          </a:lstStyle>
          <a:p>
            <a:r>
              <a:rPr lang="es-ES_tradnl" dirty="0"/>
              <a:t>Clic para editar título</a:t>
            </a:r>
            <a:endParaRPr lang="es-ES" dirty="0"/>
          </a:p>
        </p:txBody>
      </p:sp>
      <p:sp>
        <p:nvSpPr>
          <p:cNvPr id="4" name="Marcador de contenido 2"/>
          <p:cNvSpPr>
            <a:spLocks noGrp="1"/>
          </p:cNvSpPr>
          <p:nvPr>
            <p:ph idx="1"/>
          </p:nvPr>
        </p:nvSpPr>
        <p:spPr>
          <a:xfrm>
            <a:off x="708902" y="1506996"/>
            <a:ext cx="4874178" cy="3743175"/>
          </a:xfrm>
        </p:spPr>
        <p:txBody>
          <a:bodyPr>
            <a:normAutofit fontScale="92500" lnSpcReduction="10000"/>
          </a:bodyPr>
          <a:lstStyle/>
          <a:p>
            <a:pPr marL="0" indent="0">
              <a:buNone/>
            </a:pPr>
            <a:r>
              <a:rPr lang="pt-BR" sz="1800" dirty="0">
                <a:solidFill>
                  <a:schemeClr val="tx1">
                    <a:lumMod val="75000"/>
                    <a:lumOff val="25000"/>
                  </a:schemeClr>
                </a:solidFill>
                <a:latin typeface="Arial"/>
                <a:cs typeface="Arial"/>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a:t>
            </a:r>
          </a:p>
          <a:p>
            <a:pPr marL="0" indent="0">
              <a:buNone/>
            </a:pPr>
            <a:endParaRPr lang="pt-BR" sz="1800" dirty="0">
              <a:solidFill>
                <a:schemeClr val="tx1">
                  <a:lumMod val="75000"/>
                  <a:lumOff val="25000"/>
                </a:schemeClr>
              </a:solidFill>
              <a:latin typeface="Arial"/>
              <a:cs typeface="Arial"/>
            </a:endParaRPr>
          </a:p>
          <a:p>
            <a:pPr marL="0" indent="0">
              <a:buNone/>
            </a:pPr>
            <a:r>
              <a:rPr lang="pt-BR" sz="1800" dirty="0">
                <a:solidFill>
                  <a:schemeClr val="tx1">
                    <a:lumMod val="75000"/>
                    <a:lumOff val="25000"/>
                  </a:schemeClr>
                </a:solidFill>
                <a:latin typeface="Arial"/>
                <a:cs typeface="Arial"/>
              </a:rPr>
              <a:t>Donec pede justo, fringilla vel, aliquet nec, vulputate eget, arcu. In enim justo, rhoncus ut, imperdiet a, venenatis vitae, justo. Nullam dictum felis eu pede mollis pretium. Integer tincidunt. Cras dapibus. Vivamus elementum semper nisi. Aenean vulputate eleifend tellus.</a:t>
            </a:r>
            <a:endParaRPr lang="es-ES" sz="1800" dirty="0">
              <a:solidFill>
                <a:schemeClr val="tx1">
                  <a:lumMod val="75000"/>
                  <a:lumOff val="25000"/>
                </a:schemeClr>
              </a:solidFill>
            </a:endParaRPr>
          </a:p>
        </p:txBody>
      </p:sp>
    </p:spTree>
    <p:extLst>
      <p:ext uri="{BB962C8B-B14F-4D97-AF65-F5344CB8AC3E}">
        <p14:creationId xmlns:p14="http://schemas.microsoft.com/office/powerpoint/2010/main" val="2436621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_tradnl"/>
              <a:t>Clic para editar título</a:t>
            </a:r>
            <a:endParaRPr lang="es-ES"/>
          </a:p>
        </p:txBody>
      </p:sp>
      <p:sp>
        <p:nvSpPr>
          <p:cNvPr id="3" name="Subtítulo 2"/>
          <p:cNvSpPr>
            <a:spLocks noGrp="1"/>
          </p:cNvSpPr>
          <p:nvPr>
            <p:ph type="subTitle" idx="1"/>
          </p:nvPr>
        </p:nvSpPr>
        <p:spPr>
          <a:xfrm>
            <a:off x="685800" y="3886200"/>
            <a:ext cx="64008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dirty="0"/>
              <a:t>Haga clic para modificar el estilo de subtítulo del patrón</a:t>
            </a:r>
            <a:endParaRPr lang="es-ES" dirty="0"/>
          </a:p>
        </p:txBody>
      </p:sp>
    </p:spTree>
    <p:extLst>
      <p:ext uri="{BB962C8B-B14F-4D97-AF65-F5344CB8AC3E}">
        <p14:creationId xmlns:p14="http://schemas.microsoft.com/office/powerpoint/2010/main" val="2602930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1567623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endParaRPr lang="es-ES"/>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dirty="0"/>
              <a:t>Haga clic para modificar el estilo de texto del patrón</a:t>
            </a:r>
          </a:p>
        </p:txBody>
      </p:sp>
    </p:spTree>
    <p:extLst>
      <p:ext uri="{BB962C8B-B14F-4D97-AF65-F5344CB8AC3E}">
        <p14:creationId xmlns:p14="http://schemas.microsoft.com/office/powerpoint/2010/main" val="1216406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457200" y="636588"/>
            <a:ext cx="7596722" cy="760412"/>
          </a:xfrm>
        </p:spPr>
        <p:txBody>
          <a:bodyPr/>
          <a:lstStyle/>
          <a:p>
            <a:r>
              <a:rPr lang="es-ES_tradnl" dirty="0"/>
              <a:t>Clic para editar título</a:t>
            </a:r>
            <a:endParaRPr lang="es-ES" dirty="0"/>
          </a:p>
        </p:txBody>
      </p:sp>
      <p:sp>
        <p:nvSpPr>
          <p:cNvPr id="3" name="Marcador de contenido 2"/>
          <p:cNvSpPr>
            <a:spLocks noGrp="1"/>
          </p:cNvSpPr>
          <p:nvPr>
            <p:ph sz="half" idx="1"/>
          </p:nvPr>
        </p:nvSpPr>
        <p:spPr>
          <a:xfrm>
            <a:off x="457200" y="1600201"/>
            <a:ext cx="4038600" cy="4051300"/>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contenido 3"/>
          <p:cNvSpPr>
            <a:spLocks noGrp="1"/>
          </p:cNvSpPr>
          <p:nvPr>
            <p:ph sz="half" idx="2"/>
          </p:nvPr>
        </p:nvSpPr>
        <p:spPr>
          <a:xfrm>
            <a:off x="4648200" y="1600200"/>
            <a:ext cx="4038600" cy="4051301"/>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584344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457200" y="648759"/>
            <a:ext cx="7596722" cy="760412"/>
          </a:xfrm>
        </p:spPr>
        <p:txBody>
          <a:bodyPr/>
          <a:lstStyle>
            <a:lvl1pPr>
              <a:defRPr/>
            </a:lvl1pPr>
          </a:lstStyle>
          <a:p>
            <a:r>
              <a:rPr lang="es-ES_tradnl" dirty="0"/>
              <a:t>Clic para editar título</a:t>
            </a:r>
            <a:endParaRPr lang="es-ES" dirty="0"/>
          </a:p>
        </p:txBody>
      </p:sp>
      <p:sp>
        <p:nvSpPr>
          <p:cNvPr id="3" name="Marcador de texto 2"/>
          <p:cNvSpPr>
            <a:spLocks noGrp="1"/>
          </p:cNvSpPr>
          <p:nvPr>
            <p:ph type="body" idx="1"/>
          </p:nvPr>
        </p:nvSpPr>
        <p:spPr>
          <a:xfrm>
            <a:off x="457200" y="1535113"/>
            <a:ext cx="4040188"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4" name="Marcador de contenido 3"/>
          <p:cNvSpPr>
            <a:spLocks noGrp="1"/>
          </p:cNvSpPr>
          <p:nvPr>
            <p:ph sz="half" idx="2"/>
          </p:nvPr>
        </p:nvSpPr>
        <p:spPr>
          <a:xfrm>
            <a:off x="457200" y="2174875"/>
            <a:ext cx="4040188"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5" name="Marcador de texto 4"/>
          <p:cNvSpPr>
            <a:spLocks noGrp="1"/>
          </p:cNvSpPr>
          <p:nvPr>
            <p:ph type="body" sz="quarter" idx="3"/>
          </p:nvPr>
        </p:nvSpPr>
        <p:spPr>
          <a:xfrm>
            <a:off x="4645025" y="1535113"/>
            <a:ext cx="4041775"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6" name="Marcador de contenido 5"/>
          <p:cNvSpPr>
            <a:spLocks noGrp="1"/>
          </p:cNvSpPr>
          <p:nvPr>
            <p:ph sz="quarter" idx="4"/>
          </p:nvPr>
        </p:nvSpPr>
        <p:spPr>
          <a:xfrm>
            <a:off x="4645025" y="2174875"/>
            <a:ext cx="4041775"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402281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Tree>
    <p:extLst>
      <p:ext uri="{BB962C8B-B14F-4D97-AF65-F5344CB8AC3E}">
        <p14:creationId xmlns:p14="http://schemas.microsoft.com/office/powerpoint/2010/main" val="703157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999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1435100"/>
            <a:ext cx="5111750" cy="4121151"/>
          </a:xfrm>
        </p:spPr>
        <p:txBody>
          <a:bodyPr/>
          <a:lstStyle>
            <a:lvl1pPr>
              <a:defRPr sz="2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texto 3"/>
          <p:cNvSpPr>
            <a:spLocks noGrp="1"/>
          </p:cNvSpPr>
          <p:nvPr>
            <p:ph type="body" sz="half" idx="2"/>
          </p:nvPr>
        </p:nvSpPr>
        <p:spPr>
          <a:xfrm>
            <a:off x="457200" y="1435101"/>
            <a:ext cx="3008313" cy="4121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Tree>
    <p:extLst>
      <p:ext uri="{BB962C8B-B14F-4D97-AF65-F5344CB8AC3E}">
        <p14:creationId xmlns:p14="http://schemas.microsoft.com/office/powerpoint/2010/main" val="1539801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353483"/>
          </a:xfrm>
        </p:spPr>
        <p:txBody>
          <a:bodyPr anchor="t">
            <a:normAutofit/>
          </a:bodyPr>
          <a:lstStyle>
            <a:lvl1pPr algn="r">
              <a:defRPr sz="1600" b="1"/>
            </a:lvl1pPr>
          </a:lstStyle>
          <a:p>
            <a:r>
              <a:rPr lang="es-ES_tradnl" dirty="0"/>
              <a:t>Clic para editar título</a:t>
            </a:r>
            <a:endParaRPr lang="es-ES" dirty="0"/>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p:cNvSpPr>
            <a:spLocks noGrp="1"/>
          </p:cNvSpPr>
          <p:nvPr>
            <p:ph type="body" sz="half" idx="2"/>
          </p:nvPr>
        </p:nvSpPr>
        <p:spPr>
          <a:xfrm>
            <a:off x="1792288" y="5167048"/>
            <a:ext cx="5486400" cy="400579"/>
          </a:xfrm>
        </p:spPr>
        <p:txBody>
          <a:bodyPr anchor="t">
            <a:normAutofit/>
          </a:bodyPr>
          <a:lstStyle>
            <a:lvl1pPr marL="0" indent="0" algn="r">
              <a:buNone/>
              <a:defRPr sz="1300">
                <a:solidFill>
                  <a:srgbClr val="40404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dirty="0"/>
              <a:t>Haga clic para modificar el estilo de texto del patrón</a:t>
            </a:r>
          </a:p>
        </p:txBody>
      </p:sp>
    </p:spTree>
    <p:extLst>
      <p:ext uri="{BB962C8B-B14F-4D97-AF65-F5344CB8AC3E}">
        <p14:creationId xmlns:p14="http://schemas.microsoft.com/office/powerpoint/2010/main" val="1816503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a:xfrm rot="10800000">
            <a:off x="626528" y="1600200"/>
            <a:ext cx="7596722" cy="3966633"/>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355099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rot="10800000">
            <a:off x="457200" y="274639"/>
            <a:ext cx="2057400" cy="5186363"/>
          </a:xfrm>
        </p:spPr>
        <p:txBody>
          <a:bodyPr vert="eaVert"/>
          <a:lstStyle/>
          <a:p>
            <a:r>
              <a:rPr lang="es-ES_tradnl" dirty="0"/>
              <a:t>Clic para editar título</a:t>
            </a:r>
            <a:endParaRPr lang="es-ES" dirty="0"/>
          </a:p>
        </p:txBody>
      </p:sp>
      <p:sp>
        <p:nvSpPr>
          <p:cNvPr id="3" name="Marcador de texto vertical 2"/>
          <p:cNvSpPr>
            <a:spLocks noGrp="1"/>
          </p:cNvSpPr>
          <p:nvPr>
            <p:ph type="body" orient="vert" idx="1"/>
          </p:nvPr>
        </p:nvSpPr>
        <p:spPr>
          <a:xfrm rot="10800000">
            <a:off x="2690283" y="274640"/>
            <a:ext cx="6019800" cy="5186362"/>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840838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26528" y="636588"/>
            <a:ext cx="7596722" cy="760412"/>
          </a:xfrm>
          <a:prstGeom prst="rect">
            <a:avLst/>
          </a:prstGeom>
        </p:spPr>
        <p:txBody>
          <a:bodyPr vert="horz" lIns="91440" tIns="45720" rIns="91440" bIns="45720" rtlCol="0" anchor="t">
            <a:normAutofit/>
          </a:bodyPr>
          <a:lstStyle/>
          <a:p>
            <a:r>
              <a:rPr lang="es-ES_tradnl" dirty="0"/>
              <a:t>Clic para editar título</a:t>
            </a:r>
            <a:endParaRPr lang="es-ES" dirty="0"/>
          </a:p>
        </p:txBody>
      </p:sp>
      <p:sp>
        <p:nvSpPr>
          <p:cNvPr id="3" name="Marcador de texto 2"/>
          <p:cNvSpPr>
            <a:spLocks noGrp="1"/>
          </p:cNvSpPr>
          <p:nvPr>
            <p:ph type="body" idx="1"/>
          </p:nvPr>
        </p:nvSpPr>
        <p:spPr>
          <a:xfrm>
            <a:off x="626528" y="1600200"/>
            <a:ext cx="7596722" cy="3966633"/>
          </a:xfrm>
          <a:prstGeom prst="rect">
            <a:avLst/>
          </a:prstGeom>
        </p:spPr>
        <p:txBody>
          <a:bodyPr vert="horz" lIns="91440" tIns="45720" rIns="91440" bIns="45720" rtlCol="0">
            <a:normAutofit/>
          </a:body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pic>
        <p:nvPicPr>
          <p:cNvPr id="12" name="Imagen 11" descr="cuadrado_azul.png"/>
          <p:cNvPicPr>
            <a:picLocks/>
          </p:cNvPicPr>
          <p:nvPr/>
        </p:nvPicPr>
        <p:blipFill>
          <a:blip r:embed="rId15">
            <a:extLst>
              <a:ext uri="{28A0092B-C50C-407E-A947-70E740481C1C}">
                <a14:useLocalDpi xmlns:a14="http://schemas.microsoft.com/office/drawing/2010/main" val="0"/>
              </a:ext>
            </a:extLst>
          </a:blip>
          <a:stretch>
            <a:fillRect/>
          </a:stretch>
        </p:blipFill>
        <p:spPr>
          <a:xfrm>
            <a:off x="-18000" y="5860583"/>
            <a:ext cx="9180001" cy="1008000"/>
          </a:xfrm>
          <a:prstGeom prst="rect">
            <a:avLst/>
          </a:prstGeom>
          <a:ln>
            <a:noFill/>
          </a:ln>
        </p:spPr>
      </p:pic>
      <p:pic>
        <p:nvPicPr>
          <p:cNvPr id="13" name="Imagen 12" descr="escudoPUJ_lateral.eps"/>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993548" y="5914584"/>
            <a:ext cx="1918488" cy="899999"/>
          </a:xfrm>
          <a:prstGeom prst="rect">
            <a:avLst/>
          </a:prstGeom>
        </p:spPr>
      </p:pic>
      <p:sp>
        <p:nvSpPr>
          <p:cNvPr id="14" name="Subtítulo 2"/>
          <p:cNvSpPr txBox="1">
            <a:spLocks/>
          </p:cNvSpPr>
          <p:nvPr userDrawn="1"/>
        </p:nvSpPr>
        <p:spPr>
          <a:xfrm>
            <a:off x="5247178" y="6126163"/>
            <a:ext cx="1605280" cy="523771"/>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pt-BR" sz="1200" dirty="0">
                <a:solidFill>
                  <a:schemeClr val="bg1"/>
                </a:solidFill>
                <a:latin typeface="Arial"/>
                <a:cs typeface="Arial"/>
              </a:rPr>
              <a:t>Nombre o logo</a:t>
            </a:r>
          </a:p>
          <a:p>
            <a:r>
              <a:rPr lang="pt-BR" sz="1200" dirty="0">
                <a:solidFill>
                  <a:schemeClr val="bg1"/>
                </a:solidFill>
                <a:latin typeface="Arial"/>
                <a:cs typeface="Arial"/>
              </a:rPr>
              <a:t>de la dependencia</a:t>
            </a:r>
            <a:endParaRPr lang="es-ES" sz="1200" dirty="0">
              <a:solidFill>
                <a:schemeClr val="bg1"/>
              </a:solidFill>
              <a:latin typeface="Arial"/>
              <a:cs typeface="Arial"/>
            </a:endParaRPr>
          </a:p>
        </p:txBody>
      </p:sp>
      <p:sp>
        <p:nvSpPr>
          <p:cNvPr id="15" name="Título 1"/>
          <p:cNvSpPr txBox="1">
            <a:spLocks/>
          </p:cNvSpPr>
          <p:nvPr userDrawn="1"/>
        </p:nvSpPr>
        <p:spPr>
          <a:xfrm>
            <a:off x="300928" y="6178263"/>
            <a:ext cx="4331548" cy="36878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_tradnl" sz="1300" b="1" dirty="0">
                <a:solidFill>
                  <a:srgbClr val="FFFFFF"/>
                </a:solidFill>
                <a:latin typeface="Arial"/>
                <a:cs typeface="Arial"/>
              </a:rPr>
              <a:t>Título de la presentación</a:t>
            </a:r>
          </a:p>
        </p:txBody>
      </p:sp>
    </p:spTree>
    <p:extLst>
      <p:ext uri="{BB962C8B-B14F-4D97-AF65-F5344CB8AC3E}">
        <p14:creationId xmlns:p14="http://schemas.microsoft.com/office/powerpoint/2010/main" val="1833914475"/>
      </p:ext>
    </p:extLst>
  </p:cSld>
  <p:clrMap bg1="lt1" tx1="dk1" bg2="lt2" tx2="dk2" accent1="accent1" accent2="accent2" accent3="accent3" accent4="accent4" accent5="accent5" accent6="accent6" hlink="hlink" folHlink="folHlink"/>
  <p:sldLayoutIdLst>
    <p:sldLayoutId id="2147483661" r:id="rId1"/>
    <p:sldLayoutId id="2147483660"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hdr="0" ftr="0" dt="0"/>
  <p:txStyles>
    <p:titleStyle>
      <a:lvl1pPr algn="l" defTabSz="457200" rtl="0" eaLnBrk="1" latinLnBrk="0" hangingPunct="1">
        <a:spcBef>
          <a:spcPct val="0"/>
        </a:spcBef>
        <a:buNone/>
        <a:defRPr sz="3000" b="1" kern="1200">
          <a:solidFill>
            <a:srgbClr val="2C5697"/>
          </a:solidFill>
          <a:latin typeface="Arial"/>
          <a:ea typeface="+mj-ea"/>
          <a:cs typeface="Arial"/>
        </a:defRPr>
      </a:lvl1pPr>
    </p:titleStyle>
    <p:bodyStyle>
      <a:lvl1pPr marL="0" indent="0" algn="l" defTabSz="457200" rtl="0" eaLnBrk="1" latinLnBrk="0" hangingPunct="1">
        <a:spcBef>
          <a:spcPct val="20000"/>
        </a:spcBef>
        <a:buFont typeface="Arial"/>
        <a:buNone/>
        <a:defRPr sz="2400" kern="1200">
          <a:solidFill>
            <a:srgbClr val="404040"/>
          </a:solidFill>
          <a:latin typeface="Arial"/>
          <a:ea typeface="+mn-ea"/>
          <a:cs typeface="Arial"/>
        </a:defRPr>
      </a:lvl1pPr>
      <a:lvl2pPr marL="742950" indent="-285750" algn="l" defTabSz="457200" rtl="0" eaLnBrk="1" latinLnBrk="0" hangingPunct="1">
        <a:spcBef>
          <a:spcPct val="20000"/>
        </a:spcBef>
        <a:buClr>
          <a:srgbClr val="2C5697"/>
        </a:buClr>
        <a:buSzPct val="90000"/>
        <a:buFont typeface="Arial"/>
        <a:buChar char="•"/>
        <a:defRPr sz="2400" kern="1200">
          <a:solidFill>
            <a:srgbClr val="404040"/>
          </a:solidFill>
          <a:latin typeface="Arial"/>
          <a:ea typeface="+mn-ea"/>
          <a:cs typeface="Arial"/>
        </a:defRPr>
      </a:lvl2pPr>
      <a:lvl3pPr marL="1143000" indent="-228600" algn="l" defTabSz="457200" rtl="0" eaLnBrk="1" latinLnBrk="0" hangingPunct="1">
        <a:spcBef>
          <a:spcPct val="20000"/>
        </a:spcBef>
        <a:buClr>
          <a:srgbClr val="2C5697"/>
        </a:buClr>
        <a:buSzPct val="80000"/>
        <a:buFont typeface="Wingdings" charset="2"/>
        <a:buChar char="§"/>
        <a:defRPr sz="2200" kern="1200">
          <a:solidFill>
            <a:schemeClr val="tx1">
              <a:lumMod val="75000"/>
              <a:lumOff val="25000"/>
            </a:schemeClr>
          </a:solidFill>
          <a:latin typeface="Arial"/>
          <a:ea typeface="+mn-ea"/>
          <a:cs typeface="Arial"/>
        </a:defRPr>
      </a:lvl3pPr>
      <a:lvl4pPr marL="1600200" indent="-228600" algn="l" defTabSz="457200" rtl="0" eaLnBrk="1" latinLnBrk="0" hangingPunct="1">
        <a:spcBef>
          <a:spcPct val="20000"/>
        </a:spcBef>
        <a:buClr>
          <a:srgbClr val="2C5697"/>
        </a:buClr>
        <a:buSzPct val="80000"/>
        <a:buFont typeface="Arial"/>
        <a:buChar char="–"/>
        <a:defRPr sz="2000" kern="1200">
          <a:solidFill>
            <a:srgbClr val="404040"/>
          </a:solidFill>
          <a:latin typeface="Arial"/>
          <a:ea typeface="+mn-ea"/>
          <a:cs typeface="Arial"/>
        </a:defRPr>
      </a:lvl4pPr>
      <a:lvl5pPr marL="2057400" indent="-228600" algn="l" defTabSz="457200" rtl="0" eaLnBrk="1" latinLnBrk="0" hangingPunct="1">
        <a:spcBef>
          <a:spcPct val="20000"/>
        </a:spcBef>
        <a:buClr>
          <a:srgbClr val="2C5697"/>
        </a:buClr>
        <a:buFont typeface="Arial"/>
        <a:buChar char="»"/>
        <a:defRPr sz="1800" kern="1200">
          <a:solidFill>
            <a:srgbClr val="404040"/>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2.xml"/><Relationship Id="rId5" Type="http://schemas.openxmlformats.org/officeDocument/2006/relationships/image" Target="../media/image7.pn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3.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4.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5.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6.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notesSlide" Target="../notesSlides/notesSlide8.xml"/><Relationship Id="rId7" Type="http://schemas.openxmlformats.org/officeDocument/2006/relationships/image" Target="../media/image16.png"/><Relationship Id="rId2" Type="http://schemas.openxmlformats.org/officeDocument/2006/relationships/slideLayout" Target="../slideLayouts/slideLayout4.xml"/><Relationship Id="rId1" Type="http://schemas.openxmlformats.org/officeDocument/2006/relationships/tags" Target="../tags/tag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9.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0.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2.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hyperlink" Target="https://www.google.com/search?client=firefox-b-d&amp;sca_esv=6c71a1063443b4ed&amp;q=c%C3%B3digo+Morse&amp;sa=X&amp;ved=2ahUKEwj7r4_X4LOPAxW7RjABHfVpEYYQxccNegQIHRAB&amp;mstk=AUtExfDLcxhyqB5LFl1EQm3bU3PctD0YsqIPdm5uhFLDCwKaOdpIb_f8aOXRb4eM_bI3GLxwMoOPZdTqUjT41W0Mt0T4CXZ4jxNcMXx7SOGs_RjE8cxgeT4G5mFQcYQBsrQpTm8&amp;csui=3"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13.xml"/><Relationship Id="rId4" Type="http://schemas.openxmlformats.org/officeDocument/2006/relationships/image" Target="../media/image2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4.xml"/><Relationship Id="rId5" Type="http://schemas.openxmlformats.org/officeDocument/2006/relationships/image" Target="../media/image25.jp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5.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6.xml"/><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6858000"/>
          </a:xfrm>
          <a:prstGeom prst="rect">
            <a:avLst/>
          </a:prstGeom>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10" name="Rectángulo 9"/>
          <p:cNvSpPr/>
          <p:nvPr/>
        </p:nvSpPr>
        <p:spPr>
          <a:xfrm>
            <a:off x="1920240" y="3636382"/>
            <a:ext cx="5303520" cy="1593164"/>
          </a:xfrm>
          <a:prstGeom prst="rect">
            <a:avLst/>
          </a:prstGeom>
          <a:solidFill>
            <a:schemeClr val="bg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Título 1"/>
          <p:cNvSpPr>
            <a:spLocks noGrp="1"/>
          </p:cNvSpPr>
          <p:nvPr>
            <p:ph type="ctrTitle" idx="4294967295"/>
          </p:nvPr>
        </p:nvSpPr>
        <p:spPr>
          <a:xfrm>
            <a:off x="1920240" y="3770313"/>
            <a:ext cx="5303520" cy="786057"/>
          </a:xfrm>
        </p:spPr>
        <p:txBody>
          <a:bodyPr>
            <a:normAutofit/>
          </a:bodyPr>
          <a:lstStyle/>
          <a:p>
            <a:pPr algn="ctr"/>
            <a:r>
              <a:rPr lang="es-ES_tradnl" sz="2800" b="1" dirty="0">
                <a:solidFill>
                  <a:srgbClr val="2C5697"/>
                </a:solidFill>
                <a:latin typeface="Arial"/>
                <a:cs typeface="Arial"/>
              </a:rPr>
              <a:t>Introducción a Micros</a:t>
            </a:r>
          </a:p>
        </p:txBody>
      </p:sp>
      <p:sp>
        <p:nvSpPr>
          <p:cNvPr id="3" name="Subtítulo 2"/>
          <p:cNvSpPr>
            <a:spLocks noGrp="1"/>
          </p:cNvSpPr>
          <p:nvPr>
            <p:ph type="subTitle" idx="4294967295"/>
          </p:nvPr>
        </p:nvSpPr>
        <p:spPr>
          <a:xfrm>
            <a:off x="2103438" y="4556370"/>
            <a:ext cx="4937125" cy="674670"/>
          </a:xfrm>
        </p:spPr>
        <p:txBody>
          <a:bodyPr>
            <a:normAutofit/>
          </a:bodyPr>
          <a:lstStyle/>
          <a:p>
            <a:pPr algn="ctr"/>
            <a:r>
              <a:rPr lang="pt-BR" sz="1600" dirty="0">
                <a:solidFill>
                  <a:srgbClr val="2C5697"/>
                </a:solidFill>
              </a:rPr>
              <a:t>Pedro Antonio Aya Parra</a:t>
            </a:r>
          </a:p>
          <a:p>
            <a:pPr algn="ctr"/>
            <a:r>
              <a:rPr lang="pt-BR" sz="1600" dirty="0" err="1">
                <a:solidFill>
                  <a:srgbClr val="2C5697"/>
                </a:solidFill>
                <a:latin typeface="Arial"/>
                <a:cs typeface="Arial"/>
              </a:rPr>
              <a:t>Facultad</a:t>
            </a:r>
            <a:r>
              <a:rPr lang="pt-BR" sz="1600" dirty="0">
                <a:solidFill>
                  <a:srgbClr val="2C5697"/>
                </a:solidFill>
                <a:latin typeface="Arial"/>
                <a:cs typeface="Arial"/>
              </a:rPr>
              <a:t> de </a:t>
            </a:r>
            <a:r>
              <a:rPr lang="pt-BR" sz="1600" dirty="0" err="1">
                <a:solidFill>
                  <a:srgbClr val="2C5697"/>
                </a:solidFill>
                <a:latin typeface="Arial"/>
                <a:cs typeface="Arial"/>
              </a:rPr>
              <a:t>ingeniería</a:t>
            </a:r>
            <a:endParaRPr lang="es-ES" sz="1600" dirty="0">
              <a:solidFill>
                <a:srgbClr val="2C5697"/>
              </a:solidFill>
              <a:latin typeface="Arial"/>
              <a:cs typeface="Arial"/>
            </a:endParaRPr>
          </a:p>
        </p:txBody>
      </p:sp>
      <p:grpSp>
        <p:nvGrpSpPr>
          <p:cNvPr id="17" name="Agrupar 16"/>
          <p:cNvGrpSpPr/>
          <p:nvPr/>
        </p:nvGrpSpPr>
        <p:grpSpPr>
          <a:xfrm>
            <a:off x="3495041" y="0"/>
            <a:ext cx="2153920" cy="2590800"/>
            <a:chOff x="3495041" y="0"/>
            <a:chExt cx="2153920" cy="2590800"/>
          </a:xfrm>
        </p:grpSpPr>
        <p:pic>
          <p:nvPicPr>
            <p:cNvPr id="9" name="Imagen 8" descr="cuadrado_azul.png"/>
            <p:cNvPicPr>
              <a:picLocks/>
            </p:cNvPicPr>
            <p:nvPr/>
          </p:nvPicPr>
          <p:blipFill>
            <a:blip r:embed="rId2">
              <a:extLst>
                <a:ext uri="{28A0092B-C50C-407E-A947-70E740481C1C}">
                  <a14:useLocalDpi xmlns:a14="http://schemas.microsoft.com/office/drawing/2010/main" val="0"/>
                </a:ext>
              </a:extLst>
            </a:blip>
            <a:stretch>
              <a:fillRect/>
            </a:stretch>
          </p:blipFill>
          <p:spPr>
            <a:xfrm>
              <a:off x="3495041" y="0"/>
              <a:ext cx="2153920" cy="2590800"/>
            </a:xfrm>
            <a:prstGeom prst="rect">
              <a:avLst/>
            </a:prstGeom>
          </p:spPr>
        </p:pic>
        <p:pic>
          <p:nvPicPr>
            <p:cNvPr id="13" name="Imagen 12" descr="escudoPUJ_central.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2003" y="200909"/>
              <a:ext cx="1979996" cy="2118596"/>
            </a:xfrm>
            <a:prstGeom prst="rect">
              <a:avLst/>
            </a:prstGeom>
          </p:spPr>
        </p:pic>
        <p:pic>
          <p:nvPicPr>
            <p:cNvPr id="16" name="Imagen 15" descr="texto_vigilada_mineducacion_rgb-negativo.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4001" y="2382779"/>
              <a:ext cx="1116000" cy="84717"/>
            </a:xfrm>
            <a:prstGeom prst="rect">
              <a:avLst/>
            </a:prstGeom>
          </p:spPr>
        </p:pic>
      </p:grpSp>
      <p:sp>
        <p:nvSpPr>
          <p:cNvPr id="5" name="CuadroTexto 4"/>
          <p:cNvSpPr txBox="1"/>
          <p:nvPr/>
        </p:nvSpPr>
        <p:spPr>
          <a:xfrm>
            <a:off x="6040703" y="6258730"/>
            <a:ext cx="184666" cy="369332"/>
          </a:xfrm>
          <a:prstGeom prst="rect">
            <a:avLst/>
          </a:prstGeom>
          <a:noFill/>
        </p:spPr>
        <p:txBody>
          <a:bodyPr wrap="none" rtlCol="0">
            <a:spAutoFit/>
          </a:bodyPr>
          <a:lstStyle/>
          <a:p>
            <a:endParaRPr lang="es-ES" dirty="0"/>
          </a:p>
        </p:txBody>
      </p:sp>
      <p:sp>
        <p:nvSpPr>
          <p:cNvPr id="7" name="CuadroTexto 6"/>
          <p:cNvSpPr txBox="1"/>
          <p:nvPr/>
        </p:nvSpPr>
        <p:spPr>
          <a:xfrm>
            <a:off x="1498735" y="6052775"/>
            <a:ext cx="184666" cy="369332"/>
          </a:xfrm>
          <a:prstGeom prst="rect">
            <a:avLst/>
          </a:prstGeom>
          <a:noFill/>
        </p:spPr>
        <p:txBody>
          <a:bodyPr wrap="none" rtlCol="0">
            <a:spAutoFit/>
          </a:bodyPr>
          <a:lstStyle/>
          <a:p>
            <a:endParaRPr lang="es-ES" dirty="0"/>
          </a:p>
        </p:txBody>
      </p:sp>
    </p:spTree>
    <p:extLst>
      <p:ext uri="{BB962C8B-B14F-4D97-AF65-F5344CB8AC3E}">
        <p14:creationId xmlns:p14="http://schemas.microsoft.com/office/powerpoint/2010/main" val="3908148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CD9AB-D886-3C2A-74B5-53D0C50FD3FF}"/>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7129C078-9609-CA5B-8116-6AFAF4D51B80}"/>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17C8D795-1648-9B2A-AB34-36A3D8FB4441}"/>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Hardware Arduino… ¿que es un sistema electrónico?</a:t>
            </a:r>
            <a:endParaRPr lang="en-US" dirty="0"/>
          </a:p>
        </p:txBody>
      </p:sp>
      <p:sp>
        <p:nvSpPr>
          <p:cNvPr id="18" name="Marcador de número de diapositiva 3">
            <a:extLst>
              <a:ext uri="{FF2B5EF4-FFF2-40B4-BE49-F238E27FC236}">
                <a16:creationId xmlns:a16="http://schemas.microsoft.com/office/drawing/2014/main" id="{8B4BF775-06B1-B410-15E6-B22C679F8839}"/>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a:t>
            </a:fld>
            <a:endParaRPr lang="es-CO" sz="1200" dirty="0">
              <a:solidFill>
                <a:schemeClr val="bg1"/>
              </a:solidFill>
            </a:endParaRPr>
          </a:p>
        </p:txBody>
      </p:sp>
      <p:sp>
        <p:nvSpPr>
          <p:cNvPr id="19" name="Título 1">
            <a:extLst>
              <a:ext uri="{FF2B5EF4-FFF2-40B4-BE49-F238E27FC236}">
                <a16:creationId xmlns:a16="http://schemas.microsoft.com/office/drawing/2014/main" id="{184D96D6-97F5-F127-4659-1A53C7099D85}"/>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Microcontrolador</a:t>
            </a:r>
            <a:endParaRPr lang="en-US" dirty="0">
              <a:solidFill>
                <a:schemeClr val="bg1"/>
              </a:solidFill>
            </a:endParaRPr>
          </a:p>
        </p:txBody>
      </p:sp>
      <p:sp>
        <p:nvSpPr>
          <p:cNvPr id="4" name="CuadroTexto 3">
            <a:extLst>
              <a:ext uri="{FF2B5EF4-FFF2-40B4-BE49-F238E27FC236}">
                <a16:creationId xmlns:a16="http://schemas.microsoft.com/office/drawing/2014/main" id="{ACF0BB96-06E9-DC4A-303E-A0C45592648F}"/>
              </a:ext>
            </a:extLst>
          </p:cNvPr>
          <p:cNvSpPr txBox="1"/>
          <p:nvPr/>
        </p:nvSpPr>
        <p:spPr>
          <a:xfrm>
            <a:off x="444323" y="1085918"/>
            <a:ext cx="8255354" cy="646331"/>
          </a:xfrm>
          <a:prstGeom prst="rect">
            <a:avLst/>
          </a:prstGeom>
          <a:noFill/>
        </p:spPr>
        <p:txBody>
          <a:bodyPr wrap="square">
            <a:spAutoFit/>
          </a:bodyPr>
          <a:lstStyle/>
          <a:p>
            <a:pPr algn="l"/>
            <a:r>
              <a:rPr lang="es-ES" sz="1800" b="1" i="0" u="none" strike="noStrike" baseline="0" dirty="0">
                <a:solidFill>
                  <a:srgbClr val="00676B"/>
                </a:solidFill>
                <a:latin typeface="Arial-BoldMT"/>
              </a:rPr>
              <a:t>Los sensores </a:t>
            </a:r>
            <a:r>
              <a:rPr lang="es-ES" sz="1800" b="0" i="0" u="none" strike="noStrike" baseline="0" dirty="0">
                <a:solidFill>
                  <a:srgbClr val="00676B"/>
                </a:solidFill>
                <a:latin typeface="ArialMT"/>
              </a:rPr>
              <a:t>obtienen información de mundo físico procesándolo en manera de señal </a:t>
            </a:r>
            <a:r>
              <a:rPr lang="es-CO" sz="1800" b="0" i="0" u="none" strike="noStrike" baseline="0" dirty="0">
                <a:solidFill>
                  <a:srgbClr val="00676B"/>
                </a:solidFill>
                <a:latin typeface="ArialMT"/>
              </a:rPr>
              <a:t>eléctrica</a:t>
            </a:r>
            <a:endParaRPr lang="es-CO" dirty="0"/>
          </a:p>
        </p:txBody>
      </p:sp>
      <p:sp>
        <p:nvSpPr>
          <p:cNvPr id="7" name="CuadroTexto 6">
            <a:extLst>
              <a:ext uri="{FF2B5EF4-FFF2-40B4-BE49-F238E27FC236}">
                <a16:creationId xmlns:a16="http://schemas.microsoft.com/office/drawing/2014/main" id="{8B62CCD4-5DC2-DCAB-2AD0-8CAEC9B8E00D}"/>
              </a:ext>
            </a:extLst>
          </p:cNvPr>
          <p:cNvSpPr txBox="1"/>
          <p:nvPr/>
        </p:nvSpPr>
        <p:spPr>
          <a:xfrm>
            <a:off x="700789" y="1732249"/>
            <a:ext cx="7998887" cy="646331"/>
          </a:xfrm>
          <a:prstGeom prst="rect">
            <a:avLst/>
          </a:prstGeom>
          <a:noFill/>
        </p:spPr>
        <p:txBody>
          <a:bodyPr wrap="square">
            <a:spAutoFit/>
          </a:bodyPr>
          <a:lstStyle/>
          <a:p>
            <a:pPr algn="l"/>
            <a:r>
              <a:rPr lang="es-ES" sz="1800" b="1" i="0" u="none" strike="noStrike" baseline="0" dirty="0">
                <a:solidFill>
                  <a:srgbClr val="00676B"/>
                </a:solidFill>
                <a:latin typeface="Arial-BoldMT"/>
              </a:rPr>
              <a:t>Los circuitos internos </a:t>
            </a:r>
            <a:r>
              <a:rPr lang="es-ES" sz="1800" b="0" i="0" u="none" strike="noStrike" baseline="0" dirty="0">
                <a:solidFill>
                  <a:srgbClr val="00676B"/>
                </a:solidFill>
                <a:latin typeface="ArialMT"/>
              </a:rPr>
              <a:t>de un sistema electrónico reciben la señal eléctrica mandada de </a:t>
            </a:r>
            <a:r>
              <a:rPr lang="es-CO" sz="1800" b="0" i="0" u="none" strike="noStrike" baseline="0" dirty="0">
                <a:solidFill>
                  <a:srgbClr val="00676B"/>
                </a:solidFill>
                <a:latin typeface="ArialMT"/>
              </a:rPr>
              <a:t>los sensores</a:t>
            </a:r>
            <a:endParaRPr lang="es-CO" dirty="0"/>
          </a:p>
        </p:txBody>
      </p:sp>
      <p:sp>
        <p:nvSpPr>
          <p:cNvPr id="9" name="CuadroTexto 8">
            <a:extLst>
              <a:ext uri="{FF2B5EF4-FFF2-40B4-BE49-F238E27FC236}">
                <a16:creationId xmlns:a16="http://schemas.microsoft.com/office/drawing/2014/main" id="{FD262047-5BEA-2759-F088-BD1D85589076}"/>
              </a:ext>
            </a:extLst>
          </p:cNvPr>
          <p:cNvSpPr txBox="1"/>
          <p:nvPr/>
        </p:nvSpPr>
        <p:spPr>
          <a:xfrm>
            <a:off x="1075543" y="2385198"/>
            <a:ext cx="7408889" cy="646331"/>
          </a:xfrm>
          <a:prstGeom prst="rect">
            <a:avLst/>
          </a:prstGeom>
          <a:noFill/>
        </p:spPr>
        <p:txBody>
          <a:bodyPr wrap="square">
            <a:spAutoFit/>
          </a:bodyPr>
          <a:lstStyle/>
          <a:p>
            <a:r>
              <a:rPr lang="es-ES" sz="1800" b="1" i="0" u="none" strike="noStrike" baseline="0" dirty="0">
                <a:solidFill>
                  <a:srgbClr val="00676B"/>
                </a:solidFill>
                <a:latin typeface="Arial-BoldMT"/>
              </a:rPr>
              <a:t>Los actuadores </a:t>
            </a:r>
            <a:r>
              <a:rPr lang="es-ES" sz="1800" b="0" i="0" u="none" strike="noStrike" baseline="0" dirty="0">
                <a:solidFill>
                  <a:srgbClr val="00676B"/>
                </a:solidFill>
                <a:latin typeface="ArialMT"/>
              </a:rPr>
              <a:t>son los componentes que actúan directamente sobre el mundo físico.</a:t>
            </a:r>
            <a:endParaRPr lang="es-CO" dirty="0"/>
          </a:p>
        </p:txBody>
      </p:sp>
      <p:sp>
        <p:nvSpPr>
          <p:cNvPr id="11" name="CuadroTexto 10">
            <a:extLst>
              <a:ext uri="{FF2B5EF4-FFF2-40B4-BE49-F238E27FC236}">
                <a16:creationId xmlns:a16="http://schemas.microsoft.com/office/drawing/2014/main" id="{3AE58590-5BEF-08DE-42AB-17B20CD3177F}"/>
              </a:ext>
            </a:extLst>
          </p:cNvPr>
          <p:cNvSpPr txBox="1"/>
          <p:nvPr/>
        </p:nvSpPr>
        <p:spPr>
          <a:xfrm>
            <a:off x="1570220" y="3038147"/>
            <a:ext cx="6914212" cy="646331"/>
          </a:xfrm>
          <a:prstGeom prst="rect">
            <a:avLst/>
          </a:prstGeom>
          <a:noFill/>
        </p:spPr>
        <p:txBody>
          <a:bodyPr wrap="square">
            <a:spAutoFit/>
          </a:bodyPr>
          <a:lstStyle/>
          <a:p>
            <a:pPr algn="l"/>
            <a:r>
              <a:rPr lang="es-ES" sz="1800" b="1" i="0" u="none" strike="noStrike" baseline="0" dirty="0">
                <a:solidFill>
                  <a:srgbClr val="00676B"/>
                </a:solidFill>
                <a:latin typeface="Arial-BoldMT"/>
              </a:rPr>
              <a:t>La fuente de alimentación </a:t>
            </a:r>
            <a:r>
              <a:rPr lang="es-ES" sz="1800" b="0" i="0" u="none" strike="noStrike" baseline="0" dirty="0">
                <a:solidFill>
                  <a:srgbClr val="00676B"/>
                </a:solidFill>
                <a:latin typeface="ArialMT"/>
              </a:rPr>
              <a:t>es la energía necesaria que puede realizar todo el proceso de </a:t>
            </a:r>
            <a:r>
              <a:rPr lang="es-CO" sz="1800" b="0" i="0" u="none" strike="noStrike" baseline="0" dirty="0">
                <a:solidFill>
                  <a:srgbClr val="00676B"/>
                </a:solidFill>
                <a:latin typeface="ArialMT"/>
              </a:rPr>
              <a:t>la circuitería</a:t>
            </a:r>
            <a:endParaRPr lang="es-CO" dirty="0"/>
          </a:p>
        </p:txBody>
      </p:sp>
      <p:cxnSp>
        <p:nvCxnSpPr>
          <p:cNvPr id="14" name="Conector: angular 13">
            <a:extLst>
              <a:ext uri="{FF2B5EF4-FFF2-40B4-BE49-F238E27FC236}">
                <a16:creationId xmlns:a16="http://schemas.microsoft.com/office/drawing/2014/main" id="{BAE75419-27FD-784A-F255-C1AC5518093F}"/>
              </a:ext>
            </a:extLst>
          </p:cNvPr>
          <p:cNvCxnSpPr>
            <a:cxnSpLocks/>
          </p:cNvCxnSpPr>
          <p:nvPr/>
        </p:nvCxnSpPr>
        <p:spPr>
          <a:xfrm>
            <a:off x="20283" y="1284306"/>
            <a:ext cx="680506" cy="64633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ector: angular 15">
            <a:extLst>
              <a:ext uri="{FF2B5EF4-FFF2-40B4-BE49-F238E27FC236}">
                <a16:creationId xmlns:a16="http://schemas.microsoft.com/office/drawing/2014/main" id="{EF3F4782-C8A8-370E-789F-15863B49317F}"/>
              </a:ext>
            </a:extLst>
          </p:cNvPr>
          <p:cNvCxnSpPr>
            <a:cxnSpLocks/>
          </p:cNvCxnSpPr>
          <p:nvPr/>
        </p:nvCxnSpPr>
        <p:spPr>
          <a:xfrm>
            <a:off x="360535" y="2011592"/>
            <a:ext cx="680506" cy="64633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Conector: angular 16">
            <a:extLst>
              <a:ext uri="{FF2B5EF4-FFF2-40B4-BE49-F238E27FC236}">
                <a16:creationId xmlns:a16="http://schemas.microsoft.com/office/drawing/2014/main" id="{FC26D629-AB2D-D90F-2BED-3BF40B907751}"/>
              </a:ext>
            </a:extLst>
          </p:cNvPr>
          <p:cNvCxnSpPr>
            <a:cxnSpLocks/>
          </p:cNvCxnSpPr>
          <p:nvPr/>
        </p:nvCxnSpPr>
        <p:spPr>
          <a:xfrm>
            <a:off x="735290" y="2785906"/>
            <a:ext cx="680506" cy="64633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pic>
        <p:nvPicPr>
          <p:cNvPr id="21" name="Imagen 20" descr="Diagrama&#10;&#10;El contenido generado por IA puede ser incorrecto.">
            <a:extLst>
              <a:ext uri="{FF2B5EF4-FFF2-40B4-BE49-F238E27FC236}">
                <a16:creationId xmlns:a16="http://schemas.microsoft.com/office/drawing/2014/main" id="{7F000D47-4130-29B1-B7C3-02E7560C40A2}"/>
              </a:ext>
            </a:extLst>
          </p:cNvPr>
          <p:cNvPicPr>
            <a:picLocks noChangeAspect="1"/>
          </p:cNvPicPr>
          <p:nvPr/>
        </p:nvPicPr>
        <p:blipFill>
          <a:blip r:embed="rId4"/>
          <a:stretch>
            <a:fillRect/>
          </a:stretch>
        </p:blipFill>
        <p:spPr>
          <a:xfrm>
            <a:off x="1456969" y="3904401"/>
            <a:ext cx="6486525" cy="1933575"/>
          </a:xfrm>
          <a:prstGeom prst="rect">
            <a:avLst/>
          </a:prstGeom>
        </p:spPr>
      </p:pic>
    </p:spTree>
    <p:custDataLst>
      <p:tags r:id="rId1"/>
    </p:custDataLst>
    <p:extLst>
      <p:ext uri="{BB962C8B-B14F-4D97-AF65-F5344CB8AC3E}">
        <p14:creationId xmlns:p14="http://schemas.microsoft.com/office/powerpoint/2010/main" val="1637524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34CBD-8AEF-17DB-941F-047CEF045999}"/>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5558E45E-D3C4-E485-92BF-4E658CD5BB25}"/>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9A97A9D3-C4F3-5090-4CAE-225D57ED764A}"/>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¿Qué es Arduino?</a:t>
            </a:r>
            <a:endParaRPr lang="en-US" dirty="0"/>
          </a:p>
        </p:txBody>
      </p:sp>
      <p:sp>
        <p:nvSpPr>
          <p:cNvPr id="18" name="Marcador de número de diapositiva 3">
            <a:extLst>
              <a:ext uri="{FF2B5EF4-FFF2-40B4-BE49-F238E27FC236}">
                <a16:creationId xmlns:a16="http://schemas.microsoft.com/office/drawing/2014/main" id="{50ED3061-8993-236B-495B-7B3896A7AA0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3</a:t>
            </a:fld>
            <a:endParaRPr lang="es-CO" sz="1200" dirty="0">
              <a:solidFill>
                <a:schemeClr val="bg1"/>
              </a:solidFill>
            </a:endParaRPr>
          </a:p>
        </p:txBody>
      </p:sp>
      <p:sp>
        <p:nvSpPr>
          <p:cNvPr id="19" name="Título 1">
            <a:extLst>
              <a:ext uri="{FF2B5EF4-FFF2-40B4-BE49-F238E27FC236}">
                <a16:creationId xmlns:a16="http://schemas.microsoft.com/office/drawing/2014/main" id="{B633C296-98EA-881F-672E-21CC3EDC9518}"/>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Microcontrolador</a:t>
            </a:r>
            <a:endParaRPr lang="en-US" dirty="0">
              <a:solidFill>
                <a:schemeClr val="bg1"/>
              </a:solidFill>
            </a:endParaRPr>
          </a:p>
        </p:txBody>
      </p:sp>
      <p:sp>
        <p:nvSpPr>
          <p:cNvPr id="3" name="CuadroTexto 2">
            <a:extLst>
              <a:ext uri="{FF2B5EF4-FFF2-40B4-BE49-F238E27FC236}">
                <a16:creationId xmlns:a16="http://schemas.microsoft.com/office/drawing/2014/main" id="{2D109F73-936B-E109-0DDF-B4CF72CF2FF4}"/>
              </a:ext>
            </a:extLst>
          </p:cNvPr>
          <p:cNvSpPr txBox="1"/>
          <p:nvPr/>
        </p:nvSpPr>
        <p:spPr>
          <a:xfrm>
            <a:off x="704089" y="1265104"/>
            <a:ext cx="4105655" cy="1200329"/>
          </a:xfrm>
          <a:prstGeom prst="rect">
            <a:avLst/>
          </a:prstGeom>
          <a:noFill/>
        </p:spPr>
        <p:txBody>
          <a:bodyPr wrap="square">
            <a:spAutoFit/>
          </a:bodyPr>
          <a:lstStyle/>
          <a:p>
            <a:pPr algn="just"/>
            <a:r>
              <a:rPr lang="es-ES" b="1" dirty="0">
                <a:solidFill>
                  <a:srgbClr val="00676B"/>
                </a:solidFill>
                <a:latin typeface="Arial" panose="020B0604020202020204" pitchFamily="34" charset="0"/>
                <a:cs typeface="Arial" panose="020B0604020202020204" pitchFamily="34" charset="0"/>
              </a:rPr>
              <a:t>H</a:t>
            </a:r>
            <a:r>
              <a:rPr lang="es-ES" sz="1800" b="1" i="0" u="none" strike="noStrike" baseline="0" dirty="0">
                <a:solidFill>
                  <a:srgbClr val="00676B"/>
                </a:solidFill>
                <a:latin typeface="Arial" panose="020B0604020202020204" pitchFamily="34" charset="0"/>
                <a:cs typeface="Arial" panose="020B0604020202020204" pitchFamily="34" charset="0"/>
              </a:rPr>
              <a:t>ardware libre </a:t>
            </a:r>
            <a:r>
              <a:rPr lang="es-ES" sz="1800" b="0" i="0" u="none" strike="noStrike" baseline="0" dirty="0">
                <a:solidFill>
                  <a:srgbClr val="00676B"/>
                </a:solidFill>
                <a:latin typeface="Arial" panose="020B0604020202020204" pitchFamily="34" charset="0"/>
                <a:cs typeface="Arial" panose="020B0604020202020204" pitchFamily="34" charset="0"/>
              </a:rPr>
              <a:t>quiere decir que </a:t>
            </a:r>
            <a:r>
              <a:rPr lang="es-ES" sz="1800" b="0" i="0" u="none" strike="noStrike" baseline="0" dirty="0" err="1">
                <a:solidFill>
                  <a:srgbClr val="00676B"/>
                </a:solidFill>
                <a:latin typeface="Arial" panose="020B0604020202020204" pitchFamily="34" charset="0"/>
                <a:cs typeface="Arial" panose="020B0604020202020204" pitchFamily="34" charset="0"/>
              </a:rPr>
              <a:t>arduino</a:t>
            </a:r>
            <a:r>
              <a:rPr lang="es-ES" sz="1800" b="0" i="0" u="none" strike="noStrike" baseline="0" dirty="0">
                <a:solidFill>
                  <a:srgbClr val="00676B"/>
                </a:solidFill>
                <a:latin typeface="Arial" panose="020B0604020202020204" pitchFamily="34" charset="0"/>
                <a:cs typeface="Arial" panose="020B0604020202020204" pitchFamily="34" charset="0"/>
              </a:rPr>
              <a:t> ofrece las bases para que cualquier persona o empresa pueda crear </a:t>
            </a:r>
            <a:r>
              <a:rPr lang="es-CO" sz="1800" b="0" i="0" u="none" strike="noStrike" baseline="0" dirty="0">
                <a:solidFill>
                  <a:srgbClr val="00676B"/>
                </a:solidFill>
                <a:latin typeface="Arial" panose="020B0604020202020204" pitchFamily="34" charset="0"/>
                <a:cs typeface="Arial" panose="020B0604020202020204" pitchFamily="34" charset="0"/>
              </a:rPr>
              <a:t>sus </a:t>
            </a:r>
            <a:r>
              <a:rPr lang="es-CO" sz="1800" b="1" i="0" u="none" strike="noStrike" baseline="0" dirty="0">
                <a:solidFill>
                  <a:srgbClr val="00676B"/>
                </a:solidFill>
                <a:latin typeface="Arial" panose="020B0604020202020204" pitchFamily="34" charset="0"/>
                <a:cs typeface="Arial" panose="020B0604020202020204" pitchFamily="34" charset="0"/>
              </a:rPr>
              <a:t>propias placas</a:t>
            </a:r>
            <a:r>
              <a:rPr lang="es-CO" sz="1800" b="0" i="0" u="none" strike="noStrike" baseline="0" dirty="0">
                <a:solidFill>
                  <a:srgbClr val="00676B"/>
                </a:solidFill>
                <a:latin typeface="Arial" panose="020B0604020202020204" pitchFamily="34" charset="0"/>
                <a:cs typeface="Arial" panose="020B0604020202020204" pitchFamily="34" charset="0"/>
              </a:rPr>
              <a:t>.</a:t>
            </a:r>
            <a:endParaRPr lang="es-CO" dirty="0">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38EA6B09-6F9E-B3F9-F489-58D449246665}"/>
              </a:ext>
            </a:extLst>
          </p:cNvPr>
          <p:cNvSpPr txBox="1"/>
          <p:nvPr/>
        </p:nvSpPr>
        <p:spPr>
          <a:xfrm>
            <a:off x="4023360" y="3675888"/>
            <a:ext cx="4599432" cy="2031325"/>
          </a:xfrm>
          <a:prstGeom prst="rect">
            <a:avLst/>
          </a:prstGeom>
          <a:noFill/>
        </p:spPr>
        <p:txBody>
          <a:bodyPr wrap="square">
            <a:spAutoFit/>
          </a:bodyPr>
          <a:lstStyle>
            <a:defPPr>
              <a:defRPr lang="es-ES"/>
            </a:defPPr>
            <a:lvl1pPr>
              <a:defRPr b="1">
                <a:solidFill>
                  <a:srgbClr val="00676B"/>
                </a:solidFill>
                <a:latin typeface="Arial" panose="020B0604020202020204" pitchFamily="34" charset="0"/>
                <a:cs typeface="Arial" panose="020B0604020202020204" pitchFamily="34" charset="0"/>
              </a:defRPr>
            </a:lvl1pPr>
          </a:lstStyle>
          <a:p>
            <a:pPr algn="just"/>
            <a:r>
              <a:rPr lang="es-ES" dirty="0"/>
              <a:t>Software libre </a:t>
            </a:r>
            <a:r>
              <a:rPr lang="es-ES" b="0" dirty="0"/>
              <a:t>son los programas informáticos donde sus </a:t>
            </a:r>
            <a:r>
              <a:rPr lang="es-ES" dirty="0"/>
              <a:t>códigos</a:t>
            </a:r>
            <a:r>
              <a:rPr lang="es-ES" b="0" dirty="0"/>
              <a:t> son </a:t>
            </a:r>
            <a:r>
              <a:rPr lang="es-ES" dirty="0"/>
              <a:t>accesibles</a:t>
            </a:r>
            <a:r>
              <a:rPr lang="es-ES" b="0" dirty="0"/>
              <a:t> por cualquiera para que se pueda utilizar y modificarlo, Arduino ofrece en su plataforma “</a:t>
            </a:r>
            <a:r>
              <a:rPr lang="es-ES" dirty="0"/>
              <a:t>Arduino IDE</a:t>
            </a:r>
            <a:r>
              <a:rPr lang="es-ES" b="0" dirty="0"/>
              <a:t>” (IDE significa en español “Entorno de </a:t>
            </a:r>
            <a:r>
              <a:rPr lang="es-CO" b="0" dirty="0"/>
              <a:t>desarrollo integrado”).</a:t>
            </a:r>
          </a:p>
        </p:txBody>
      </p:sp>
      <p:pic>
        <p:nvPicPr>
          <p:cNvPr id="9" name="Imagen 8" descr="Imagen que contiene Texto&#10;&#10;El contenido generado por IA puede ser incorrecto.">
            <a:extLst>
              <a:ext uri="{FF2B5EF4-FFF2-40B4-BE49-F238E27FC236}">
                <a16:creationId xmlns:a16="http://schemas.microsoft.com/office/drawing/2014/main" id="{AEFB920F-743E-D845-BDB5-D0F1C3BCC21B}"/>
              </a:ext>
            </a:extLst>
          </p:cNvPr>
          <p:cNvPicPr>
            <a:picLocks noChangeAspect="1"/>
          </p:cNvPicPr>
          <p:nvPr/>
        </p:nvPicPr>
        <p:blipFill>
          <a:blip r:embed="rId4"/>
          <a:stretch>
            <a:fillRect/>
          </a:stretch>
        </p:blipFill>
        <p:spPr>
          <a:xfrm>
            <a:off x="5343525" y="1028700"/>
            <a:ext cx="2857500" cy="1600200"/>
          </a:xfrm>
          <a:prstGeom prst="rect">
            <a:avLst/>
          </a:prstGeom>
        </p:spPr>
      </p:pic>
      <p:pic>
        <p:nvPicPr>
          <p:cNvPr id="11" name="Imagen 10" descr="Gráfico, Logotipo, Gráfico de proyección solar&#10;&#10;El contenido generado por IA puede ser incorrecto.">
            <a:extLst>
              <a:ext uri="{FF2B5EF4-FFF2-40B4-BE49-F238E27FC236}">
                <a16:creationId xmlns:a16="http://schemas.microsoft.com/office/drawing/2014/main" id="{F45971A2-5DD9-A2A9-8ED1-4F3DCDB5E026}"/>
              </a:ext>
            </a:extLst>
          </p:cNvPr>
          <p:cNvPicPr>
            <a:picLocks noChangeAspect="1"/>
          </p:cNvPicPr>
          <p:nvPr/>
        </p:nvPicPr>
        <p:blipFill>
          <a:blip r:embed="rId5"/>
          <a:stretch>
            <a:fillRect/>
          </a:stretch>
        </p:blipFill>
        <p:spPr>
          <a:xfrm>
            <a:off x="338900" y="3567982"/>
            <a:ext cx="3643313" cy="1543050"/>
          </a:xfrm>
          <a:prstGeom prst="rect">
            <a:avLst/>
          </a:prstGeom>
        </p:spPr>
      </p:pic>
    </p:spTree>
    <p:custDataLst>
      <p:tags r:id="rId1"/>
    </p:custDataLst>
    <p:extLst>
      <p:ext uri="{BB962C8B-B14F-4D97-AF65-F5344CB8AC3E}">
        <p14:creationId xmlns:p14="http://schemas.microsoft.com/office/powerpoint/2010/main" val="380911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6BC5A-4B55-F5BD-D6BF-A085AAC9A7F8}"/>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56A6374E-1AB4-10EA-B0D0-974F757D2554}"/>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0E2DAD7F-A163-11CA-16B9-BAF661CC636E}"/>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¿Qué son los microncontroladores?</a:t>
            </a:r>
            <a:endParaRPr lang="en-US" dirty="0"/>
          </a:p>
        </p:txBody>
      </p:sp>
      <p:sp>
        <p:nvSpPr>
          <p:cNvPr id="18" name="Marcador de número de diapositiva 3">
            <a:extLst>
              <a:ext uri="{FF2B5EF4-FFF2-40B4-BE49-F238E27FC236}">
                <a16:creationId xmlns:a16="http://schemas.microsoft.com/office/drawing/2014/main" id="{57ECA79B-4DF8-158E-8557-A3E79B1B2D7B}"/>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4</a:t>
            </a:fld>
            <a:endParaRPr lang="es-CO" sz="1200" dirty="0">
              <a:solidFill>
                <a:schemeClr val="bg1"/>
              </a:solidFill>
            </a:endParaRPr>
          </a:p>
        </p:txBody>
      </p:sp>
      <p:sp>
        <p:nvSpPr>
          <p:cNvPr id="19" name="Título 1">
            <a:extLst>
              <a:ext uri="{FF2B5EF4-FFF2-40B4-BE49-F238E27FC236}">
                <a16:creationId xmlns:a16="http://schemas.microsoft.com/office/drawing/2014/main" id="{40A717C4-7538-2EDC-BE42-F213BDDB8B8F}"/>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Microcontrolador</a:t>
            </a:r>
            <a:endParaRPr lang="en-US" dirty="0">
              <a:solidFill>
                <a:schemeClr val="bg1"/>
              </a:solidFill>
            </a:endParaRPr>
          </a:p>
        </p:txBody>
      </p:sp>
      <p:sp>
        <p:nvSpPr>
          <p:cNvPr id="3" name="CuadroTexto 2">
            <a:extLst>
              <a:ext uri="{FF2B5EF4-FFF2-40B4-BE49-F238E27FC236}">
                <a16:creationId xmlns:a16="http://schemas.microsoft.com/office/drawing/2014/main" id="{A170FA37-740D-22D0-921C-82E039104721}"/>
              </a:ext>
            </a:extLst>
          </p:cNvPr>
          <p:cNvSpPr txBox="1"/>
          <p:nvPr/>
        </p:nvSpPr>
        <p:spPr>
          <a:xfrm>
            <a:off x="356004" y="1018451"/>
            <a:ext cx="8590762" cy="2677656"/>
          </a:xfrm>
          <a:prstGeom prst="rect">
            <a:avLst/>
          </a:prstGeom>
          <a:noFill/>
        </p:spPr>
        <p:txBody>
          <a:bodyPr wrap="square">
            <a:spAutoFit/>
          </a:bodyPr>
          <a:lstStyle/>
          <a:p>
            <a:pPr algn="l"/>
            <a:r>
              <a:rPr lang="es-ES" sz="1400" b="0" i="0" u="none" strike="noStrike" baseline="0" dirty="0">
                <a:solidFill>
                  <a:srgbClr val="00676B"/>
                </a:solidFill>
                <a:latin typeface="ArialMT"/>
              </a:rPr>
              <a:t>Un microcontrolador es un circuito integrado o “chip” que tiene la característica de ser </a:t>
            </a:r>
            <a:r>
              <a:rPr lang="es-ES" sz="1400" b="1" i="0" u="none" strike="noStrike" baseline="0" dirty="0">
                <a:solidFill>
                  <a:srgbClr val="00676B"/>
                </a:solidFill>
                <a:latin typeface="ArialMT"/>
              </a:rPr>
              <a:t>programable</a:t>
            </a:r>
            <a:r>
              <a:rPr lang="es-ES" sz="1400" b="0" i="0" u="none" strike="noStrike" baseline="0" dirty="0">
                <a:solidFill>
                  <a:srgbClr val="00676B"/>
                </a:solidFill>
                <a:latin typeface="ArialMT"/>
              </a:rPr>
              <a:t>, esto quiere decir que puede ejecutar de forma autónoma una serie de instrucciones previamente definidas. El microcontrolador debe incluir tres elementos básico </a:t>
            </a:r>
            <a:r>
              <a:rPr lang="es-CO" sz="1400" b="0" i="0" u="none" strike="noStrike" baseline="0" dirty="0">
                <a:solidFill>
                  <a:srgbClr val="00676B"/>
                </a:solidFill>
                <a:latin typeface="ArialMT"/>
              </a:rPr>
              <a:t>como:</a:t>
            </a:r>
          </a:p>
          <a:p>
            <a:pPr algn="l"/>
            <a:endParaRPr lang="es-CO" sz="1400" b="0" i="0" u="none" strike="noStrike" baseline="0" dirty="0">
              <a:solidFill>
                <a:srgbClr val="00676B"/>
              </a:solidFill>
              <a:latin typeface="ArialMT"/>
            </a:endParaRPr>
          </a:p>
          <a:p>
            <a:pPr algn="l"/>
            <a:r>
              <a:rPr lang="es-ES" sz="1400" b="1" i="0" u="none" strike="noStrike" baseline="0" dirty="0">
                <a:solidFill>
                  <a:srgbClr val="00676B"/>
                </a:solidFill>
                <a:latin typeface="Arial-BoldMT"/>
              </a:rPr>
              <a:t>CPU (unidad central de proceso): </a:t>
            </a:r>
            <a:r>
              <a:rPr lang="es-ES" sz="1400" b="0" i="0" u="none" strike="noStrike" baseline="0" dirty="0">
                <a:solidFill>
                  <a:srgbClr val="00676B"/>
                </a:solidFill>
                <a:latin typeface="ArialMT"/>
              </a:rPr>
              <a:t>es la parte encargada de ejecutar cada instrucción y de controlar que dicha ejecución se </a:t>
            </a:r>
            <a:r>
              <a:rPr lang="es-CO" sz="1400" b="0" i="0" u="none" strike="noStrike" baseline="0" dirty="0">
                <a:solidFill>
                  <a:srgbClr val="00676B"/>
                </a:solidFill>
                <a:latin typeface="ArialMT"/>
              </a:rPr>
              <a:t>realice correctamente.</a:t>
            </a:r>
          </a:p>
          <a:p>
            <a:pPr algn="l"/>
            <a:endParaRPr lang="es-CO" sz="1400" b="0" i="0" u="none" strike="noStrike" baseline="0" dirty="0">
              <a:solidFill>
                <a:srgbClr val="00676B"/>
              </a:solidFill>
              <a:latin typeface="ArialMT"/>
            </a:endParaRPr>
          </a:p>
          <a:p>
            <a:pPr algn="l"/>
            <a:r>
              <a:rPr lang="es-ES" sz="1400" b="1" i="0" u="none" strike="noStrike" baseline="0" dirty="0">
                <a:solidFill>
                  <a:srgbClr val="00676B"/>
                </a:solidFill>
                <a:latin typeface="Arial-BoldMT"/>
              </a:rPr>
              <a:t>Diferentes tipos de memorias: </a:t>
            </a:r>
            <a:r>
              <a:rPr lang="es-ES" sz="1400" b="0" i="0" u="none" strike="noStrike" baseline="0" dirty="0">
                <a:solidFill>
                  <a:srgbClr val="00676B"/>
                </a:solidFill>
                <a:latin typeface="ArialMT"/>
              </a:rPr>
              <a:t>son en general las encargadas de alojar tanto instrucciones como los diferentes datos que estas necesitan. </a:t>
            </a:r>
          </a:p>
          <a:p>
            <a:pPr algn="l"/>
            <a:endParaRPr lang="es-ES" sz="1400" b="0" i="0" u="none" strike="noStrike" baseline="0" dirty="0">
              <a:solidFill>
                <a:srgbClr val="00676B"/>
              </a:solidFill>
              <a:latin typeface="ArialMT"/>
            </a:endParaRPr>
          </a:p>
          <a:p>
            <a:pPr algn="l"/>
            <a:r>
              <a:rPr lang="es-CO" sz="1400" b="1" i="0" u="none" strike="noStrike" baseline="0" dirty="0">
                <a:solidFill>
                  <a:srgbClr val="00676B"/>
                </a:solidFill>
                <a:latin typeface="Arial-BoldMT"/>
              </a:rPr>
              <a:t>Diferentes pines de E/S: </a:t>
            </a:r>
            <a:r>
              <a:rPr lang="es-CO" sz="1400" b="0" i="0" u="none" strike="noStrike" baseline="0" dirty="0">
                <a:solidFill>
                  <a:srgbClr val="00676B"/>
                </a:solidFill>
                <a:latin typeface="ArialMT"/>
              </a:rPr>
              <a:t>es las encargada de comunicar al microcontrolador con </a:t>
            </a:r>
            <a:r>
              <a:rPr lang="es-CO" sz="1400" dirty="0">
                <a:solidFill>
                  <a:srgbClr val="00676B"/>
                </a:solidFill>
                <a:latin typeface="ArialMT"/>
              </a:rPr>
              <a:t>los sensores/actuadores</a:t>
            </a:r>
            <a:r>
              <a:rPr lang="es-CO" sz="1400" b="0" i="0" u="none" strike="noStrike" baseline="0" dirty="0">
                <a:solidFill>
                  <a:srgbClr val="00676B"/>
                </a:solidFill>
                <a:latin typeface="ArialMT"/>
              </a:rPr>
              <a:t>.</a:t>
            </a:r>
            <a:endParaRPr lang="es-CO" sz="1400" dirty="0"/>
          </a:p>
        </p:txBody>
      </p:sp>
      <p:pic>
        <p:nvPicPr>
          <p:cNvPr id="5" name="Imagen 4" descr="Un circuito electrónico&#10;&#10;El contenido generado por IA puede ser incorrecto.">
            <a:extLst>
              <a:ext uri="{FF2B5EF4-FFF2-40B4-BE49-F238E27FC236}">
                <a16:creationId xmlns:a16="http://schemas.microsoft.com/office/drawing/2014/main" id="{16DEAA4E-4344-5DA5-27F4-0EDE9BE0D778}"/>
              </a:ext>
            </a:extLst>
          </p:cNvPr>
          <p:cNvPicPr>
            <a:picLocks noChangeAspect="1"/>
          </p:cNvPicPr>
          <p:nvPr/>
        </p:nvPicPr>
        <p:blipFill>
          <a:blip r:embed="rId4"/>
          <a:stretch>
            <a:fillRect/>
          </a:stretch>
        </p:blipFill>
        <p:spPr>
          <a:xfrm>
            <a:off x="1076237" y="3619339"/>
            <a:ext cx="3061048" cy="2197833"/>
          </a:xfrm>
          <a:prstGeom prst="rect">
            <a:avLst/>
          </a:prstGeom>
        </p:spPr>
      </p:pic>
      <p:pic>
        <p:nvPicPr>
          <p:cNvPr id="7" name="Imagen 6" descr="Un dibujo de una persona&#10;&#10;El contenido generado por IA puede ser incorrecto.">
            <a:extLst>
              <a:ext uri="{FF2B5EF4-FFF2-40B4-BE49-F238E27FC236}">
                <a16:creationId xmlns:a16="http://schemas.microsoft.com/office/drawing/2014/main" id="{DE4CEF4B-9250-A5B0-49D9-ABAFC3AEB496}"/>
              </a:ext>
            </a:extLst>
          </p:cNvPr>
          <p:cNvPicPr>
            <a:picLocks noChangeAspect="1"/>
          </p:cNvPicPr>
          <p:nvPr/>
        </p:nvPicPr>
        <p:blipFill>
          <a:blip r:embed="rId5"/>
          <a:stretch>
            <a:fillRect/>
          </a:stretch>
        </p:blipFill>
        <p:spPr>
          <a:xfrm>
            <a:off x="5370619" y="3759028"/>
            <a:ext cx="2627084" cy="2017600"/>
          </a:xfrm>
          <a:prstGeom prst="rect">
            <a:avLst/>
          </a:prstGeom>
        </p:spPr>
      </p:pic>
    </p:spTree>
    <p:custDataLst>
      <p:tags r:id="rId1"/>
    </p:custDataLst>
    <p:extLst>
      <p:ext uri="{BB962C8B-B14F-4D97-AF65-F5344CB8AC3E}">
        <p14:creationId xmlns:p14="http://schemas.microsoft.com/office/powerpoint/2010/main" val="1564561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DE3F4-007F-0F60-0BC4-131B23380A58}"/>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D63B36E5-2AB6-57F0-B682-BFCECF7CAD23}"/>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4765B6AF-3168-7C76-D816-B9F2B20ACC5D}"/>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Algunas tarjetas de la familia Arduino</a:t>
            </a:r>
            <a:endParaRPr lang="en-US" dirty="0"/>
          </a:p>
        </p:txBody>
      </p:sp>
      <p:sp>
        <p:nvSpPr>
          <p:cNvPr id="18" name="Marcador de número de diapositiva 3">
            <a:extLst>
              <a:ext uri="{FF2B5EF4-FFF2-40B4-BE49-F238E27FC236}">
                <a16:creationId xmlns:a16="http://schemas.microsoft.com/office/drawing/2014/main" id="{6E6E62F5-DBCB-CCAB-333F-1E77A863A017}"/>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5</a:t>
            </a:fld>
            <a:endParaRPr lang="es-CO" sz="1200" dirty="0">
              <a:solidFill>
                <a:schemeClr val="bg1"/>
              </a:solidFill>
            </a:endParaRPr>
          </a:p>
        </p:txBody>
      </p:sp>
      <p:sp>
        <p:nvSpPr>
          <p:cNvPr id="19" name="Título 1">
            <a:extLst>
              <a:ext uri="{FF2B5EF4-FFF2-40B4-BE49-F238E27FC236}">
                <a16:creationId xmlns:a16="http://schemas.microsoft.com/office/drawing/2014/main" id="{6B83CBDF-AE52-6658-6E48-FE235443CD88}"/>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Microcontrolador</a:t>
            </a:r>
            <a:endParaRPr lang="en-US" dirty="0">
              <a:solidFill>
                <a:schemeClr val="bg1"/>
              </a:solidFill>
            </a:endParaRPr>
          </a:p>
        </p:txBody>
      </p:sp>
      <p:pic>
        <p:nvPicPr>
          <p:cNvPr id="3" name="Imagen 2" descr="Diagrama&#10;&#10;El contenido generado por IA puede ser incorrecto.">
            <a:extLst>
              <a:ext uri="{FF2B5EF4-FFF2-40B4-BE49-F238E27FC236}">
                <a16:creationId xmlns:a16="http://schemas.microsoft.com/office/drawing/2014/main" id="{B81CC8DE-8D80-54A0-A270-A5F1B60DFADC}"/>
              </a:ext>
            </a:extLst>
          </p:cNvPr>
          <p:cNvPicPr>
            <a:picLocks noChangeAspect="1"/>
          </p:cNvPicPr>
          <p:nvPr/>
        </p:nvPicPr>
        <p:blipFill>
          <a:blip r:embed="rId4"/>
          <a:stretch>
            <a:fillRect/>
          </a:stretch>
        </p:blipFill>
        <p:spPr>
          <a:xfrm>
            <a:off x="1390533" y="965835"/>
            <a:ext cx="6000750" cy="4286250"/>
          </a:xfrm>
          <a:prstGeom prst="rect">
            <a:avLst/>
          </a:prstGeom>
        </p:spPr>
      </p:pic>
    </p:spTree>
    <p:custDataLst>
      <p:tags r:id="rId1"/>
    </p:custDataLst>
    <p:extLst>
      <p:ext uri="{BB962C8B-B14F-4D97-AF65-F5344CB8AC3E}">
        <p14:creationId xmlns:p14="http://schemas.microsoft.com/office/powerpoint/2010/main" val="3974897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215D7-F4E6-C775-422D-342EFF76C777}"/>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D04F16CB-BED8-13FE-4402-909B99804567}"/>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1ED95E60-7138-E800-EDB5-3C513B724A18}"/>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Arquitectura de Arduino Uno</a:t>
            </a:r>
            <a:endParaRPr lang="en-US" dirty="0"/>
          </a:p>
        </p:txBody>
      </p:sp>
      <p:sp>
        <p:nvSpPr>
          <p:cNvPr id="18" name="Marcador de número de diapositiva 3">
            <a:extLst>
              <a:ext uri="{FF2B5EF4-FFF2-40B4-BE49-F238E27FC236}">
                <a16:creationId xmlns:a16="http://schemas.microsoft.com/office/drawing/2014/main" id="{125BA1CA-96A0-B678-D22B-D6C85410DBA2}"/>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6</a:t>
            </a:fld>
            <a:endParaRPr lang="es-CO" sz="1200" dirty="0">
              <a:solidFill>
                <a:schemeClr val="bg1"/>
              </a:solidFill>
            </a:endParaRPr>
          </a:p>
        </p:txBody>
      </p:sp>
      <p:sp>
        <p:nvSpPr>
          <p:cNvPr id="19" name="Título 1">
            <a:extLst>
              <a:ext uri="{FF2B5EF4-FFF2-40B4-BE49-F238E27FC236}">
                <a16:creationId xmlns:a16="http://schemas.microsoft.com/office/drawing/2014/main" id="{770391B5-8CAC-BAB2-6678-FF37705B889E}"/>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Microcontrolador</a:t>
            </a:r>
            <a:endParaRPr lang="en-US" sz="1600" dirty="0">
              <a:solidFill>
                <a:schemeClr val="bg1"/>
              </a:solidFill>
            </a:endParaRPr>
          </a:p>
        </p:txBody>
      </p:sp>
      <p:pic>
        <p:nvPicPr>
          <p:cNvPr id="3" name="Imagen 2" descr="Imagen de la pantalla de un computador&#10;&#10;El contenido generado por IA puede ser incorrecto.">
            <a:extLst>
              <a:ext uri="{FF2B5EF4-FFF2-40B4-BE49-F238E27FC236}">
                <a16:creationId xmlns:a16="http://schemas.microsoft.com/office/drawing/2014/main" id="{B6B78331-C2BE-7632-BAC0-31637BEE5684}"/>
              </a:ext>
            </a:extLst>
          </p:cNvPr>
          <p:cNvPicPr>
            <a:picLocks noChangeAspect="1"/>
          </p:cNvPicPr>
          <p:nvPr/>
        </p:nvPicPr>
        <p:blipFill>
          <a:blip r:embed="rId4"/>
          <a:stretch>
            <a:fillRect/>
          </a:stretch>
        </p:blipFill>
        <p:spPr>
          <a:xfrm>
            <a:off x="1725432" y="517073"/>
            <a:ext cx="5330952" cy="5330952"/>
          </a:xfrm>
          <a:prstGeom prst="rect">
            <a:avLst/>
          </a:prstGeom>
        </p:spPr>
      </p:pic>
    </p:spTree>
    <p:custDataLst>
      <p:tags r:id="rId1"/>
    </p:custDataLst>
    <p:extLst>
      <p:ext uri="{BB962C8B-B14F-4D97-AF65-F5344CB8AC3E}">
        <p14:creationId xmlns:p14="http://schemas.microsoft.com/office/powerpoint/2010/main" val="3959716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43982-12B8-0D6F-B684-F9B6DAE67BA5}"/>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8EAC3925-B51D-711F-08A3-C4D9A3E691E1}"/>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B2900AFA-A5F3-AE23-766F-350A39F2F6FC}"/>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Hardware Arduino</a:t>
            </a:r>
            <a:endParaRPr lang="en-US" dirty="0"/>
          </a:p>
        </p:txBody>
      </p:sp>
      <p:sp>
        <p:nvSpPr>
          <p:cNvPr id="18" name="Marcador de número de diapositiva 3">
            <a:extLst>
              <a:ext uri="{FF2B5EF4-FFF2-40B4-BE49-F238E27FC236}">
                <a16:creationId xmlns:a16="http://schemas.microsoft.com/office/drawing/2014/main" id="{D8C4DA24-49EE-60E0-53B3-18E8D570796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7</a:t>
            </a:fld>
            <a:endParaRPr lang="es-CO" sz="1200" dirty="0">
              <a:solidFill>
                <a:schemeClr val="bg1"/>
              </a:solidFill>
            </a:endParaRPr>
          </a:p>
        </p:txBody>
      </p:sp>
      <p:sp>
        <p:nvSpPr>
          <p:cNvPr id="19" name="Título 1">
            <a:extLst>
              <a:ext uri="{FF2B5EF4-FFF2-40B4-BE49-F238E27FC236}">
                <a16:creationId xmlns:a16="http://schemas.microsoft.com/office/drawing/2014/main" id="{99B3CFD6-EDEF-18C0-E82F-3E4D70FD3496}"/>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Microcontrolador</a:t>
            </a:r>
            <a:endParaRPr lang="en-US" sz="1600" dirty="0">
              <a:solidFill>
                <a:schemeClr val="bg1"/>
              </a:solidFill>
            </a:endParaRPr>
          </a:p>
        </p:txBody>
      </p:sp>
      <p:sp>
        <p:nvSpPr>
          <p:cNvPr id="3" name="CuadroTexto 2">
            <a:extLst>
              <a:ext uri="{FF2B5EF4-FFF2-40B4-BE49-F238E27FC236}">
                <a16:creationId xmlns:a16="http://schemas.microsoft.com/office/drawing/2014/main" id="{6252201D-7D6B-6697-E354-E56A198E4F0D}"/>
              </a:ext>
            </a:extLst>
          </p:cNvPr>
          <p:cNvSpPr txBox="1"/>
          <p:nvPr/>
        </p:nvSpPr>
        <p:spPr>
          <a:xfrm>
            <a:off x="521208" y="1051670"/>
            <a:ext cx="7882128" cy="1384995"/>
          </a:xfrm>
          <a:prstGeom prst="rect">
            <a:avLst/>
          </a:prstGeom>
          <a:noFill/>
        </p:spPr>
        <p:txBody>
          <a:bodyPr wrap="square">
            <a:spAutoFit/>
          </a:bodyPr>
          <a:lstStyle>
            <a:defPPr>
              <a:defRPr lang="es-ES"/>
            </a:defPPr>
            <a:lvl1pPr>
              <a:defRPr sz="1400" b="0" i="0" u="none" strike="noStrike" baseline="0">
                <a:solidFill>
                  <a:srgbClr val="00676B"/>
                </a:solidFill>
                <a:latin typeface="ArialMT"/>
              </a:defRPr>
            </a:lvl1pPr>
          </a:lstStyle>
          <a:p>
            <a:pPr algn="just"/>
            <a:r>
              <a:rPr lang="es-ES" dirty="0"/>
              <a:t>En cuando a la </a:t>
            </a:r>
            <a:r>
              <a:rPr lang="es-ES" b="1" dirty="0"/>
              <a:t>Memoria del Arduino</a:t>
            </a:r>
            <a:r>
              <a:rPr lang="es-ES" dirty="0"/>
              <a:t>, debemos de saber que para guardar nuestro</a:t>
            </a:r>
          </a:p>
          <a:p>
            <a:pPr algn="just"/>
            <a:r>
              <a:rPr lang="es-ES" dirty="0"/>
              <a:t>programa dentro de la tarjeta tiene limites como un USB para guardar cierta cantidad de datos.</a:t>
            </a:r>
          </a:p>
          <a:p>
            <a:pPr algn="just"/>
            <a:r>
              <a:rPr lang="es-ES" dirty="0"/>
              <a:t>ya que el microcontrolador “ATmega328” tiene 32 KB, 0.5 KB ocupa el gestor de</a:t>
            </a:r>
          </a:p>
          <a:p>
            <a:pPr algn="just"/>
            <a:r>
              <a:rPr lang="es-CO" dirty="0"/>
              <a:t>arranque, 2 KB de SRAM (algo parecido de la RAM de computadoras) y 1 KB de EEPROM (seria</a:t>
            </a:r>
          </a:p>
          <a:p>
            <a:pPr algn="just"/>
            <a:r>
              <a:rPr lang="es-ES" dirty="0"/>
              <a:t>como un pequeño disco duro).</a:t>
            </a:r>
          </a:p>
          <a:p>
            <a:pPr algn="just"/>
            <a:endParaRPr lang="es-ES" dirty="0"/>
          </a:p>
        </p:txBody>
      </p:sp>
      <p:pic>
        <p:nvPicPr>
          <p:cNvPr id="5" name="Imagen 4">
            <a:extLst>
              <a:ext uri="{FF2B5EF4-FFF2-40B4-BE49-F238E27FC236}">
                <a16:creationId xmlns:a16="http://schemas.microsoft.com/office/drawing/2014/main" id="{85D5FFBC-D69F-FF7A-D2F5-202BB9D91D6D}"/>
              </a:ext>
            </a:extLst>
          </p:cNvPr>
          <p:cNvPicPr>
            <a:picLocks noChangeAspect="1"/>
          </p:cNvPicPr>
          <p:nvPr/>
        </p:nvPicPr>
        <p:blipFill>
          <a:blip r:embed="rId4"/>
          <a:stretch>
            <a:fillRect/>
          </a:stretch>
        </p:blipFill>
        <p:spPr>
          <a:xfrm>
            <a:off x="344338" y="2600266"/>
            <a:ext cx="3206063" cy="3206063"/>
          </a:xfrm>
          <a:prstGeom prst="rect">
            <a:avLst/>
          </a:prstGeom>
        </p:spPr>
      </p:pic>
      <p:sp>
        <p:nvSpPr>
          <p:cNvPr id="7" name="CuadroTexto 6">
            <a:extLst>
              <a:ext uri="{FF2B5EF4-FFF2-40B4-BE49-F238E27FC236}">
                <a16:creationId xmlns:a16="http://schemas.microsoft.com/office/drawing/2014/main" id="{A035A328-47B6-D507-FB1B-4C3AEFA9EC99}"/>
              </a:ext>
            </a:extLst>
          </p:cNvPr>
          <p:cNvSpPr txBox="1"/>
          <p:nvPr/>
        </p:nvSpPr>
        <p:spPr>
          <a:xfrm>
            <a:off x="4211239" y="3372658"/>
            <a:ext cx="4608576" cy="1384995"/>
          </a:xfrm>
          <a:prstGeom prst="rect">
            <a:avLst/>
          </a:prstGeom>
          <a:noFill/>
        </p:spPr>
        <p:txBody>
          <a:bodyPr wrap="square">
            <a:spAutoFit/>
          </a:bodyPr>
          <a:lstStyle>
            <a:defPPr>
              <a:defRPr lang="es-ES"/>
            </a:defPPr>
            <a:lvl1pPr>
              <a:defRPr sz="1400" b="0" i="0" u="none" strike="noStrike" baseline="0">
                <a:solidFill>
                  <a:srgbClr val="00676B"/>
                </a:solidFill>
                <a:latin typeface="ArialMT"/>
              </a:defRPr>
            </a:lvl1pPr>
          </a:lstStyle>
          <a:p>
            <a:pPr algn="just"/>
            <a:r>
              <a:rPr lang="es-ES" dirty="0"/>
              <a:t>La </a:t>
            </a:r>
            <a:r>
              <a:rPr lang="es-ES" b="1" dirty="0"/>
              <a:t>alimentación del Arduino</a:t>
            </a:r>
            <a:r>
              <a:rPr lang="es-ES" dirty="0"/>
              <a:t>, existe ciertas maneras de alimentar la placa de desarrollo…</a:t>
            </a:r>
          </a:p>
          <a:p>
            <a:pPr algn="just"/>
            <a:r>
              <a:rPr lang="es-ES" dirty="0"/>
              <a:t>el mas común seria por USB que lo alimenta con 5V que es lo recomendable. De otro lado, se tienen los</a:t>
            </a:r>
          </a:p>
          <a:p>
            <a:pPr algn="just"/>
            <a:r>
              <a:rPr lang="es-ES" dirty="0"/>
              <a:t>adaptadores de AC/DC también alimentaria con energía desde un rango de 7 V a 12 V,</a:t>
            </a:r>
            <a:endParaRPr lang="es-CO" dirty="0"/>
          </a:p>
        </p:txBody>
      </p:sp>
    </p:spTree>
    <p:custDataLst>
      <p:tags r:id="rId1"/>
    </p:custDataLst>
    <p:extLst>
      <p:ext uri="{BB962C8B-B14F-4D97-AF65-F5344CB8AC3E}">
        <p14:creationId xmlns:p14="http://schemas.microsoft.com/office/powerpoint/2010/main" val="1341294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35D3E-0745-B5E9-FF8C-FE2AFD6E6776}"/>
            </a:ext>
          </a:extLst>
        </p:cNvPr>
        <p:cNvGrpSpPr/>
        <p:nvPr/>
      </p:nvGrpSpPr>
      <p:grpSpPr>
        <a:xfrm>
          <a:off x="0" y="0"/>
          <a:ext cx="0" cy="0"/>
          <a:chOff x="0" y="0"/>
          <a:chExt cx="0" cy="0"/>
        </a:xfrm>
      </p:grpSpPr>
      <p:cxnSp>
        <p:nvCxnSpPr>
          <p:cNvPr id="15" name="Google Shape;739;p24">
            <a:extLst>
              <a:ext uri="{FF2B5EF4-FFF2-40B4-BE49-F238E27FC236}">
                <a16:creationId xmlns:a16="http://schemas.microsoft.com/office/drawing/2014/main" id="{0E09CF70-E9DA-5C71-BD7E-EA98298B64B4}"/>
              </a:ext>
            </a:extLst>
          </p:cNvPr>
          <p:cNvCxnSpPr/>
          <p:nvPr/>
        </p:nvCxnSpPr>
        <p:spPr>
          <a:xfrm rot="10800000">
            <a:off x="450150" y="4677857"/>
            <a:ext cx="8243700" cy="0"/>
          </a:xfrm>
          <a:prstGeom prst="straightConnector1">
            <a:avLst/>
          </a:prstGeom>
          <a:noFill/>
          <a:ln w="19050" cap="flat" cmpd="sng">
            <a:solidFill>
              <a:schemeClr val="dk1"/>
            </a:solidFill>
            <a:prstDash val="solid"/>
            <a:round/>
            <a:headEnd type="oval" w="med" len="med"/>
            <a:tailEnd type="oval" w="med" len="med"/>
          </a:ln>
        </p:spPr>
      </p:cxnSp>
      <p:sp>
        <p:nvSpPr>
          <p:cNvPr id="28" name="Rectángulo 3">
            <a:extLst>
              <a:ext uri="{FF2B5EF4-FFF2-40B4-BE49-F238E27FC236}">
                <a16:creationId xmlns:a16="http://schemas.microsoft.com/office/drawing/2014/main" id="{D376AF06-2A00-4B71-37B2-7F4227179F19}"/>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225BB58E-9D8A-C92B-DE8B-D062BCEBBBC8}"/>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¿Que función tiene el IDE de Arduino?</a:t>
            </a:r>
            <a:endParaRPr lang="en-US" dirty="0"/>
          </a:p>
        </p:txBody>
      </p:sp>
      <p:sp>
        <p:nvSpPr>
          <p:cNvPr id="18" name="Marcador de número de diapositiva 3">
            <a:extLst>
              <a:ext uri="{FF2B5EF4-FFF2-40B4-BE49-F238E27FC236}">
                <a16:creationId xmlns:a16="http://schemas.microsoft.com/office/drawing/2014/main" id="{5224E8A5-2743-F3FC-AE2D-205024D8EDB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8</a:t>
            </a:fld>
            <a:endParaRPr lang="es-CO" sz="1200" dirty="0">
              <a:solidFill>
                <a:schemeClr val="bg1"/>
              </a:solidFill>
            </a:endParaRPr>
          </a:p>
        </p:txBody>
      </p:sp>
      <p:sp>
        <p:nvSpPr>
          <p:cNvPr id="19" name="Título 1">
            <a:extLst>
              <a:ext uri="{FF2B5EF4-FFF2-40B4-BE49-F238E27FC236}">
                <a16:creationId xmlns:a16="http://schemas.microsoft.com/office/drawing/2014/main" id="{2E91E88D-E4FD-3845-3E4E-12062F5879C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Microcontrolador</a:t>
            </a:r>
            <a:endParaRPr lang="en-US" sz="1600" dirty="0">
              <a:solidFill>
                <a:schemeClr val="bg1"/>
              </a:solidFill>
            </a:endParaRPr>
          </a:p>
        </p:txBody>
      </p:sp>
      <p:sp>
        <p:nvSpPr>
          <p:cNvPr id="3" name="CuadroTexto 2">
            <a:extLst>
              <a:ext uri="{FF2B5EF4-FFF2-40B4-BE49-F238E27FC236}">
                <a16:creationId xmlns:a16="http://schemas.microsoft.com/office/drawing/2014/main" id="{AFFB5A1E-F020-6C95-6934-7CAD8D138D4D}"/>
              </a:ext>
            </a:extLst>
          </p:cNvPr>
          <p:cNvSpPr txBox="1"/>
          <p:nvPr/>
        </p:nvSpPr>
        <p:spPr>
          <a:xfrm>
            <a:off x="596148" y="959995"/>
            <a:ext cx="7589520" cy="1200329"/>
          </a:xfrm>
          <a:prstGeom prst="rect">
            <a:avLst/>
          </a:prstGeom>
          <a:noFill/>
        </p:spPr>
        <p:txBody>
          <a:bodyPr wrap="square">
            <a:spAutoFit/>
          </a:bodyPr>
          <a:lstStyle/>
          <a:p>
            <a:pPr algn="just"/>
            <a:r>
              <a:rPr lang="es-ES" sz="1800" b="0" i="0" u="none" strike="noStrike" baseline="0" dirty="0">
                <a:solidFill>
                  <a:srgbClr val="00676B"/>
                </a:solidFill>
                <a:latin typeface="ArialMT"/>
              </a:rPr>
              <a:t>El IDE o mejor dicho “Entorno de desarrollo integrado”, seria una herramienta de software </a:t>
            </a:r>
            <a:r>
              <a:rPr lang="es-CO" sz="1800" b="0" i="0" u="none" strike="noStrike" baseline="0" dirty="0">
                <a:solidFill>
                  <a:srgbClr val="00676B"/>
                </a:solidFill>
                <a:latin typeface="ArialMT"/>
              </a:rPr>
              <a:t>que asiste a los programadores a desarrollar código de software de manera eficiente como </a:t>
            </a:r>
            <a:r>
              <a:rPr lang="es-ES" sz="1800" b="0" i="0" u="none" strike="noStrike" baseline="0" dirty="0">
                <a:solidFill>
                  <a:srgbClr val="00676B"/>
                </a:solidFill>
                <a:latin typeface="ArialMT"/>
              </a:rPr>
              <a:t>básicamente escribir y probar sus propios programas con comodidad.</a:t>
            </a:r>
            <a:endParaRPr lang="es-CO" dirty="0"/>
          </a:p>
        </p:txBody>
      </p:sp>
      <p:sp>
        <p:nvSpPr>
          <p:cNvPr id="4" name="CuadroTexto 3">
            <a:extLst>
              <a:ext uri="{FF2B5EF4-FFF2-40B4-BE49-F238E27FC236}">
                <a16:creationId xmlns:a16="http://schemas.microsoft.com/office/drawing/2014/main" id="{77E975E9-6C33-A08A-1DDE-092F045827E3}"/>
              </a:ext>
            </a:extLst>
          </p:cNvPr>
          <p:cNvSpPr txBox="1"/>
          <p:nvPr/>
        </p:nvSpPr>
        <p:spPr>
          <a:xfrm>
            <a:off x="740664" y="2944368"/>
            <a:ext cx="4610825" cy="369332"/>
          </a:xfrm>
          <a:prstGeom prst="rect">
            <a:avLst/>
          </a:prstGeom>
          <a:noFill/>
        </p:spPr>
        <p:txBody>
          <a:bodyPr wrap="square">
            <a:spAutoFit/>
          </a:bodyPr>
          <a:lstStyle>
            <a:defPPr>
              <a:defRPr lang="es-ES"/>
            </a:defPPr>
            <a:lvl1pPr algn="just">
              <a:defRPr b="0" i="0" u="none" strike="noStrike" baseline="0">
                <a:solidFill>
                  <a:srgbClr val="00676B"/>
                </a:solidFill>
                <a:latin typeface="ArialMT"/>
              </a:defRPr>
            </a:lvl1pPr>
          </a:lstStyle>
          <a:p>
            <a:r>
              <a:rPr lang="es-ES" dirty="0"/>
              <a:t>Instalación del IDE Arduino</a:t>
            </a:r>
            <a:endParaRPr lang="es-CO" dirty="0"/>
          </a:p>
        </p:txBody>
      </p:sp>
      <p:sp>
        <p:nvSpPr>
          <p:cNvPr id="6" name="Google Shape;768;p24">
            <a:extLst>
              <a:ext uri="{FF2B5EF4-FFF2-40B4-BE49-F238E27FC236}">
                <a16:creationId xmlns:a16="http://schemas.microsoft.com/office/drawing/2014/main" id="{7D262EA0-38D1-67FF-0991-F0BD306847E9}"/>
              </a:ext>
            </a:extLst>
          </p:cNvPr>
          <p:cNvSpPr/>
          <p:nvPr/>
        </p:nvSpPr>
        <p:spPr>
          <a:xfrm>
            <a:off x="2550383" y="4433507"/>
            <a:ext cx="488700" cy="488700"/>
          </a:xfrm>
          <a:prstGeom prst="ellipse">
            <a:avLst/>
          </a:prstGeom>
          <a:solidFill>
            <a:srgbClr val="43AA8B"/>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FFFFFF"/>
                </a:solidFill>
                <a:effectLst/>
                <a:uLnTx/>
                <a:uFillTx/>
                <a:latin typeface="Fira Sans Extra Condensed Medium"/>
                <a:ea typeface="Fira Sans Extra Condensed Medium"/>
                <a:cs typeface="Fira Sans Extra Condensed Medium"/>
                <a:sym typeface="Fira Sans Extra Condensed Medium"/>
              </a:rPr>
              <a:t>2</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8" name="Google Shape;755;p24">
            <a:extLst>
              <a:ext uri="{FF2B5EF4-FFF2-40B4-BE49-F238E27FC236}">
                <a16:creationId xmlns:a16="http://schemas.microsoft.com/office/drawing/2014/main" id="{214DAA39-73A1-3223-3BD1-2C06CBDCFC40}"/>
              </a:ext>
            </a:extLst>
          </p:cNvPr>
          <p:cNvSpPr/>
          <p:nvPr/>
        </p:nvSpPr>
        <p:spPr>
          <a:xfrm>
            <a:off x="891047" y="4449393"/>
            <a:ext cx="488700" cy="488700"/>
          </a:xfrm>
          <a:prstGeom prst="ellipse">
            <a:avLst/>
          </a:prstGeom>
          <a:solidFill>
            <a:srgbClr val="344E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FFFFFF"/>
                </a:solidFill>
                <a:effectLst/>
                <a:uLnTx/>
                <a:uFillTx/>
                <a:latin typeface="Fira Sans Extra Condensed Medium"/>
                <a:ea typeface="Fira Sans Extra Condensed Medium"/>
                <a:cs typeface="Fira Sans Extra Condensed Medium"/>
                <a:sym typeface="Fira Sans Extra Condensed Medium"/>
              </a:rPr>
              <a:t>1</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9" name="Google Shape;789;p24">
            <a:extLst>
              <a:ext uri="{FF2B5EF4-FFF2-40B4-BE49-F238E27FC236}">
                <a16:creationId xmlns:a16="http://schemas.microsoft.com/office/drawing/2014/main" id="{3857C718-8F83-A65B-AE5E-1C36EC266A13}"/>
              </a:ext>
            </a:extLst>
          </p:cNvPr>
          <p:cNvSpPr/>
          <p:nvPr/>
        </p:nvSpPr>
        <p:spPr>
          <a:xfrm>
            <a:off x="4143764" y="4449393"/>
            <a:ext cx="488700" cy="488700"/>
          </a:xfrm>
          <a:prstGeom prst="ellipse">
            <a:avLst/>
          </a:prstGeom>
          <a:solidFill>
            <a:srgbClr val="F9C74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FFFFFF"/>
                </a:solidFill>
                <a:effectLst/>
                <a:uLnTx/>
                <a:uFillTx/>
                <a:latin typeface="Fira Sans Extra Condensed Medium"/>
                <a:ea typeface="Fira Sans Extra Condensed Medium"/>
                <a:cs typeface="Fira Sans Extra Condensed Medium"/>
                <a:sym typeface="Fira Sans Extra Condensed Medium"/>
              </a:rPr>
              <a:t>3</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3" name="Google Shape;784;p24">
            <a:extLst>
              <a:ext uri="{FF2B5EF4-FFF2-40B4-BE49-F238E27FC236}">
                <a16:creationId xmlns:a16="http://schemas.microsoft.com/office/drawing/2014/main" id="{679C7F73-349E-1B82-B0A5-B4CC3E45903E}"/>
              </a:ext>
            </a:extLst>
          </p:cNvPr>
          <p:cNvSpPr/>
          <p:nvPr/>
        </p:nvSpPr>
        <p:spPr>
          <a:xfrm>
            <a:off x="5885775" y="4416525"/>
            <a:ext cx="488700" cy="488700"/>
          </a:xfrm>
          <a:prstGeom prst="ellipse">
            <a:avLst/>
          </a:prstGeom>
          <a:solidFill>
            <a:srgbClr val="F8961E"/>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a:ln>
                  <a:noFill/>
                </a:ln>
                <a:solidFill>
                  <a:srgbClr val="FFFFFF"/>
                </a:solidFill>
                <a:effectLst/>
                <a:uLnTx/>
                <a:uFillTx/>
                <a:latin typeface="Fira Sans Extra Condensed Medium"/>
                <a:ea typeface="Fira Sans Extra Condensed Medium"/>
                <a:cs typeface="Fira Sans Extra Condensed Medium"/>
                <a:sym typeface="Fira Sans Extra Condensed Medium"/>
              </a:rPr>
              <a:t>4</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857;p24">
            <a:extLst>
              <a:ext uri="{FF2B5EF4-FFF2-40B4-BE49-F238E27FC236}">
                <a16:creationId xmlns:a16="http://schemas.microsoft.com/office/drawing/2014/main" id="{FD52997D-AA9C-9997-6D70-AC5CD0669413}"/>
              </a:ext>
            </a:extLst>
          </p:cNvPr>
          <p:cNvSpPr/>
          <p:nvPr/>
        </p:nvSpPr>
        <p:spPr>
          <a:xfrm>
            <a:off x="7632606" y="4449393"/>
            <a:ext cx="488700" cy="488700"/>
          </a:xfrm>
          <a:prstGeom prst="ellipse">
            <a:avLst/>
          </a:prstGeom>
          <a:solidFill>
            <a:srgbClr val="F94144"/>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FFFFFF"/>
                </a:solidFill>
                <a:effectLst/>
                <a:uLnTx/>
                <a:uFillTx/>
                <a:latin typeface="Fira Sans Extra Condensed Medium"/>
                <a:ea typeface="Fira Sans Extra Condensed Medium"/>
                <a:cs typeface="Fira Sans Extra Condensed Medium"/>
                <a:sym typeface="Fira Sans Extra Condensed Medium"/>
              </a:rPr>
              <a:t>5</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6" name="Google Shape;756;p24">
            <a:extLst>
              <a:ext uri="{FF2B5EF4-FFF2-40B4-BE49-F238E27FC236}">
                <a16:creationId xmlns:a16="http://schemas.microsoft.com/office/drawing/2014/main" id="{206D520A-9CC5-AA3E-1477-54CE3ADDECEE}"/>
              </a:ext>
            </a:extLst>
          </p:cNvPr>
          <p:cNvSpPr/>
          <p:nvPr/>
        </p:nvSpPr>
        <p:spPr>
          <a:xfrm>
            <a:off x="493247" y="3751428"/>
            <a:ext cx="1284300" cy="488700"/>
          </a:xfrm>
          <a:prstGeom prst="roundRect">
            <a:avLst>
              <a:gd name="adj" fmla="val 16667"/>
            </a:avLst>
          </a:prstGeom>
          <a:solidFill>
            <a:srgbClr val="344E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lvl="0" algn="ctr" defTabSz="914400">
              <a:buClr>
                <a:srgbClr val="000000"/>
              </a:buClr>
            </a:pPr>
            <a:r>
              <a:rPr lang="es-CO" sz="1200" kern="0" dirty="0">
                <a:solidFill>
                  <a:srgbClr val="FFFFFF"/>
                </a:solidFill>
                <a:latin typeface="Fira Sans Extra Condensed Medium"/>
                <a:sym typeface="Arial"/>
              </a:rPr>
              <a:t>https://www.arduino.cc/</a:t>
            </a:r>
            <a:endParaRPr sz="1200" kern="0" dirty="0">
              <a:solidFill>
                <a:srgbClr val="FFFFFF"/>
              </a:solidFill>
              <a:latin typeface="Fira Sans Extra Condensed Medium"/>
              <a:sym typeface="Arial"/>
            </a:endParaRPr>
          </a:p>
        </p:txBody>
      </p:sp>
      <p:sp>
        <p:nvSpPr>
          <p:cNvPr id="17" name="Google Shape;769;p24">
            <a:extLst>
              <a:ext uri="{FF2B5EF4-FFF2-40B4-BE49-F238E27FC236}">
                <a16:creationId xmlns:a16="http://schemas.microsoft.com/office/drawing/2014/main" id="{EDBD0614-42AF-1BFA-FAF0-918C7198E66A}"/>
              </a:ext>
            </a:extLst>
          </p:cNvPr>
          <p:cNvSpPr/>
          <p:nvPr/>
        </p:nvSpPr>
        <p:spPr>
          <a:xfrm>
            <a:off x="2152583" y="5176268"/>
            <a:ext cx="1284300" cy="488700"/>
          </a:xfrm>
          <a:prstGeom prst="roundRect">
            <a:avLst>
              <a:gd name="adj" fmla="val 16667"/>
            </a:avLst>
          </a:prstGeom>
          <a:solidFill>
            <a:srgbClr val="43AA8B"/>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FFFFFF"/>
                </a:solidFill>
                <a:effectLst/>
                <a:uLnTx/>
                <a:uFillTx/>
                <a:latin typeface="Fira Sans Extra Condensed Medium"/>
                <a:ea typeface="Fira Sans Extra Condensed Medium"/>
                <a:cs typeface="Fira Sans Extra Condensed Medium"/>
                <a:sym typeface="Fira Sans Extra Condensed Medium"/>
              </a:rPr>
              <a:t>Documentation</a:t>
            </a:r>
            <a:endParaRPr kumimoji="0" sz="1050" b="0" i="0" u="none" strike="noStrike" kern="0" cap="none" spc="0" normalizeH="0" baseline="0" noProof="0" dirty="0">
              <a:ln>
                <a:noFill/>
              </a:ln>
              <a:solidFill>
                <a:srgbClr val="000000"/>
              </a:solidFill>
              <a:effectLst/>
              <a:uLnTx/>
              <a:uFillTx/>
              <a:latin typeface="Arial"/>
              <a:cs typeface="Arial"/>
              <a:sym typeface="Arial"/>
            </a:endParaRPr>
          </a:p>
        </p:txBody>
      </p:sp>
      <p:sp>
        <p:nvSpPr>
          <p:cNvPr id="20" name="Google Shape;790;p24">
            <a:extLst>
              <a:ext uri="{FF2B5EF4-FFF2-40B4-BE49-F238E27FC236}">
                <a16:creationId xmlns:a16="http://schemas.microsoft.com/office/drawing/2014/main" id="{04943653-79D0-18B0-F994-0BCE4473ACD3}"/>
              </a:ext>
            </a:extLst>
          </p:cNvPr>
          <p:cNvSpPr/>
          <p:nvPr/>
        </p:nvSpPr>
        <p:spPr>
          <a:xfrm>
            <a:off x="3745964" y="3778682"/>
            <a:ext cx="1284300" cy="488700"/>
          </a:xfrm>
          <a:prstGeom prst="roundRect">
            <a:avLst>
              <a:gd name="adj" fmla="val 16667"/>
            </a:avLst>
          </a:prstGeom>
          <a:solidFill>
            <a:srgbClr val="F9C74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lang="en" sz="1200" kern="0" dirty="0">
                <a:solidFill>
                  <a:srgbClr val="FFFFFF"/>
                </a:solidFill>
                <a:latin typeface="Fira Sans Extra Condensed Medium"/>
                <a:sym typeface="Fira Sans Extra Condensed Medium"/>
              </a:rPr>
              <a:t>Software</a:t>
            </a:r>
            <a:endParaRPr sz="1200" kern="0" dirty="0">
              <a:solidFill>
                <a:srgbClr val="FFFFFF"/>
              </a:solidFill>
              <a:latin typeface="Fira Sans Extra Condensed Medium"/>
              <a:sym typeface="Arial"/>
            </a:endParaRPr>
          </a:p>
        </p:txBody>
      </p:sp>
      <p:sp>
        <p:nvSpPr>
          <p:cNvPr id="21" name="Google Shape;785;p24">
            <a:extLst>
              <a:ext uri="{FF2B5EF4-FFF2-40B4-BE49-F238E27FC236}">
                <a16:creationId xmlns:a16="http://schemas.microsoft.com/office/drawing/2014/main" id="{923571E6-C07D-CA4D-E467-1012707AD846}"/>
              </a:ext>
            </a:extLst>
          </p:cNvPr>
          <p:cNvSpPr/>
          <p:nvPr/>
        </p:nvSpPr>
        <p:spPr>
          <a:xfrm>
            <a:off x="5487975" y="5240466"/>
            <a:ext cx="1284300" cy="488700"/>
          </a:xfrm>
          <a:prstGeom prst="roundRect">
            <a:avLst>
              <a:gd name="adj" fmla="val 16667"/>
            </a:avLst>
          </a:prstGeom>
          <a:solidFill>
            <a:srgbClr val="F8961E"/>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FFFFFF"/>
                </a:solidFill>
                <a:effectLst/>
                <a:uLnTx/>
                <a:uFillTx/>
                <a:latin typeface="Fira Sans Extra Condensed Medium"/>
                <a:ea typeface="Fira Sans Extra Condensed Medium"/>
                <a:cs typeface="Fira Sans Extra Condensed Medium"/>
                <a:sym typeface="Fira Sans Extra Condensed Medium"/>
              </a:rPr>
              <a:t>Arduino IDE</a:t>
            </a:r>
            <a:endParaRPr kumimoji="0" sz="1050" b="0" i="0" u="none" strike="noStrike" kern="0" cap="none" spc="0" normalizeH="0" baseline="0" noProof="0" dirty="0">
              <a:ln>
                <a:noFill/>
              </a:ln>
              <a:solidFill>
                <a:srgbClr val="000000"/>
              </a:solidFill>
              <a:effectLst/>
              <a:uLnTx/>
              <a:uFillTx/>
              <a:latin typeface="Arial"/>
              <a:cs typeface="Arial"/>
              <a:sym typeface="Arial"/>
            </a:endParaRPr>
          </a:p>
        </p:txBody>
      </p:sp>
      <p:sp>
        <p:nvSpPr>
          <p:cNvPr id="22" name="Google Shape;858;p24">
            <a:extLst>
              <a:ext uri="{FF2B5EF4-FFF2-40B4-BE49-F238E27FC236}">
                <a16:creationId xmlns:a16="http://schemas.microsoft.com/office/drawing/2014/main" id="{6D037D86-8A53-6089-E635-C0890373F0F2}"/>
              </a:ext>
            </a:extLst>
          </p:cNvPr>
          <p:cNvSpPr/>
          <p:nvPr/>
        </p:nvSpPr>
        <p:spPr>
          <a:xfrm>
            <a:off x="7234806" y="3774021"/>
            <a:ext cx="1284300" cy="488700"/>
          </a:xfrm>
          <a:prstGeom prst="roundRect">
            <a:avLst>
              <a:gd name="adj" fmla="val 16667"/>
            </a:avLst>
          </a:prstGeom>
          <a:solidFill>
            <a:srgbClr val="F94144"/>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FFFFFF"/>
                </a:solidFill>
                <a:effectLst/>
                <a:uLnTx/>
                <a:uFillTx/>
                <a:latin typeface="Fira Sans Extra Condensed Medium"/>
                <a:ea typeface="Fira Sans Extra Condensed Medium"/>
                <a:cs typeface="Fira Sans Extra Condensed Medium"/>
                <a:sym typeface="Fira Sans Extra Condensed Medium"/>
              </a:rPr>
              <a:t>Download</a:t>
            </a:r>
            <a:endParaRPr kumimoji="0" sz="1050" b="0" i="0" u="none" strike="noStrike" kern="0" cap="none" spc="0" normalizeH="0" baseline="0" noProof="0" dirty="0">
              <a:ln>
                <a:noFill/>
              </a:ln>
              <a:solidFill>
                <a:srgbClr val="000000"/>
              </a:solidFill>
              <a:effectLst/>
              <a:uLnTx/>
              <a:uFillTx/>
              <a:latin typeface="Arial"/>
              <a:cs typeface="Arial"/>
              <a:sym typeface="Arial"/>
            </a:endParaRPr>
          </a:p>
        </p:txBody>
      </p:sp>
    </p:spTree>
    <p:custDataLst>
      <p:tags r:id="rId1"/>
    </p:custDataLst>
    <p:extLst>
      <p:ext uri="{BB962C8B-B14F-4D97-AF65-F5344CB8AC3E}">
        <p14:creationId xmlns:p14="http://schemas.microsoft.com/office/powerpoint/2010/main" val="2988106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FE056-52A3-F2BA-EDD9-44955F5D24F8}"/>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AA5B1C13-1968-C83A-3425-1AEBD53FF363}"/>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ECC8B83F-2001-34CE-19E3-618E59939DF7}"/>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IDE Arduino</a:t>
            </a:r>
            <a:endParaRPr lang="en-US" dirty="0"/>
          </a:p>
        </p:txBody>
      </p:sp>
      <p:sp>
        <p:nvSpPr>
          <p:cNvPr id="18" name="Marcador de número de diapositiva 3">
            <a:extLst>
              <a:ext uri="{FF2B5EF4-FFF2-40B4-BE49-F238E27FC236}">
                <a16:creationId xmlns:a16="http://schemas.microsoft.com/office/drawing/2014/main" id="{3C4C9B16-5410-F399-3328-18A6D5D6B0E7}"/>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9</a:t>
            </a:fld>
            <a:endParaRPr lang="es-CO" sz="1200" dirty="0">
              <a:solidFill>
                <a:schemeClr val="bg1"/>
              </a:solidFill>
            </a:endParaRPr>
          </a:p>
        </p:txBody>
      </p:sp>
      <p:sp>
        <p:nvSpPr>
          <p:cNvPr id="19" name="Título 1">
            <a:extLst>
              <a:ext uri="{FF2B5EF4-FFF2-40B4-BE49-F238E27FC236}">
                <a16:creationId xmlns:a16="http://schemas.microsoft.com/office/drawing/2014/main" id="{E46E8CF0-7F70-B8AC-6AC0-7BD46395D346}"/>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Microcontrolador</a:t>
            </a:r>
            <a:endParaRPr lang="en-US" sz="1600" dirty="0">
              <a:solidFill>
                <a:schemeClr val="bg1"/>
              </a:solidFill>
            </a:endParaRPr>
          </a:p>
        </p:txBody>
      </p:sp>
      <p:pic>
        <p:nvPicPr>
          <p:cNvPr id="3" name="Imagen 2">
            <a:extLst>
              <a:ext uri="{FF2B5EF4-FFF2-40B4-BE49-F238E27FC236}">
                <a16:creationId xmlns:a16="http://schemas.microsoft.com/office/drawing/2014/main" id="{0FF0B904-1E0A-7CC5-7AA9-1D40519FCCDE}"/>
              </a:ext>
            </a:extLst>
          </p:cNvPr>
          <p:cNvPicPr>
            <a:picLocks noChangeAspect="1"/>
          </p:cNvPicPr>
          <p:nvPr/>
        </p:nvPicPr>
        <p:blipFill>
          <a:blip r:embed="rId4"/>
          <a:stretch>
            <a:fillRect/>
          </a:stretch>
        </p:blipFill>
        <p:spPr>
          <a:xfrm>
            <a:off x="1946457" y="161559"/>
            <a:ext cx="1591598" cy="3012198"/>
          </a:xfrm>
          <a:prstGeom prst="rect">
            <a:avLst/>
          </a:prstGeom>
        </p:spPr>
      </p:pic>
      <p:pic>
        <p:nvPicPr>
          <p:cNvPr id="5" name="Imagen 4">
            <a:extLst>
              <a:ext uri="{FF2B5EF4-FFF2-40B4-BE49-F238E27FC236}">
                <a16:creationId xmlns:a16="http://schemas.microsoft.com/office/drawing/2014/main" id="{12D392FB-000A-9B5E-8183-C9E272E57317}"/>
              </a:ext>
            </a:extLst>
          </p:cNvPr>
          <p:cNvPicPr>
            <a:picLocks noChangeAspect="1"/>
          </p:cNvPicPr>
          <p:nvPr/>
        </p:nvPicPr>
        <p:blipFill>
          <a:blip r:embed="rId5"/>
          <a:stretch>
            <a:fillRect/>
          </a:stretch>
        </p:blipFill>
        <p:spPr>
          <a:xfrm>
            <a:off x="3584981" y="1985851"/>
            <a:ext cx="1729007" cy="3752546"/>
          </a:xfrm>
          <a:prstGeom prst="rect">
            <a:avLst/>
          </a:prstGeom>
        </p:spPr>
      </p:pic>
      <p:pic>
        <p:nvPicPr>
          <p:cNvPr id="7" name="Imagen 6">
            <a:extLst>
              <a:ext uri="{FF2B5EF4-FFF2-40B4-BE49-F238E27FC236}">
                <a16:creationId xmlns:a16="http://schemas.microsoft.com/office/drawing/2014/main" id="{59546607-6E30-72B0-DF2C-2E64EF90907C}"/>
              </a:ext>
            </a:extLst>
          </p:cNvPr>
          <p:cNvPicPr>
            <a:picLocks noChangeAspect="1"/>
          </p:cNvPicPr>
          <p:nvPr/>
        </p:nvPicPr>
        <p:blipFill>
          <a:blip r:embed="rId6"/>
          <a:stretch>
            <a:fillRect/>
          </a:stretch>
        </p:blipFill>
        <p:spPr>
          <a:xfrm>
            <a:off x="5486774" y="133724"/>
            <a:ext cx="2538003" cy="2463575"/>
          </a:xfrm>
          <a:prstGeom prst="rect">
            <a:avLst/>
          </a:prstGeom>
        </p:spPr>
      </p:pic>
      <p:pic>
        <p:nvPicPr>
          <p:cNvPr id="9" name="Imagen 8">
            <a:extLst>
              <a:ext uri="{FF2B5EF4-FFF2-40B4-BE49-F238E27FC236}">
                <a16:creationId xmlns:a16="http://schemas.microsoft.com/office/drawing/2014/main" id="{E0179A4B-2E8A-63A8-A000-DC0B4FBF0BCF}"/>
              </a:ext>
            </a:extLst>
          </p:cNvPr>
          <p:cNvPicPr>
            <a:picLocks noChangeAspect="1"/>
          </p:cNvPicPr>
          <p:nvPr/>
        </p:nvPicPr>
        <p:blipFill>
          <a:blip r:embed="rId7"/>
          <a:stretch>
            <a:fillRect/>
          </a:stretch>
        </p:blipFill>
        <p:spPr>
          <a:xfrm>
            <a:off x="6456208" y="2665745"/>
            <a:ext cx="2687792" cy="3255264"/>
          </a:xfrm>
          <a:prstGeom prst="rect">
            <a:avLst/>
          </a:prstGeom>
        </p:spPr>
      </p:pic>
      <p:pic>
        <p:nvPicPr>
          <p:cNvPr id="11" name="Imagen 10">
            <a:extLst>
              <a:ext uri="{FF2B5EF4-FFF2-40B4-BE49-F238E27FC236}">
                <a16:creationId xmlns:a16="http://schemas.microsoft.com/office/drawing/2014/main" id="{B19611F1-7EBD-A3EC-4D05-8A5415D0578C}"/>
              </a:ext>
            </a:extLst>
          </p:cNvPr>
          <p:cNvPicPr>
            <a:picLocks noChangeAspect="1"/>
          </p:cNvPicPr>
          <p:nvPr/>
        </p:nvPicPr>
        <p:blipFill>
          <a:blip r:embed="rId8"/>
          <a:stretch>
            <a:fillRect/>
          </a:stretch>
        </p:blipFill>
        <p:spPr>
          <a:xfrm>
            <a:off x="-16580" y="2831966"/>
            <a:ext cx="2505425" cy="2991267"/>
          </a:xfrm>
          <a:prstGeom prst="rect">
            <a:avLst/>
          </a:prstGeom>
        </p:spPr>
      </p:pic>
    </p:spTree>
    <p:custDataLst>
      <p:tags r:id="rId1"/>
    </p:custDataLst>
    <p:extLst>
      <p:ext uri="{BB962C8B-B14F-4D97-AF65-F5344CB8AC3E}">
        <p14:creationId xmlns:p14="http://schemas.microsoft.com/office/powerpoint/2010/main" val="3681700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FE01B-1E1B-B01C-7B58-A0BC80251FCD}"/>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DBC001FF-B9EC-8872-C540-7B8356F90442}"/>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2E5AA1F5-F134-39B1-9870-6599A27B9E00}"/>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Primeros pasos al programar</a:t>
            </a:r>
            <a:endParaRPr lang="en-US" dirty="0"/>
          </a:p>
        </p:txBody>
      </p:sp>
      <p:sp>
        <p:nvSpPr>
          <p:cNvPr id="18" name="Marcador de número de diapositiva 3">
            <a:extLst>
              <a:ext uri="{FF2B5EF4-FFF2-40B4-BE49-F238E27FC236}">
                <a16:creationId xmlns:a16="http://schemas.microsoft.com/office/drawing/2014/main" id="{B1842E94-D032-A9FD-5DE4-067FD86D253D}"/>
              </a:ext>
            </a:extLst>
          </p:cNvPr>
          <p:cNvSpPr txBox="1">
            <a:spLocks/>
          </p:cNvSpPr>
          <p:nvPr/>
        </p:nvSpPr>
        <p:spPr>
          <a:xfrm>
            <a:off x="8339328" y="5885920"/>
            <a:ext cx="754354"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10</a:t>
            </a:fld>
            <a:endParaRPr lang="es-CO" sz="1200" dirty="0">
              <a:solidFill>
                <a:schemeClr val="bg1"/>
              </a:solidFill>
            </a:endParaRPr>
          </a:p>
        </p:txBody>
      </p:sp>
      <p:sp>
        <p:nvSpPr>
          <p:cNvPr id="19" name="Título 1">
            <a:extLst>
              <a:ext uri="{FF2B5EF4-FFF2-40B4-BE49-F238E27FC236}">
                <a16:creationId xmlns:a16="http://schemas.microsoft.com/office/drawing/2014/main" id="{23C1160A-5189-EC5B-281F-29A6B3C2FFC9}"/>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Microcontrolador</a:t>
            </a:r>
            <a:endParaRPr lang="en-US" dirty="0">
              <a:solidFill>
                <a:schemeClr val="bg1"/>
              </a:solidFill>
            </a:endParaRPr>
          </a:p>
        </p:txBody>
      </p:sp>
      <p:sp>
        <p:nvSpPr>
          <p:cNvPr id="3" name="CuadroTexto 2">
            <a:extLst>
              <a:ext uri="{FF2B5EF4-FFF2-40B4-BE49-F238E27FC236}">
                <a16:creationId xmlns:a16="http://schemas.microsoft.com/office/drawing/2014/main" id="{945B2818-5D1D-855D-4A3E-0D08F2C90B40}"/>
              </a:ext>
            </a:extLst>
          </p:cNvPr>
          <p:cNvSpPr txBox="1"/>
          <p:nvPr/>
        </p:nvSpPr>
        <p:spPr>
          <a:xfrm>
            <a:off x="458560" y="983641"/>
            <a:ext cx="8074152" cy="923330"/>
          </a:xfrm>
          <a:prstGeom prst="rect">
            <a:avLst/>
          </a:prstGeom>
          <a:noFill/>
        </p:spPr>
        <p:txBody>
          <a:bodyPr wrap="square">
            <a:spAutoFit/>
          </a:bodyPr>
          <a:lstStyle/>
          <a:p>
            <a:pPr algn="l"/>
            <a:r>
              <a:rPr lang="es-ES" sz="1800" b="0" i="0" u="none" strike="noStrike" baseline="0" dirty="0">
                <a:solidFill>
                  <a:srgbClr val="00676B"/>
                </a:solidFill>
                <a:latin typeface="ArialMT"/>
              </a:rPr>
              <a:t>El C++ es un lenguaje de letras y que simplifica la comunicación en números binarios que son 1 y 0 la que una computadora reconoce y facilita la </a:t>
            </a:r>
            <a:r>
              <a:rPr lang="es-CO" sz="1800" b="0" i="0" u="none" strike="noStrike" baseline="0" dirty="0">
                <a:solidFill>
                  <a:srgbClr val="00676B"/>
                </a:solidFill>
                <a:latin typeface="ArialMT"/>
              </a:rPr>
              <a:t>comunicación con </a:t>
            </a:r>
            <a:r>
              <a:rPr lang="es-CO" dirty="0">
                <a:solidFill>
                  <a:srgbClr val="00676B"/>
                </a:solidFill>
                <a:latin typeface="ArialMT"/>
              </a:rPr>
              <a:t>la tarjeta de programación (Arduino).</a:t>
            </a:r>
            <a:endParaRPr lang="es-CO" dirty="0"/>
          </a:p>
        </p:txBody>
      </p:sp>
      <p:pic>
        <p:nvPicPr>
          <p:cNvPr id="8" name="Imagen 7" descr="Diagrama&#10;&#10;El contenido generado por IA puede ser incorrecto.">
            <a:extLst>
              <a:ext uri="{FF2B5EF4-FFF2-40B4-BE49-F238E27FC236}">
                <a16:creationId xmlns:a16="http://schemas.microsoft.com/office/drawing/2014/main" id="{83065FDC-853A-59E7-8A79-A44BE5867FD2}"/>
              </a:ext>
            </a:extLst>
          </p:cNvPr>
          <p:cNvPicPr>
            <a:picLocks noChangeAspect="1"/>
          </p:cNvPicPr>
          <p:nvPr/>
        </p:nvPicPr>
        <p:blipFill>
          <a:blip r:embed="rId4"/>
          <a:stretch>
            <a:fillRect/>
          </a:stretch>
        </p:blipFill>
        <p:spPr>
          <a:xfrm>
            <a:off x="2367484" y="2295144"/>
            <a:ext cx="4404791" cy="3445089"/>
          </a:xfrm>
          <a:prstGeom prst="rect">
            <a:avLst/>
          </a:prstGeom>
        </p:spPr>
      </p:pic>
    </p:spTree>
    <p:custDataLst>
      <p:tags r:id="rId1"/>
    </p:custDataLst>
    <p:extLst>
      <p:ext uri="{BB962C8B-B14F-4D97-AF65-F5344CB8AC3E}">
        <p14:creationId xmlns:p14="http://schemas.microsoft.com/office/powerpoint/2010/main" val="2297994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04D59-B576-A13B-2989-FC6F6996CBBB}"/>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61E1C3F9-9CED-381A-8FA3-5A3582272E28}"/>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D362BEF5-7799-34A9-A541-4318C63743DF}"/>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Estructura general </a:t>
            </a:r>
          </a:p>
        </p:txBody>
      </p:sp>
      <p:sp>
        <p:nvSpPr>
          <p:cNvPr id="18" name="Marcador de número de diapositiva 3">
            <a:extLst>
              <a:ext uri="{FF2B5EF4-FFF2-40B4-BE49-F238E27FC236}">
                <a16:creationId xmlns:a16="http://schemas.microsoft.com/office/drawing/2014/main" id="{D7BB3915-24FE-899C-AC96-B63CF1585F3A}"/>
              </a:ext>
            </a:extLst>
          </p:cNvPr>
          <p:cNvSpPr txBox="1">
            <a:spLocks/>
          </p:cNvSpPr>
          <p:nvPr/>
        </p:nvSpPr>
        <p:spPr>
          <a:xfrm>
            <a:off x="8695944" y="5885920"/>
            <a:ext cx="397738"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11</a:t>
            </a:fld>
            <a:endParaRPr lang="es-CO" sz="1200" dirty="0">
              <a:solidFill>
                <a:schemeClr val="bg1"/>
              </a:solidFill>
            </a:endParaRPr>
          </a:p>
        </p:txBody>
      </p:sp>
      <p:sp>
        <p:nvSpPr>
          <p:cNvPr id="19" name="Título 1">
            <a:extLst>
              <a:ext uri="{FF2B5EF4-FFF2-40B4-BE49-F238E27FC236}">
                <a16:creationId xmlns:a16="http://schemas.microsoft.com/office/drawing/2014/main" id="{7AC9CB48-D265-EEF0-B17D-E8B0E42A4FC3}"/>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Microcontrolador</a:t>
            </a:r>
            <a:endParaRPr lang="en-US" dirty="0">
              <a:solidFill>
                <a:schemeClr val="bg1"/>
              </a:solidFill>
            </a:endParaRPr>
          </a:p>
        </p:txBody>
      </p:sp>
      <p:sp>
        <p:nvSpPr>
          <p:cNvPr id="6" name="CuadroTexto 5">
            <a:extLst>
              <a:ext uri="{FF2B5EF4-FFF2-40B4-BE49-F238E27FC236}">
                <a16:creationId xmlns:a16="http://schemas.microsoft.com/office/drawing/2014/main" id="{B423AB21-710E-3F34-8010-E2F7C592AC67}"/>
              </a:ext>
            </a:extLst>
          </p:cNvPr>
          <p:cNvSpPr txBox="1"/>
          <p:nvPr/>
        </p:nvSpPr>
        <p:spPr>
          <a:xfrm>
            <a:off x="261462" y="1118890"/>
            <a:ext cx="8074153" cy="1661993"/>
          </a:xfrm>
          <a:prstGeom prst="rect">
            <a:avLst/>
          </a:prstGeom>
          <a:noFill/>
        </p:spPr>
        <p:txBody>
          <a:bodyPr wrap="square">
            <a:spAutoFit/>
          </a:bodyPr>
          <a:lstStyle/>
          <a:p>
            <a:pPr algn="l"/>
            <a:r>
              <a:rPr lang="es-ES" sz="1400" b="0" i="0" u="none" strike="noStrike" baseline="0" dirty="0">
                <a:solidFill>
                  <a:srgbClr val="00676B"/>
                </a:solidFill>
                <a:latin typeface="ArialMT"/>
              </a:rPr>
              <a:t>La estructura es la base de programación antes de </a:t>
            </a:r>
            <a:r>
              <a:rPr lang="es-ES" sz="1400" dirty="0">
                <a:solidFill>
                  <a:srgbClr val="00676B"/>
                </a:solidFill>
                <a:latin typeface="ArialMT"/>
              </a:rPr>
              <a:t>escribir</a:t>
            </a:r>
            <a:r>
              <a:rPr lang="es-ES" sz="1400" b="0" i="0" u="none" strike="noStrike" baseline="0" dirty="0">
                <a:solidFill>
                  <a:srgbClr val="00676B"/>
                </a:solidFill>
                <a:latin typeface="ArialMT"/>
              </a:rPr>
              <a:t> todo </a:t>
            </a:r>
            <a:r>
              <a:rPr lang="es-ES" sz="1400" dirty="0">
                <a:solidFill>
                  <a:srgbClr val="00676B"/>
                </a:solidFill>
                <a:latin typeface="ArialMT"/>
              </a:rPr>
              <a:t>el</a:t>
            </a:r>
            <a:r>
              <a:rPr lang="es-ES" sz="1400" b="0" i="0" u="none" strike="noStrike" baseline="0" dirty="0">
                <a:solidFill>
                  <a:srgbClr val="00676B"/>
                </a:solidFill>
                <a:latin typeface="ArialMT"/>
              </a:rPr>
              <a:t> código, ya que son </a:t>
            </a:r>
            <a:r>
              <a:rPr lang="es-CO" sz="1400" b="0" i="0" u="none" strike="noStrike" baseline="0" dirty="0">
                <a:solidFill>
                  <a:srgbClr val="00676B"/>
                </a:solidFill>
                <a:latin typeface="ArialMT"/>
              </a:rPr>
              <a:t>menos de dos partes o funciones que encierran bloques de declaraciones.</a:t>
            </a:r>
          </a:p>
          <a:p>
            <a:pPr algn="l"/>
            <a:endParaRPr lang="es-CO" sz="1400" b="0" i="0" u="none" strike="noStrike" baseline="0" dirty="0">
              <a:solidFill>
                <a:srgbClr val="00676B"/>
              </a:solidFill>
              <a:latin typeface="ArialMT"/>
            </a:endParaRPr>
          </a:p>
          <a:p>
            <a:r>
              <a:rPr lang="es-CO" b="1" dirty="0" err="1"/>
              <a:t>setup</a:t>
            </a:r>
            <a:r>
              <a:rPr lang="es-CO" b="1" dirty="0"/>
              <a:t>()</a:t>
            </a:r>
            <a:endParaRPr lang="es-CO" sz="1400" b="0" i="0" u="none" strike="noStrike" baseline="0" dirty="0">
              <a:solidFill>
                <a:srgbClr val="00676B"/>
              </a:solidFill>
              <a:latin typeface="ArialMT"/>
            </a:endParaRPr>
          </a:p>
          <a:p>
            <a:r>
              <a:rPr lang="es-CO" sz="1400" b="0" i="0" u="none" strike="noStrike" baseline="0" dirty="0">
                <a:solidFill>
                  <a:srgbClr val="00676B"/>
                </a:solidFill>
                <a:latin typeface="ArialMT"/>
              </a:rPr>
              <a:t> </a:t>
            </a:r>
            <a:r>
              <a:rPr lang="es-ES" sz="1400" b="0" i="0" u="none" strike="noStrike" baseline="0" dirty="0">
                <a:solidFill>
                  <a:srgbClr val="00676B"/>
                </a:solidFill>
                <a:latin typeface="ArialMT"/>
              </a:rPr>
              <a:t>La función “</a:t>
            </a:r>
            <a:r>
              <a:rPr lang="es-ES" sz="1400" b="1" i="0" u="none" strike="noStrike" baseline="0" dirty="0" err="1">
                <a:solidFill>
                  <a:srgbClr val="00676B"/>
                </a:solidFill>
                <a:latin typeface="ArialMT"/>
              </a:rPr>
              <a:t>setup</a:t>
            </a:r>
            <a:r>
              <a:rPr lang="es-ES" sz="1400" b="0" i="0" u="none" strike="noStrike" baseline="0" dirty="0">
                <a:solidFill>
                  <a:srgbClr val="00676B"/>
                </a:solidFill>
                <a:latin typeface="ArialMT"/>
              </a:rPr>
              <a:t>” en la programación solo </a:t>
            </a:r>
            <a:r>
              <a:rPr lang="es-ES" sz="1400" dirty="0">
                <a:solidFill>
                  <a:srgbClr val="00676B"/>
                </a:solidFill>
                <a:latin typeface="ArialMT"/>
              </a:rPr>
              <a:t>es ejecutada una vez, y es usada para la </a:t>
            </a:r>
            <a:r>
              <a:rPr lang="es-CO" sz="1400" dirty="0">
                <a:solidFill>
                  <a:srgbClr val="00676B"/>
                </a:solidFill>
                <a:latin typeface="ArialMT"/>
              </a:rPr>
              <a:t>inicialización y configuración, definir entradas y salidas </a:t>
            </a:r>
            <a:r>
              <a:rPr lang="es-ES" sz="1400" dirty="0">
                <a:solidFill>
                  <a:srgbClr val="00676B"/>
                </a:solidFill>
                <a:latin typeface="ArialMT"/>
              </a:rPr>
              <a:t>“</a:t>
            </a:r>
            <a:r>
              <a:rPr lang="es-ES" sz="1400" dirty="0" err="1">
                <a:solidFill>
                  <a:srgbClr val="00676B"/>
                </a:solidFill>
                <a:latin typeface="ArialMT"/>
              </a:rPr>
              <a:t>pinMode</a:t>
            </a:r>
            <a:r>
              <a:rPr lang="es-ES" sz="1400" dirty="0">
                <a:solidFill>
                  <a:srgbClr val="00676B"/>
                </a:solidFill>
                <a:latin typeface="ArialMT"/>
              </a:rPr>
              <a:t>”, configurar librerías, variables e iniciar la comunicación serial.</a:t>
            </a:r>
            <a:endParaRPr lang="es-CO" sz="1400" dirty="0">
              <a:solidFill>
                <a:srgbClr val="00676B"/>
              </a:solidFill>
              <a:latin typeface="ArialMT"/>
            </a:endParaRPr>
          </a:p>
        </p:txBody>
      </p:sp>
      <p:sp>
        <p:nvSpPr>
          <p:cNvPr id="3" name="CuadroTexto 2">
            <a:extLst>
              <a:ext uri="{FF2B5EF4-FFF2-40B4-BE49-F238E27FC236}">
                <a16:creationId xmlns:a16="http://schemas.microsoft.com/office/drawing/2014/main" id="{19D38B51-5794-4473-3380-E1BB84BC83DA}"/>
              </a:ext>
            </a:extLst>
          </p:cNvPr>
          <p:cNvSpPr txBox="1"/>
          <p:nvPr/>
        </p:nvSpPr>
        <p:spPr>
          <a:xfrm>
            <a:off x="261463" y="3811054"/>
            <a:ext cx="8151058" cy="1015663"/>
          </a:xfrm>
          <a:prstGeom prst="rect">
            <a:avLst/>
          </a:prstGeom>
          <a:noFill/>
        </p:spPr>
        <p:txBody>
          <a:bodyPr wrap="square">
            <a:spAutoFit/>
          </a:bodyPr>
          <a:lstStyle/>
          <a:p>
            <a:r>
              <a:rPr lang="es-CO" b="1" dirty="0" err="1"/>
              <a:t>loop</a:t>
            </a:r>
            <a:r>
              <a:rPr lang="es-CO" b="1" dirty="0"/>
              <a:t>()</a:t>
            </a:r>
            <a:endParaRPr lang="es-ES" sz="1400" b="0" i="0" u="none" strike="noStrike" baseline="0" dirty="0">
              <a:solidFill>
                <a:srgbClr val="00676B"/>
              </a:solidFill>
              <a:latin typeface="ArialMT"/>
            </a:endParaRPr>
          </a:p>
          <a:p>
            <a:pPr algn="l"/>
            <a:r>
              <a:rPr lang="es-ES" sz="1400" b="0" i="0" u="none" strike="noStrike" baseline="0" dirty="0">
                <a:solidFill>
                  <a:srgbClr val="00676B"/>
                </a:solidFill>
                <a:latin typeface="ArialMT"/>
              </a:rPr>
              <a:t>La función “</a:t>
            </a:r>
            <a:r>
              <a:rPr lang="es-ES" sz="1400" b="1" i="0" u="none" strike="noStrike" baseline="0" dirty="0" err="1">
                <a:solidFill>
                  <a:srgbClr val="00676B"/>
                </a:solidFill>
                <a:latin typeface="ArialMT"/>
              </a:rPr>
              <a:t>loop</a:t>
            </a:r>
            <a:r>
              <a:rPr lang="es-ES" sz="1400" b="0" i="0" u="none" strike="noStrike" baseline="0" dirty="0">
                <a:solidFill>
                  <a:srgbClr val="00676B"/>
                </a:solidFill>
                <a:latin typeface="ArialMT"/>
              </a:rPr>
              <a:t>” se ejecuta continuamente leyendo entradas y activando salidas, etc. ya que esta función es el núcleo de todos los programas Arduino y hace</a:t>
            </a:r>
            <a:r>
              <a:rPr lang="es-ES" sz="1400" dirty="0">
                <a:solidFill>
                  <a:srgbClr val="00676B"/>
                </a:solidFill>
                <a:latin typeface="ArialMT"/>
              </a:rPr>
              <a:t> </a:t>
            </a:r>
            <a:r>
              <a:rPr lang="es-ES" sz="1400" b="0" i="0" u="none" strike="noStrike" baseline="0" dirty="0">
                <a:solidFill>
                  <a:srgbClr val="00676B"/>
                </a:solidFill>
                <a:latin typeface="ArialMT"/>
              </a:rPr>
              <a:t>casi todo el trabajo en la placa de desarrollo.</a:t>
            </a:r>
            <a:endParaRPr lang="es-CO" sz="1400" dirty="0"/>
          </a:p>
        </p:txBody>
      </p:sp>
      <p:pic>
        <p:nvPicPr>
          <p:cNvPr id="7" name="Imagen 6">
            <a:extLst>
              <a:ext uri="{FF2B5EF4-FFF2-40B4-BE49-F238E27FC236}">
                <a16:creationId xmlns:a16="http://schemas.microsoft.com/office/drawing/2014/main" id="{6DE08AC4-F137-6D3D-37EB-852F5A6BAC59}"/>
              </a:ext>
            </a:extLst>
          </p:cNvPr>
          <p:cNvPicPr>
            <a:picLocks noChangeAspect="1"/>
          </p:cNvPicPr>
          <p:nvPr/>
        </p:nvPicPr>
        <p:blipFill>
          <a:blip r:embed="rId4"/>
          <a:stretch>
            <a:fillRect/>
          </a:stretch>
        </p:blipFill>
        <p:spPr>
          <a:xfrm>
            <a:off x="1466110" y="2924104"/>
            <a:ext cx="5306165" cy="1009791"/>
          </a:xfrm>
          <a:prstGeom prst="rect">
            <a:avLst/>
          </a:prstGeom>
        </p:spPr>
      </p:pic>
      <p:pic>
        <p:nvPicPr>
          <p:cNvPr id="9" name="Imagen 8">
            <a:extLst>
              <a:ext uri="{FF2B5EF4-FFF2-40B4-BE49-F238E27FC236}">
                <a16:creationId xmlns:a16="http://schemas.microsoft.com/office/drawing/2014/main" id="{025F78A5-0855-7C5F-93F6-5A19C62FA41F}"/>
              </a:ext>
            </a:extLst>
          </p:cNvPr>
          <p:cNvPicPr>
            <a:picLocks noChangeAspect="1"/>
          </p:cNvPicPr>
          <p:nvPr/>
        </p:nvPicPr>
        <p:blipFill>
          <a:blip r:embed="rId5"/>
          <a:stretch>
            <a:fillRect/>
          </a:stretch>
        </p:blipFill>
        <p:spPr>
          <a:xfrm>
            <a:off x="2488845" y="4673913"/>
            <a:ext cx="6049219" cy="1343212"/>
          </a:xfrm>
          <a:prstGeom prst="rect">
            <a:avLst/>
          </a:prstGeom>
        </p:spPr>
      </p:pic>
    </p:spTree>
    <p:custDataLst>
      <p:tags r:id="rId1"/>
    </p:custDataLst>
    <p:extLst>
      <p:ext uri="{BB962C8B-B14F-4D97-AF65-F5344CB8AC3E}">
        <p14:creationId xmlns:p14="http://schemas.microsoft.com/office/powerpoint/2010/main" val="4242057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1EC9D-6E2F-8F34-61AC-2111E0E6836F}"/>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7AD7F908-CA99-9B4C-7D2D-716A7B1D2C15}"/>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69F1EDC5-ACCC-8A67-38BB-5830E294143C}"/>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Ejemplo clásico</a:t>
            </a:r>
            <a:endParaRPr lang="en-US" dirty="0"/>
          </a:p>
        </p:txBody>
      </p:sp>
      <p:sp>
        <p:nvSpPr>
          <p:cNvPr id="18" name="Marcador de número de diapositiva 3">
            <a:extLst>
              <a:ext uri="{FF2B5EF4-FFF2-40B4-BE49-F238E27FC236}">
                <a16:creationId xmlns:a16="http://schemas.microsoft.com/office/drawing/2014/main" id="{3C2D30AA-27ED-A019-321A-E929F3F5ADA7}"/>
              </a:ext>
            </a:extLst>
          </p:cNvPr>
          <p:cNvSpPr txBox="1">
            <a:spLocks/>
          </p:cNvSpPr>
          <p:nvPr/>
        </p:nvSpPr>
        <p:spPr>
          <a:xfrm>
            <a:off x="8714232" y="5885920"/>
            <a:ext cx="379450"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12</a:t>
            </a:fld>
            <a:endParaRPr lang="es-CO" sz="1200" dirty="0">
              <a:solidFill>
                <a:schemeClr val="bg1"/>
              </a:solidFill>
            </a:endParaRPr>
          </a:p>
        </p:txBody>
      </p:sp>
      <p:sp>
        <p:nvSpPr>
          <p:cNvPr id="19" name="Título 1">
            <a:extLst>
              <a:ext uri="{FF2B5EF4-FFF2-40B4-BE49-F238E27FC236}">
                <a16:creationId xmlns:a16="http://schemas.microsoft.com/office/drawing/2014/main" id="{3E3F8A53-6C4C-A816-58C7-049DA7CE1BB7}"/>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Microcontrolador</a:t>
            </a:r>
            <a:endParaRPr lang="en-US" dirty="0">
              <a:solidFill>
                <a:schemeClr val="bg1"/>
              </a:solidFill>
            </a:endParaRPr>
          </a:p>
        </p:txBody>
      </p:sp>
      <p:grpSp>
        <p:nvGrpSpPr>
          <p:cNvPr id="2" name="Google Shape;1264;p31">
            <a:extLst>
              <a:ext uri="{FF2B5EF4-FFF2-40B4-BE49-F238E27FC236}">
                <a16:creationId xmlns:a16="http://schemas.microsoft.com/office/drawing/2014/main" id="{F1729B39-1471-8E28-8B6A-BE3122EFFB23}"/>
              </a:ext>
            </a:extLst>
          </p:cNvPr>
          <p:cNvGrpSpPr/>
          <p:nvPr/>
        </p:nvGrpSpPr>
        <p:grpSpPr>
          <a:xfrm>
            <a:off x="273997" y="2362327"/>
            <a:ext cx="8229600" cy="119379"/>
            <a:chOff x="457200" y="2917094"/>
            <a:chExt cx="8229600" cy="119379"/>
          </a:xfrm>
        </p:grpSpPr>
        <p:sp>
          <p:nvSpPr>
            <p:cNvPr id="3" name="Google Shape;1265;p31">
              <a:extLst>
                <a:ext uri="{FF2B5EF4-FFF2-40B4-BE49-F238E27FC236}">
                  <a16:creationId xmlns:a16="http://schemas.microsoft.com/office/drawing/2014/main" id="{E1189331-1CAA-87D3-1644-8A30BD069540}"/>
                </a:ext>
              </a:extLst>
            </p:cNvPr>
            <p:cNvSpPr/>
            <p:nvPr/>
          </p:nvSpPr>
          <p:spPr>
            <a:xfrm>
              <a:off x="494050" y="2963084"/>
              <a:ext cx="8145487" cy="27399"/>
            </a:xfrm>
            <a:custGeom>
              <a:avLst/>
              <a:gdLst/>
              <a:ahLst/>
              <a:cxnLst/>
              <a:rect l="l" t="t" r="r" b="b"/>
              <a:pathLst>
                <a:path w="281802" h="1181" extrusionOk="0">
                  <a:moveTo>
                    <a:pt x="267663" y="0"/>
                  </a:moveTo>
                  <a:cubicBezTo>
                    <a:pt x="264901" y="0"/>
                    <a:pt x="262138" y="15"/>
                    <a:pt x="259381" y="15"/>
                  </a:cubicBezTo>
                  <a:lnTo>
                    <a:pt x="33903" y="15"/>
                  </a:lnTo>
                  <a:cubicBezTo>
                    <a:pt x="30589" y="15"/>
                    <a:pt x="27275" y="6"/>
                    <a:pt x="23960" y="6"/>
                  </a:cubicBezTo>
                  <a:cubicBezTo>
                    <a:pt x="20646" y="6"/>
                    <a:pt x="17332" y="15"/>
                    <a:pt x="14018" y="52"/>
                  </a:cubicBezTo>
                  <a:cubicBezTo>
                    <a:pt x="9852" y="124"/>
                    <a:pt x="5723" y="414"/>
                    <a:pt x="1558" y="450"/>
                  </a:cubicBezTo>
                  <a:lnTo>
                    <a:pt x="181" y="450"/>
                  </a:lnTo>
                  <a:cubicBezTo>
                    <a:pt x="109" y="450"/>
                    <a:pt x="0" y="631"/>
                    <a:pt x="109" y="631"/>
                  </a:cubicBezTo>
                  <a:cubicBezTo>
                    <a:pt x="3296" y="631"/>
                    <a:pt x="6520" y="812"/>
                    <a:pt x="9707" y="957"/>
                  </a:cubicBezTo>
                  <a:cubicBezTo>
                    <a:pt x="12984" y="1094"/>
                    <a:pt x="16261" y="1125"/>
                    <a:pt x="19537" y="1125"/>
                  </a:cubicBezTo>
                  <a:cubicBezTo>
                    <a:pt x="22346" y="1125"/>
                    <a:pt x="25154" y="1102"/>
                    <a:pt x="27963" y="1102"/>
                  </a:cubicBezTo>
                  <a:lnTo>
                    <a:pt x="181976" y="1102"/>
                  </a:lnTo>
                  <a:cubicBezTo>
                    <a:pt x="199623" y="1102"/>
                    <a:pt x="217283" y="1180"/>
                    <a:pt x="234941" y="1180"/>
                  </a:cubicBezTo>
                  <a:cubicBezTo>
                    <a:pt x="246712" y="1180"/>
                    <a:pt x="258483" y="1146"/>
                    <a:pt x="270247" y="1030"/>
                  </a:cubicBezTo>
                  <a:cubicBezTo>
                    <a:pt x="273869" y="993"/>
                    <a:pt x="277528" y="993"/>
                    <a:pt x="281186" y="812"/>
                  </a:cubicBezTo>
                  <a:cubicBezTo>
                    <a:pt x="281404" y="812"/>
                    <a:pt x="281802" y="269"/>
                    <a:pt x="281440" y="269"/>
                  </a:cubicBezTo>
                  <a:cubicBezTo>
                    <a:pt x="276867" y="43"/>
                    <a:pt x="272266" y="0"/>
                    <a:pt x="267663"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 name="Google Shape;1266;p31">
              <a:extLst>
                <a:ext uri="{FF2B5EF4-FFF2-40B4-BE49-F238E27FC236}">
                  <a16:creationId xmlns:a16="http://schemas.microsoft.com/office/drawing/2014/main" id="{76CCBF36-7BC2-66DA-1DDC-F333605EEFAE}"/>
                </a:ext>
              </a:extLst>
            </p:cNvPr>
            <p:cNvSpPr/>
            <p:nvPr/>
          </p:nvSpPr>
          <p:spPr>
            <a:xfrm>
              <a:off x="457200" y="2937818"/>
              <a:ext cx="102554" cy="77931"/>
            </a:xfrm>
            <a:custGeom>
              <a:avLst/>
              <a:gdLst/>
              <a:ahLst/>
              <a:cxnLst/>
              <a:rect l="l" t="t" r="r" b="b"/>
              <a:pathLst>
                <a:path w="4419" h="3358" extrusionOk="0">
                  <a:moveTo>
                    <a:pt x="2106" y="0"/>
                  </a:moveTo>
                  <a:cubicBezTo>
                    <a:pt x="1504" y="0"/>
                    <a:pt x="938" y="335"/>
                    <a:pt x="639" y="865"/>
                  </a:cubicBezTo>
                  <a:lnTo>
                    <a:pt x="639" y="865"/>
                  </a:lnTo>
                  <a:cubicBezTo>
                    <a:pt x="0" y="1813"/>
                    <a:pt x="661" y="3358"/>
                    <a:pt x="1886" y="3358"/>
                  </a:cubicBezTo>
                  <a:cubicBezTo>
                    <a:pt x="1921" y="3358"/>
                    <a:pt x="1956" y="3357"/>
                    <a:pt x="1992" y="3354"/>
                  </a:cubicBezTo>
                  <a:cubicBezTo>
                    <a:pt x="3585" y="3282"/>
                    <a:pt x="4419" y="891"/>
                    <a:pt x="2825" y="167"/>
                  </a:cubicBezTo>
                  <a:cubicBezTo>
                    <a:pt x="2589" y="53"/>
                    <a:pt x="2345" y="0"/>
                    <a:pt x="2106"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Google Shape;1267;p31">
              <a:extLst>
                <a:ext uri="{FF2B5EF4-FFF2-40B4-BE49-F238E27FC236}">
                  <a16:creationId xmlns:a16="http://schemas.microsoft.com/office/drawing/2014/main" id="{AEFCEF1F-73A9-03EE-0E3F-DEFA9180C59E}"/>
                </a:ext>
              </a:extLst>
            </p:cNvPr>
            <p:cNvSpPr/>
            <p:nvPr/>
          </p:nvSpPr>
          <p:spPr>
            <a:xfrm>
              <a:off x="8591788" y="2917094"/>
              <a:ext cx="95012" cy="119379"/>
            </a:xfrm>
            <a:custGeom>
              <a:avLst/>
              <a:gdLst/>
              <a:ahLst/>
              <a:cxnLst/>
              <a:rect l="l" t="t" r="r" b="b"/>
              <a:pathLst>
                <a:path w="4094" h="5144" extrusionOk="0">
                  <a:moveTo>
                    <a:pt x="0" y="0"/>
                  </a:moveTo>
                  <a:lnTo>
                    <a:pt x="0" y="5144"/>
                  </a:lnTo>
                  <a:cubicBezTo>
                    <a:pt x="0" y="5144"/>
                    <a:pt x="4093" y="3332"/>
                    <a:pt x="4093" y="2572"/>
                  </a:cubicBezTo>
                  <a:cubicBezTo>
                    <a:pt x="4093" y="1775"/>
                    <a:pt x="0" y="0"/>
                    <a:pt x="0" y="0"/>
                  </a:cubicBezTo>
                  <a:close/>
                </a:path>
              </a:pathLst>
            </a:custGeom>
            <a:solidFill>
              <a:srgbClr val="FFFFFF"/>
            </a:solidFill>
            <a:ln w="34400"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6" name="Google Shape;1269;p31">
            <a:extLst>
              <a:ext uri="{FF2B5EF4-FFF2-40B4-BE49-F238E27FC236}">
                <a16:creationId xmlns:a16="http://schemas.microsoft.com/office/drawing/2014/main" id="{007128CF-3ED8-69F7-B4AF-D005AAE9F4CE}"/>
              </a:ext>
            </a:extLst>
          </p:cNvPr>
          <p:cNvSpPr/>
          <p:nvPr/>
        </p:nvSpPr>
        <p:spPr>
          <a:xfrm>
            <a:off x="1379743" y="910289"/>
            <a:ext cx="81458" cy="195848"/>
          </a:xfrm>
          <a:custGeom>
            <a:avLst/>
            <a:gdLst/>
            <a:ahLst/>
            <a:cxnLst/>
            <a:rect l="l" t="t" r="r" b="b"/>
            <a:pathLst>
              <a:path w="3510" h="8439" extrusionOk="0">
                <a:moveTo>
                  <a:pt x="261" y="1"/>
                </a:moveTo>
                <a:cubicBezTo>
                  <a:pt x="131" y="1"/>
                  <a:pt x="1" y="175"/>
                  <a:pt x="32" y="269"/>
                </a:cubicBezTo>
                <a:cubicBezTo>
                  <a:pt x="68" y="378"/>
                  <a:pt x="141" y="559"/>
                  <a:pt x="177" y="704"/>
                </a:cubicBezTo>
                <a:cubicBezTo>
                  <a:pt x="250" y="848"/>
                  <a:pt x="322" y="993"/>
                  <a:pt x="394" y="1138"/>
                </a:cubicBezTo>
                <a:cubicBezTo>
                  <a:pt x="539" y="1392"/>
                  <a:pt x="684" y="1609"/>
                  <a:pt x="829" y="1863"/>
                </a:cubicBezTo>
                <a:cubicBezTo>
                  <a:pt x="1119" y="2334"/>
                  <a:pt x="1372" y="2841"/>
                  <a:pt x="1662" y="3348"/>
                </a:cubicBezTo>
                <a:cubicBezTo>
                  <a:pt x="2133" y="4326"/>
                  <a:pt x="2531" y="5376"/>
                  <a:pt x="2749" y="6463"/>
                </a:cubicBezTo>
                <a:cubicBezTo>
                  <a:pt x="2857" y="7079"/>
                  <a:pt x="2930" y="7694"/>
                  <a:pt x="2966" y="8310"/>
                </a:cubicBezTo>
                <a:cubicBezTo>
                  <a:pt x="2966" y="8407"/>
                  <a:pt x="3031" y="8439"/>
                  <a:pt x="3106" y="8439"/>
                </a:cubicBezTo>
                <a:cubicBezTo>
                  <a:pt x="3143" y="8439"/>
                  <a:pt x="3183" y="8431"/>
                  <a:pt x="3220" y="8419"/>
                </a:cubicBezTo>
                <a:cubicBezTo>
                  <a:pt x="3365" y="8346"/>
                  <a:pt x="3473" y="8201"/>
                  <a:pt x="3509" y="8056"/>
                </a:cubicBezTo>
                <a:cubicBezTo>
                  <a:pt x="3437" y="6934"/>
                  <a:pt x="3256" y="5811"/>
                  <a:pt x="2966" y="4724"/>
                </a:cubicBezTo>
                <a:cubicBezTo>
                  <a:pt x="2676" y="3565"/>
                  <a:pt x="2242" y="2478"/>
                  <a:pt x="1662" y="1500"/>
                </a:cubicBezTo>
                <a:cubicBezTo>
                  <a:pt x="1517" y="1174"/>
                  <a:pt x="1336" y="885"/>
                  <a:pt x="1119" y="631"/>
                </a:cubicBezTo>
                <a:cubicBezTo>
                  <a:pt x="1010" y="486"/>
                  <a:pt x="902" y="378"/>
                  <a:pt x="757" y="305"/>
                </a:cubicBezTo>
                <a:lnTo>
                  <a:pt x="322" y="15"/>
                </a:lnTo>
                <a:cubicBezTo>
                  <a:pt x="302" y="5"/>
                  <a:pt x="281" y="1"/>
                  <a:pt x="261"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Google Shape;1270;p31">
            <a:extLst>
              <a:ext uri="{FF2B5EF4-FFF2-40B4-BE49-F238E27FC236}">
                <a16:creationId xmlns:a16="http://schemas.microsoft.com/office/drawing/2014/main" id="{FB8CC867-F1A4-8BA7-C632-8A4F43C12AB4}"/>
              </a:ext>
            </a:extLst>
          </p:cNvPr>
          <p:cNvSpPr/>
          <p:nvPr/>
        </p:nvSpPr>
        <p:spPr>
          <a:xfrm>
            <a:off x="770210" y="910405"/>
            <a:ext cx="82410" cy="196196"/>
          </a:xfrm>
          <a:custGeom>
            <a:avLst/>
            <a:gdLst/>
            <a:ahLst/>
            <a:cxnLst/>
            <a:rect l="l" t="t" r="r" b="b"/>
            <a:pathLst>
              <a:path w="3551" h="8454" extrusionOk="0">
                <a:moveTo>
                  <a:pt x="3438" y="1"/>
                </a:moveTo>
                <a:cubicBezTo>
                  <a:pt x="3380" y="1"/>
                  <a:pt x="3326" y="60"/>
                  <a:pt x="3297" y="119"/>
                </a:cubicBezTo>
                <a:cubicBezTo>
                  <a:pt x="2934" y="626"/>
                  <a:pt x="2572" y="1133"/>
                  <a:pt x="2246" y="1640"/>
                </a:cubicBezTo>
                <a:cubicBezTo>
                  <a:pt x="1993" y="2147"/>
                  <a:pt x="1739" y="2655"/>
                  <a:pt x="1486" y="3162"/>
                </a:cubicBezTo>
                <a:cubicBezTo>
                  <a:pt x="978" y="4176"/>
                  <a:pt x="580" y="5226"/>
                  <a:pt x="327" y="6313"/>
                </a:cubicBezTo>
                <a:cubicBezTo>
                  <a:pt x="182" y="6929"/>
                  <a:pt x="73" y="7508"/>
                  <a:pt x="1" y="8124"/>
                </a:cubicBezTo>
                <a:cubicBezTo>
                  <a:pt x="1" y="8269"/>
                  <a:pt x="73" y="8377"/>
                  <a:pt x="182" y="8414"/>
                </a:cubicBezTo>
                <a:cubicBezTo>
                  <a:pt x="237" y="8441"/>
                  <a:pt x="298" y="8453"/>
                  <a:pt x="359" y="8453"/>
                </a:cubicBezTo>
                <a:cubicBezTo>
                  <a:pt x="460" y="8453"/>
                  <a:pt x="563" y="8422"/>
                  <a:pt x="653" y="8377"/>
                </a:cubicBezTo>
                <a:cubicBezTo>
                  <a:pt x="978" y="8196"/>
                  <a:pt x="1232" y="7870"/>
                  <a:pt x="1268" y="7508"/>
                </a:cubicBezTo>
                <a:cubicBezTo>
                  <a:pt x="1268" y="7255"/>
                  <a:pt x="1304" y="7037"/>
                  <a:pt x="1341" y="6784"/>
                </a:cubicBezTo>
                <a:lnTo>
                  <a:pt x="1341" y="6711"/>
                </a:lnTo>
                <a:lnTo>
                  <a:pt x="1377" y="6530"/>
                </a:lnTo>
                <a:cubicBezTo>
                  <a:pt x="1377" y="6422"/>
                  <a:pt x="1413" y="6313"/>
                  <a:pt x="1413" y="6168"/>
                </a:cubicBezTo>
                <a:cubicBezTo>
                  <a:pt x="1522" y="5697"/>
                  <a:pt x="1630" y="5190"/>
                  <a:pt x="1739" y="4719"/>
                </a:cubicBezTo>
                <a:cubicBezTo>
                  <a:pt x="1848" y="4248"/>
                  <a:pt x="1993" y="3741"/>
                  <a:pt x="2138" y="3270"/>
                </a:cubicBezTo>
                <a:cubicBezTo>
                  <a:pt x="2282" y="2799"/>
                  <a:pt x="2500" y="2329"/>
                  <a:pt x="2717" y="1858"/>
                </a:cubicBezTo>
                <a:cubicBezTo>
                  <a:pt x="2971" y="1278"/>
                  <a:pt x="3224" y="699"/>
                  <a:pt x="3514" y="155"/>
                </a:cubicBezTo>
                <a:cubicBezTo>
                  <a:pt x="3550" y="83"/>
                  <a:pt x="3550" y="10"/>
                  <a:pt x="3478" y="10"/>
                </a:cubicBezTo>
                <a:cubicBezTo>
                  <a:pt x="3464" y="4"/>
                  <a:pt x="3451" y="1"/>
                  <a:pt x="3438" y="1"/>
                </a:cubicBezTo>
                <a:close/>
              </a:path>
            </a:pathLst>
          </a:custGeom>
          <a:solidFill>
            <a:srgbClr val="000000"/>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grpSp>
        <p:nvGrpSpPr>
          <p:cNvPr id="8" name="Google Shape;1271;p31">
            <a:extLst>
              <a:ext uri="{FF2B5EF4-FFF2-40B4-BE49-F238E27FC236}">
                <a16:creationId xmlns:a16="http://schemas.microsoft.com/office/drawing/2014/main" id="{CB23DAAF-50DD-27E7-0037-77FFBAC07AA0}"/>
              </a:ext>
            </a:extLst>
          </p:cNvPr>
          <p:cNvGrpSpPr/>
          <p:nvPr/>
        </p:nvGrpSpPr>
        <p:grpSpPr>
          <a:xfrm>
            <a:off x="146167" y="642875"/>
            <a:ext cx="1937400" cy="2504405"/>
            <a:chOff x="1143386" y="1193989"/>
            <a:chExt cx="1937400" cy="2504405"/>
          </a:xfrm>
        </p:grpSpPr>
        <p:sp>
          <p:nvSpPr>
            <p:cNvPr id="9" name="Google Shape;1272;p31">
              <a:extLst>
                <a:ext uri="{FF2B5EF4-FFF2-40B4-BE49-F238E27FC236}">
                  <a16:creationId xmlns:a16="http://schemas.microsoft.com/office/drawing/2014/main" id="{72EF847B-518C-EEDC-768B-2C1294926B92}"/>
                </a:ext>
              </a:extLst>
            </p:cNvPr>
            <p:cNvSpPr/>
            <p:nvPr/>
          </p:nvSpPr>
          <p:spPr>
            <a:xfrm>
              <a:off x="1703541" y="1209004"/>
              <a:ext cx="817090" cy="1439700"/>
            </a:xfrm>
            <a:custGeom>
              <a:avLst/>
              <a:gdLst/>
              <a:ahLst/>
              <a:cxnLst/>
              <a:rect l="l" t="t" r="r" b="b"/>
              <a:pathLst>
                <a:path w="35208" h="62036" extrusionOk="0">
                  <a:moveTo>
                    <a:pt x="17156" y="5857"/>
                  </a:moveTo>
                  <a:cubicBezTo>
                    <a:pt x="19956" y="5857"/>
                    <a:pt x="22738" y="6597"/>
                    <a:pt x="25211" y="8030"/>
                  </a:cubicBezTo>
                  <a:cubicBezTo>
                    <a:pt x="27964" y="9696"/>
                    <a:pt x="29992" y="12340"/>
                    <a:pt x="30970" y="15383"/>
                  </a:cubicBezTo>
                  <a:cubicBezTo>
                    <a:pt x="31405" y="16868"/>
                    <a:pt x="31550" y="18425"/>
                    <a:pt x="31405" y="19983"/>
                  </a:cubicBezTo>
                  <a:cubicBezTo>
                    <a:pt x="31332" y="20780"/>
                    <a:pt x="31187" y="21540"/>
                    <a:pt x="30970" y="22301"/>
                  </a:cubicBezTo>
                  <a:cubicBezTo>
                    <a:pt x="30825" y="22699"/>
                    <a:pt x="30716" y="23062"/>
                    <a:pt x="30644" y="23460"/>
                  </a:cubicBezTo>
                  <a:cubicBezTo>
                    <a:pt x="30608" y="23750"/>
                    <a:pt x="30608" y="24003"/>
                    <a:pt x="30644" y="24293"/>
                  </a:cubicBezTo>
                  <a:cubicBezTo>
                    <a:pt x="30535" y="24511"/>
                    <a:pt x="30390" y="24728"/>
                    <a:pt x="30282" y="24945"/>
                  </a:cubicBezTo>
                  <a:cubicBezTo>
                    <a:pt x="29557" y="26068"/>
                    <a:pt x="28652" y="27118"/>
                    <a:pt x="27674" y="27988"/>
                  </a:cubicBezTo>
                  <a:cubicBezTo>
                    <a:pt x="25718" y="29835"/>
                    <a:pt x="23327" y="31139"/>
                    <a:pt x="20719" y="31791"/>
                  </a:cubicBezTo>
                  <a:cubicBezTo>
                    <a:pt x="19686" y="32048"/>
                    <a:pt x="18625" y="32172"/>
                    <a:pt x="17565" y="32172"/>
                  </a:cubicBezTo>
                  <a:cubicBezTo>
                    <a:pt x="13242" y="32172"/>
                    <a:pt x="8935" y="30096"/>
                    <a:pt x="6521" y="26430"/>
                  </a:cubicBezTo>
                  <a:cubicBezTo>
                    <a:pt x="5832" y="25344"/>
                    <a:pt x="5289" y="24221"/>
                    <a:pt x="4818" y="23025"/>
                  </a:cubicBezTo>
                  <a:cubicBezTo>
                    <a:pt x="4311" y="21794"/>
                    <a:pt x="3876" y="20526"/>
                    <a:pt x="3587" y="19258"/>
                  </a:cubicBezTo>
                  <a:cubicBezTo>
                    <a:pt x="3297" y="18063"/>
                    <a:pt x="3225" y="16832"/>
                    <a:pt x="3333" y="15636"/>
                  </a:cubicBezTo>
                  <a:cubicBezTo>
                    <a:pt x="3369" y="15419"/>
                    <a:pt x="3406" y="15238"/>
                    <a:pt x="3442" y="15021"/>
                  </a:cubicBezTo>
                  <a:cubicBezTo>
                    <a:pt x="3550" y="14984"/>
                    <a:pt x="3623" y="14912"/>
                    <a:pt x="3695" y="14839"/>
                  </a:cubicBezTo>
                  <a:cubicBezTo>
                    <a:pt x="4275" y="13898"/>
                    <a:pt x="4673" y="12847"/>
                    <a:pt x="5289" y="11906"/>
                  </a:cubicBezTo>
                  <a:cubicBezTo>
                    <a:pt x="5796" y="11036"/>
                    <a:pt x="6412" y="10239"/>
                    <a:pt x="7136" y="9515"/>
                  </a:cubicBezTo>
                  <a:cubicBezTo>
                    <a:pt x="8658" y="8175"/>
                    <a:pt x="10469" y="7161"/>
                    <a:pt x="12425" y="6581"/>
                  </a:cubicBezTo>
                  <a:cubicBezTo>
                    <a:pt x="13972" y="6096"/>
                    <a:pt x="15567" y="5857"/>
                    <a:pt x="17156" y="5857"/>
                  </a:cubicBezTo>
                  <a:close/>
                  <a:moveTo>
                    <a:pt x="20054" y="0"/>
                  </a:moveTo>
                  <a:cubicBezTo>
                    <a:pt x="19628" y="0"/>
                    <a:pt x="19207" y="73"/>
                    <a:pt x="18800" y="242"/>
                  </a:cubicBezTo>
                  <a:lnTo>
                    <a:pt x="18727" y="279"/>
                  </a:lnTo>
                  <a:cubicBezTo>
                    <a:pt x="18097" y="159"/>
                    <a:pt x="17442" y="88"/>
                    <a:pt x="16803" y="88"/>
                  </a:cubicBezTo>
                  <a:cubicBezTo>
                    <a:pt x="16671" y="88"/>
                    <a:pt x="16540" y="91"/>
                    <a:pt x="16409" y="97"/>
                  </a:cubicBezTo>
                  <a:cubicBezTo>
                    <a:pt x="15069" y="134"/>
                    <a:pt x="13729" y="387"/>
                    <a:pt x="12461" y="822"/>
                  </a:cubicBezTo>
                  <a:cubicBezTo>
                    <a:pt x="9672" y="1691"/>
                    <a:pt x="6774" y="3212"/>
                    <a:pt x="4854" y="5458"/>
                  </a:cubicBezTo>
                  <a:cubicBezTo>
                    <a:pt x="4021" y="6472"/>
                    <a:pt x="3297" y="7559"/>
                    <a:pt x="2645" y="8682"/>
                  </a:cubicBezTo>
                  <a:cubicBezTo>
                    <a:pt x="1957" y="9732"/>
                    <a:pt x="1413" y="10891"/>
                    <a:pt x="1051" y="12087"/>
                  </a:cubicBezTo>
                  <a:cubicBezTo>
                    <a:pt x="1015" y="12159"/>
                    <a:pt x="1051" y="12232"/>
                    <a:pt x="1124" y="12232"/>
                  </a:cubicBezTo>
                  <a:cubicBezTo>
                    <a:pt x="363" y="15165"/>
                    <a:pt x="1" y="18172"/>
                    <a:pt x="73" y="21214"/>
                  </a:cubicBezTo>
                  <a:cubicBezTo>
                    <a:pt x="73" y="24547"/>
                    <a:pt x="798" y="27879"/>
                    <a:pt x="1413" y="31175"/>
                  </a:cubicBezTo>
                  <a:cubicBezTo>
                    <a:pt x="2609" y="37333"/>
                    <a:pt x="4202" y="43418"/>
                    <a:pt x="7064" y="48996"/>
                  </a:cubicBezTo>
                  <a:cubicBezTo>
                    <a:pt x="8513" y="51677"/>
                    <a:pt x="10143" y="54321"/>
                    <a:pt x="11954" y="56856"/>
                  </a:cubicBezTo>
                  <a:cubicBezTo>
                    <a:pt x="12714" y="58015"/>
                    <a:pt x="13584" y="59174"/>
                    <a:pt x="14526" y="60225"/>
                  </a:cubicBezTo>
                  <a:cubicBezTo>
                    <a:pt x="15250" y="61058"/>
                    <a:pt x="16192" y="61891"/>
                    <a:pt x="17351" y="62036"/>
                  </a:cubicBezTo>
                  <a:cubicBezTo>
                    <a:pt x="17568" y="62036"/>
                    <a:pt x="17785" y="61963"/>
                    <a:pt x="17967" y="61782"/>
                  </a:cubicBezTo>
                  <a:cubicBezTo>
                    <a:pt x="18872" y="61492"/>
                    <a:pt x="19850" y="60442"/>
                    <a:pt x="20321" y="59899"/>
                  </a:cubicBezTo>
                  <a:cubicBezTo>
                    <a:pt x="21625" y="58377"/>
                    <a:pt x="22820" y="56784"/>
                    <a:pt x="23871" y="55081"/>
                  </a:cubicBezTo>
                  <a:cubicBezTo>
                    <a:pt x="26732" y="50843"/>
                    <a:pt x="29087" y="46316"/>
                    <a:pt x="30898" y="41571"/>
                  </a:cubicBezTo>
                  <a:cubicBezTo>
                    <a:pt x="32817" y="36355"/>
                    <a:pt x="34158" y="30922"/>
                    <a:pt x="34846" y="25380"/>
                  </a:cubicBezTo>
                  <a:cubicBezTo>
                    <a:pt x="35208" y="22627"/>
                    <a:pt x="35208" y="19838"/>
                    <a:pt x="34773" y="17085"/>
                  </a:cubicBezTo>
                  <a:cubicBezTo>
                    <a:pt x="34737" y="16904"/>
                    <a:pt x="34701" y="16687"/>
                    <a:pt x="34665" y="16469"/>
                  </a:cubicBezTo>
                  <a:cubicBezTo>
                    <a:pt x="34665" y="15781"/>
                    <a:pt x="34628" y="15057"/>
                    <a:pt x="34520" y="14369"/>
                  </a:cubicBezTo>
                  <a:cubicBezTo>
                    <a:pt x="34484" y="13608"/>
                    <a:pt x="34266" y="12884"/>
                    <a:pt x="33868" y="12195"/>
                  </a:cubicBezTo>
                  <a:cubicBezTo>
                    <a:pt x="33832" y="11688"/>
                    <a:pt x="33687" y="11217"/>
                    <a:pt x="33506" y="10746"/>
                  </a:cubicBezTo>
                  <a:cubicBezTo>
                    <a:pt x="33506" y="10674"/>
                    <a:pt x="33469" y="10602"/>
                    <a:pt x="33433" y="10565"/>
                  </a:cubicBezTo>
                  <a:cubicBezTo>
                    <a:pt x="33324" y="10022"/>
                    <a:pt x="33216" y="9515"/>
                    <a:pt x="33035" y="9008"/>
                  </a:cubicBezTo>
                  <a:cubicBezTo>
                    <a:pt x="33026" y="8981"/>
                    <a:pt x="33007" y="8969"/>
                    <a:pt x="32985" y="8969"/>
                  </a:cubicBezTo>
                  <a:cubicBezTo>
                    <a:pt x="32919" y="8969"/>
                    <a:pt x="32817" y="9071"/>
                    <a:pt x="32817" y="9153"/>
                  </a:cubicBezTo>
                  <a:cubicBezTo>
                    <a:pt x="32817" y="9196"/>
                    <a:pt x="32817" y="9227"/>
                    <a:pt x="32825" y="9252"/>
                  </a:cubicBezTo>
                  <a:lnTo>
                    <a:pt x="32825" y="9252"/>
                  </a:lnTo>
                  <a:cubicBezTo>
                    <a:pt x="32653" y="8974"/>
                    <a:pt x="32480" y="8667"/>
                    <a:pt x="32274" y="8392"/>
                  </a:cubicBezTo>
                  <a:cubicBezTo>
                    <a:pt x="32020" y="7994"/>
                    <a:pt x="31731" y="7595"/>
                    <a:pt x="31405" y="7197"/>
                  </a:cubicBezTo>
                  <a:cubicBezTo>
                    <a:pt x="31006" y="6545"/>
                    <a:pt x="30535" y="5893"/>
                    <a:pt x="30065" y="5277"/>
                  </a:cubicBezTo>
                  <a:cubicBezTo>
                    <a:pt x="29449" y="4444"/>
                    <a:pt x="28761" y="3683"/>
                    <a:pt x="27964" y="2995"/>
                  </a:cubicBezTo>
                  <a:cubicBezTo>
                    <a:pt x="27260" y="2362"/>
                    <a:pt x="26419" y="1762"/>
                    <a:pt x="25408" y="1762"/>
                  </a:cubicBezTo>
                  <a:cubicBezTo>
                    <a:pt x="25379" y="1762"/>
                    <a:pt x="25349" y="1763"/>
                    <a:pt x="25320" y="1764"/>
                  </a:cubicBezTo>
                  <a:cubicBezTo>
                    <a:pt x="25211" y="1764"/>
                    <a:pt x="25066" y="1908"/>
                    <a:pt x="25066" y="2053"/>
                  </a:cubicBezTo>
                  <a:cubicBezTo>
                    <a:pt x="24740" y="1836"/>
                    <a:pt x="24414" y="1655"/>
                    <a:pt x="24052" y="1438"/>
                  </a:cubicBezTo>
                  <a:cubicBezTo>
                    <a:pt x="22887" y="772"/>
                    <a:pt x="21446" y="0"/>
                    <a:pt x="20054" y="0"/>
                  </a:cubicBezTo>
                  <a:close/>
                </a:path>
              </a:pathLst>
            </a:custGeom>
            <a:solidFill>
              <a:srgbClr val="F8961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 name="Google Shape;1273;p31">
              <a:extLst>
                <a:ext uri="{FF2B5EF4-FFF2-40B4-BE49-F238E27FC236}">
                  <a16:creationId xmlns:a16="http://schemas.microsoft.com/office/drawing/2014/main" id="{A0D44094-2296-D8D3-9A9E-9122A93CD170}"/>
                </a:ext>
              </a:extLst>
            </p:cNvPr>
            <p:cNvSpPr/>
            <p:nvPr/>
          </p:nvSpPr>
          <p:spPr>
            <a:xfrm>
              <a:off x="1795161" y="1279321"/>
              <a:ext cx="667471" cy="248181"/>
            </a:xfrm>
            <a:custGeom>
              <a:avLst/>
              <a:gdLst/>
              <a:ahLst/>
              <a:cxnLst/>
              <a:rect l="l" t="t" r="r" b="b"/>
              <a:pathLst>
                <a:path w="28761" h="10694" extrusionOk="0">
                  <a:moveTo>
                    <a:pt x="13915" y="0"/>
                  </a:moveTo>
                  <a:cubicBezTo>
                    <a:pt x="13853" y="0"/>
                    <a:pt x="13791" y="1"/>
                    <a:pt x="13729" y="1"/>
                  </a:cubicBezTo>
                  <a:cubicBezTo>
                    <a:pt x="10614" y="38"/>
                    <a:pt x="7571" y="943"/>
                    <a:pt x="4963" y="2646"/>
                  </a:cubicBezTo>
                  <a:cubicBezTo>
                    <a:pt x="3080" y="3841"/>
                    <a:pt x="1" y="6811"/>
                    <a:pt x="544" y="9310"/>
                  </a:cubicBezTo>
                  <a:cubicBezTo>
                    <a:pt x="572" y="9407"/>
                    <a:pt x="648" y="9441"/>
                    <a:pt x="735" y="9441"/>
                  </a:cubicBezTo>
                  <a:cubicBezTo>
                    <a:pt x="874" y="9441"/>
                    <a:pt x="1043" y="9355"/>
                    <a:pt x="1087" y="9310"/>
                  </a:cubicBezTo>
                  <a:lnTo>
                    <a:pt x="1196" y="9238"/>
                  </a:lnTo>
                  <a:cubicBezTo>
                    <a:pt x="1305" y="9165"/>
                    <a:pt x="1413" y="9057"/>
                    <a:pt x="1450" y="8912"/>
                  </a:cubicBezTo>
                  <a:cubicBezTo>
                    <a:pt x="2971" y="7101"/>
                    <a:pt x="3985" y="5253"/>
                    <a:pt x="6231" y="4022"/>
                  </a:cubicBezTo>
                  <a:cubicBezTo>
                    <a:pt x="8295" y="2882"/>
                    <a:pt x="10648" y="2423"/>
                    <a:pt x="12977" y="2423"/>
                  </a:cubicBezTo>
                  <a:cubicBezTo>
                    <a:pt x="13386" y="2423"/>
                    <a:pt x="13794" y="2437"/>
                    <a:pt x="14200" y="2464"/>
                  </a:cubicBezTo>
                  <a:cubicBezTo>
                    <a:pt x="16952" y="2646"/>
                    <a:pt x="19633" y="3479"/>
                    <a:pt x="21987" y="4927"/>
                  </a:cubicBezTo>
                  <a:cubicBezTo>
                    <a:pt x="23219" y="5761"/>
                    <a:pt x="24305" y="6775"/>
                    <a:pt x="25211" y="7970"/>
                  </a:cubicBezTo>
                  <a:cubicBezTo>
                    <a:pt x="25899" y="8839"/>
                    <a:pt x="26261" y="10216"/>
                    <a:pt x="27275" y="10687"/>
                  </a:cubicBezTo>
                  <a:cubicBezTo>
                    <a:pt x="27285" y="10692"/>
                    <a:pt x="27296" y="10694"/>
                    <a:pt x="27307" y="10694"/>
                  </a:cubicBezTo>
                  <a:cubicBezTo>
                    <a:pt x="27376" y="10694"/>
                    <a:pt x="27462" y="10604"/>
                    <a:pt x="27493" y="10542"/>
                  </a:cubicBezTo>
                  <a:cubicBezTo>
                    <a:pt x="28761" y="7608"/>
                    <a:pt x="25102" y="4529"/>
                    <a:pt x="23001" y="3044"/>
                  </a:cubicBezTo>
                  <a:cubicBezTo>
                    <a:pt x="20082" y="1015"/>
                    <a:pt x="17443" y="0"/>
                    <a:pt x="13915" y="0"/>
                  </a:cubicBezTo>
                  <a:close/>
                </a:path>
              </a:pathLst>
            </a:custGeom>
            <a:solidFill>
              <a:srgbClr val="F3722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1274;p31">
              <a:extLst>
                <a:ext uri="{FF2B5EF4-FFF2-40B4-BE49-F238E27FC236}">
                  <a16:creationId xmlns:a16="http://schemas.microsoft.com/office/drawing/2014/main" id="{F8500A6C-2C8C-72DF-21BF-BDCAED4509C3}"/>
                </a:ext>
              </a:extLst>
            </p:cNvPr>
            <p:cNvSpPr/>
            <p:nvPr/>
          </p:nvSpPr>
          <p:spPr>
            <a:xfrm>
              <a:off x="1772650" y="2021341"/>
              <a:ext cx="693603" cy="628297"/>
            </a:xfrm>
            <a:custGeom>
              <a:avLst/>
              <a:gdLst/>
              <a:ahLst/>
              <a:cxnLst/>
              <a:rect l="l" t="t" r="r" b="b"/>
              <a:pathLst>
                <a:path w="29887" h="27073" extrusionOk="0">
                  <a:moveTo>
                    <a:pt x="29858" y="1"/>
                  </a:moveTo>
                  <a:cubicBezTo>
                    <a:pt x="29815" y="1"/>
                    <a:pt x="29720" y="69"/>
                    <a:pt x="29694" y="119"/>
                  </a:cubicBezTo>
                  <a:cubicBezTo>
                    <a:pt x="28789" y="2039"/>
                    <a:pt x="28209" y="4140"/>
                    <a:pt x="27340" y="6096"/>
                  </a:cubicBezTo>
                  <a:cubicBezTo>
                    <a:pt x="26362" y="8342"/>
                    <a:pt x="25275" y="10515"/>
                    <a:pt x="24116" y="12652"/>
                  </a:cubicBezTo>
                  <a:cubicBezTo>
                    <a:pt x="21689" y="16962"/>
                    <a:pt x="18792" y="21345"/>
                    <a:pt x="15061" y="24533"/>
                  </a:cubicBezTo>
                  <a:cubicBezTo>
                    <a:pt x="14988" y="24569"/>
                    <a:pt x="14952" y="24605"/>
                    <a:pt x="14916" y="24641"/>
                  </a:cubicBezTo>
                  <a:cubicBezTo>
                    <a:pt x="14083" y="23844"/>
                    <a:pt x="12924" y="23120"/>
                    <a:pt x="12344" y="22504"/>
                  </a:cubicBezTo>
                  <a:cubicBezTo>
                    <a:pt x="10461" y="20512"/>
                    <a:pt x="8795" y="18266"/>
                    <a:pt x="7382" y="15912"/>
                  </a:cubicBezTo>
                  <a:cubicBezTo>
                    <a:pt x="4847" y="11674"/>
                    <a:pt x="2782" y="7183"/>
                    <a:pt x="246" y="2981"/>
                  </a:cubicBezTo>
                  <a:cubicBezTo>
                    <a:pt x="231" y="2957"/>
                    <a:pt x="210" y="2947"/>
                    <a:pt x="187" y="2947"/>
                  </a:cubicBezTo>
                  <a:cubicBezTo>
                    <a:pt x="106" y="2947"/>
                    <a:pt x="1" y="3077"/>
                    <a:pt x="29" y="3162"/>
                  </a:cubicBezTo>
                  <a:cubicBezTo>
                    <a:pt x="1514" y="8378"/>
                    <a:pt x="3579" y="13702"/>
                    <a:pt x="6440" y="18302"/>
                  </a:cubicBezTo>
                  <a:cubicBezTo>
                    <a:pt x="7708" y="20367"/>
                    <a:pt x="9193" y="22287"/>
                    <a:pt x="10823" y="24062"/>
                  </a:cubicBezTo>
                  <a:cubicBezTo>
                    <a:pt x="11887" y="25189"/>
                    <a:pt x="13276" y="27073"/>
                    <a:pt x="14873" y="27073"/>
                  </a:cubicBezTo>
                  <a:cubicBezTo>
                    <a:pt x="15124" y="27073"/>
                    <a:pt x="15380" y="27026"/>
                    <a:pt x="15640" y="26923"/>
                  </a:cubicBezTo>
                  <a:cubicBezTo>
                    <a:pt x="15822" y="26851"/>
                    <a:pt x="15966" y="26670"/>
                    <a:pt x="16003" y="26488"/>
                  </a:cubicBezTo>
                  <a:cubicBezTo>
                    <a:pt x="16003" y="26380"/>
                    <a:pt x="16003" y="26307"/>
                    <a:pt x="15966" y="26199"/>
                  </a:cubicBezTo>
                  <a:lnTo>
                    <a:pt x="16039" y="26162"/>
                  </a:lnTo>
                  <a:cubicBezTo>
                    <a:pt x="16944" y="25329"/>
                    <a:pt x="17814" y="24424"/>
                    <a:pt x="18647" y="23482"/>
                  </a:cubicBezTo>
                  <a:cubicBezTo>
                    <a:pt x="18973" y="23229"/>
                    <a:pt x="19226" y="22939"/>
                    <a:pt x="19407" y="22577"/>
                  </a:cubicBezTo>
                  <a:cubicBezTo>
                    <a:pt x="21508" y="19932"/>
                    <a:pt x="23319" y="17107"/>
                    <a:pt x="24841" y="14101"/>
                  </a:cubicBezTo>
                  <a:cubicBezTo>
                    <a:pt x="26036" y="11746"/>
                    <a:pt x="27086" y="9320"/>
                    <a:pt x="27992" y="6857"/>
                  </a:cubicBezTo>
                  <a:cubicBezTo>
                    <a:pt x="28789" y="4719"/>
                    <a:pt x="29767" y="2329"/>
                    <a:pt x="29875" y="47"/>
                  </a:cubicBezTo>
                  <a:cubicBezTo>
                    <a:pt x="29886" y="14"/>
                    <a:pt x="29877" y="1"/>
                    <a:pt x="29858" y="1"/>
                  </a:cubicBezTo>
                  <a:close/>
                </a:path>
              </a:pathLst>
            </a:custGeom>
            <a:solidFill>
              <a:srgbClr val="F3722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1275;p31">
              <a:extLst>
                <a:ext uri="{FF2B5EF4-FFF2-40B4-BE49-F238E27FC236}">
                  <a16:creationId xmlns:a16="http://schemas.microsoft.com/office/drawing/2014/main" id="{7633DC38-B0AA-721C-B167-52CB2230DB5A}"/>
                </a:ext>
              </a:extLst>
            </p:cNvPr>
            <p:cNvSpPr/>
            <p:nvPr/>
          </p:nvSpPr>
          <p:spPr>
            <a:xfrm>
              <a:off x="1761534" y="1257414"/>
              <a:ext cx="701934" cy="700542"/>
            </a:xfrm>
            <a:custGeom>
              <a:avLst/>
              <a:gdLst/>
              <a:ahLst/>
              <a:cxnLst/>
              <a:rect l="l" t="t" r="r" b="b"/>
              <a:pathLst>
                <a:path w="30246" h="30186" extrusionOk="0">
                  <a:moveTo>
                    <a:pt x="14750" y="996"/>
                  </a:moveTo>
                  <a:cubicBezTo>
                    <a:pt x="15034" y="996"/>
                    <a:pt x="15321" y="1005"/>
                    <a:pt x="15612" y="1018"/>
                  </a:cubicBezTo>
                  <a:cubicBezTo>
                    <a:pt x="15975" y="1018"/>
                    <a:pt x="16373" y="1054"/>
                    <a:pt x="16735" y="1126"/>
                  </a:cubicBezTo>
                  <a:cubicBezTo>
                    <a:pt x="17134" y="1163"/>
                    <a:pt x="17423" y="1199"/>
                    <a:pt x="17786" y="1271"/>
                  </a:cubicBezTo>
                  <a:cubicBezTo>
                    <a:pt x="19234" y="1597"/>
                    <a:pt x="20647" y="2104"/>
                    <a:pt x="21915" y="2829"/>
                  </a:cubicBezTo>
                  <a:cubicBezTo>
                    <a:pt x="22567" y="3191"/>
                    <a:pt x="23146" y="3590"/>
                    <a:pt x="23690" y="4024"/>
                  </a:cubicBezTo>
                  <a:cubicBezTo>
                    <a:pt x="24269" y="4459"/>
                    <a:pt x="24813" y="4930"/>
                    <a:pt x="25283" y="5473"/>
                  </a:cubicBezTo>
                  <a:cubicBezTo>
                    <a:pt x="25791" y="5980"/>
                    <a:pt x="26261" y="6560"/>
                    <a:pt x="26660" y="7139"/>
                  </a:cubicBezTo>
                  <a:cubicBezTo>
                    <a:pt x="27058" y="7719"/>
                    <a:pt x="27421" y="8334"/>
                    <a:pt x="27747" y="8986"/>
                  </a:cubicBezTo>
                  <a:cubicBezTo>
                    <a:pt x="28072" y="9638"/>
                    <a:pt x="28362" y="10327"/>
                    <a:pt x="28580" y="11015"/>
                  </a:cubicBezTo>
                  <a:cubicBezTo>
                    <a:pt x="28688" y="11377"/>
                    <a:pt x="28797" y="11739"/>
                    <a:pt x="28869" y="12101"/>
                  </a:cubicBezTo>
                  <a:cubicBezTo>
                    <a:pt x="28906" y="12283"/>
                    <a:pt x="28942" y="12464"/>
                    <a:pt x="28978" y="12645"/>
                  </a:cubicBezTo>
                  <a:cubicBezTo>
                    <a:pt x="29014" y="12826"/>
                    <a:pt x="29050" y="12935"/>
                    <a:pt x="29087" y="13152"/>
                  </a:cubicBezTo>
                  <a:cubicBezTo>
                    <a:pt x="29195" y="13840"/>
                    <a:pt x="29304" y="14565"/>
                    <a:pt x="29304" y="15325"/>
                  </a:cubicBezTo>
                  <a:cubicBezTo>
                    <a:pt x="29304" y="15687"/>
                    <a:pt x="29304" y="16086"/>
                    <a:pt x="29268" y="16484"/>
                  </a:cubicBezTo>
                  <a:cubicBezTo>
                    <a:pt x="29268" y="16665"/>
                    <a:pt x="29232" y="16846"/>
                    <a:pt x="29195" y="17064"/>
                  </a:cubicBezTo>
                  <a:lnTo>
                    <a:pt x="29195" y="17100"/>
                  </a:lnTo>
                  <a:lnTo>
                    <a:pt x="29195" y="17245"/>
                  </a:lnTo>
                  <a:lnTo>
                    <a:pt x="29159" y="17535"/>
                  </a:lnTo>
                  <a:cubicBezTo>
                    <a:pt x="29050" y="18259"/>
                    <a:pt x="28869" y="18984"/>
                    <a:pt x="28652" y="19708"/>
                  </a:cubicBezTo>
                  <a:lnTo>
                    <a:pt x="28543" y="19962"/>
                  </a:lnTo>
                  <a:cubicBezTo>
                    <a:pt x="28543" y="19998"/>
                    <a:pt x="28543" y="20034"/>
                    <a:pt x="28507" y="20106"/>
                  </a:cubicBezTo>
                  <a:lnTo>
                    <a:pt x="28507" y="20143"/>
                  </a:lnTo>
                  <a:cubicBezTo>
                    <a:pt x="28435" y="20324"/>
                    <a:pt x="28398" y="20469"/>
                    <a:pt x="28290" y="20650"/>
                  </a:cubicBezTo>
                  <a:cubicBezTo>
                    <a:pt x="28181" y="21012"/>
                    <a:pt x="28000" y="21338"/>
                    <a:pt x="27855" y="21664"/>
                  </a:cubicBezTo>
                  <a:cubicBezTo>
                    <a:pt x="27783" y="21809"/>
                    <a:pt x="27674" y="21990"/>
                    <a:pt x="27602" y="22135"/>
                  </a:cubicBezTo>
                  <a:lnTo>
                    <a:pt x="27457" y="22388"/>
                  </a:lnTo>
                  <a:lnTo>
                    <a:pt x="27384" y="22497"/>
                  </a:lnTo>
                  <a:lnTo>
                    <a:pt x="27421" y="22461"/>
                  </a:lnTo>
                  <a:lnTo>
                    <a:pt x="27384" y="22533"/>
                  </a:lnTo>
                  <a:cubicBezTo>
                    <a:pt x="27203" y="22823"/>
                    <a:pt x="26986" y="23149"/>
                    <a:pt x="26769" y="23439"/>
                  </a:cubicBezTo>
                  <a:cubicBezTo>
                    <a:pt x="26587" y="23729"/>
                    <a:pt x="26334" y="24018"/>
                    <a:pt x="26117" y="24272"/>
                  </a:cubicBezTo>
                  <a:lnTo>
                    <a:pt x="26080" y="24344"/>
                  </a:lnTo>
                  <a:cubicBezTo>
                    <a:pt x="26089" y="24326"/>
                    <a:pt x="26092" y="24319"/>
                    <a:pt x="26090" y="24319"/>
                  </a:cubicBezTo>
                  <a:lnTo>
                    <a:pt x="26090" y="24319"/>
                  </a:lnTo>
                  <a:cubicBezTo>
                    <a:pt x="26085" y="24319"/>
                    <a:pt x="26044" y="24381"/>
                    <a:pt x="26044" y="24381"/>
                  </a:cubicBezTo>
                  <a:cubicBezTo>
                    <a:pt x="26008" y="24417"/>
                    <a:pt x="25899" y="24525"/>
                    <a:pt x="25827" y="24598"/>
                  </a:cubicBezTo>
                  <a:cubicBezTo>
                    <a:pt x="25754" y="24670"/>
                    <a:pt x="25609" y="24851"/>
                    <a:pt x="25465" y="24996"/>
                  </a:cubicBezTo>
                  <a:cubicBezTo>
                    <a:pt x="25211" y="25250"/>
                    <a:pt x="24957" y="25503"/>
                    <a:pt x="24668" y="25757"/>
                  </a:cubicBezTo>
                  <a:lnTo>
                    <a:pt x="24523" y="25902"/>
                  </a:lnTo>
                  <a:lnTo>
                    <a:pt x="24523" y="25902"/>
                  </a:lnTo>
                  <a:cubicBezTo>
                    <a:pt x="24523" y="25902"/>
                    <a:pt x="24487" y="25902"/>
                    <a:pt x="24487" y="25938"/>
                  </a:cubicBezTo>
                  <a:cubicBezTo>
                    <a:pt x="24450" y="25974"/>
                    <a:pt x="24414" y="26010"/>
                    <a:pt x="24342" y="26010"/>
                  </a:cubicBezTo>
                  <a:cubicBezTo>
                    <a:pt x="24233" y="26155"/>
                    <a:pt x="24088" y="26264"/>
                    <a:pt x="23907" y="26373"/>
                  </a:cubicBezTo>
                  <a:cubicBezTo>
                    <a:pt x="23617" y="26590"/>
                    <a:pt x="23328" y="26807"/>
                    <a:pt x="23038" y="26988"/>
                  </a:cubicBezTo>
                  <a:lnTo>
                    <a:pt x="22784" y="27133"/>
                  </a:lnTo>
                  <a:lnTo>
                    <a:pt x="22676" y="27206"/>
                  </a:lnTo>
                  <a:lnTo>
                    <a:pt x="22639" y="27242"/>
                  </a:lnTo>
                  <a:lnTo>
                    <a:pt x="22603" y="27242"/>
                  </a:lnTo>
                  <a:lnTo>
                    <a:pt x="22531" y="27278"/>
                  </a:lnTo>
                  <a:lnTo>
                    <a:pt x="22422" y="27351"/>
                  </a:lnTo>
                  <a:lnTo>
                    <a:pt x="22168" y="27496"/>
                  </a:lnTo>
                  <a:cubicBezTo>
                    <a:pt x="21842" y="27677"/>
                    <a:pt x="21516" y="27858"/>
                    <a:pt x="21190" y="28003"/>
                  </a:cubicBezTo>
                  <a:lnTo>
                    <a:pt x="20683" y="28220"/>
                  </a:lnTo>
                  <a:lnTo>
                    <a:pt x="20430" y="28292"/>
                  </a:lnTo>
                  <a:lnTo>
                    <a:pt x="20321" y="28329"/>
                  </a:lnTo>
                  <a:lnTo>
                    <a:pt x="20249" y="28365"/>
                  </a:lnTo>
                  <a:cubicBezTo>
                    <a:pt x="19560" y="28618"/>
                    <a:pt x="18836" y="28836"/>
                    <a:pt x="18112" y="28944"/>
                  </a:cubicBezTo>
                  <a:lnTo>
                    <a:pt x="17532" y="29053"/>
                  </a:lnTo>
                  <a:lnTo>
                    <a:pt x="17279" y="29089"/>
                  </a:lnTo>
                  <a:lnTo>
                    <a:pt x="17061" y="29089"/>
                  </a:lnTo>
                  <a:cubicBezTo>
                    <a:pt x="16663" y="29125"/>
                    <a:pt x="16264" y="29162"/>
                    <a:pt x="15902" y="29162"/>
                  </a:cubicBezTo>
                  <a:cubicBezTo>
                    <a:pt x="15689" y="29171"/>
                    <a:pt x="15478" y="29176"/>
                    <a:pt x="15269" y="29176"/>
                  </a:cubicBezTo>
                  <a:cubicBezTo>
                    <a:pt x="14698" y="29176"/>
                    <a:pt x="14141" y="29142"/>
                    <a:pt x="13584" y="29089"/>
                  </a:cubicBezTo>
                  <a:cubicBezTo>
                    <a:pt x="13403" y="29089"/>
                    <a:pt x="13222" y="29017"/>
                    <a:pt x="13041" y="28981"/>
                  </a:cubicBezTo>
                  <a:lnTo>
                    <a:pt x="12534" y="28908"/>
                  </a:lnTo>
                  <a:cubicBezTo>
                    <a:pt x="12171" y="28836"/>
                    <a:pt x="11809" y="28727"/>
                    <a:pt x="11447" y="28618"/>
                  </a:cubicBezTo>
                  <a:cubicBezTo>
                    <a:pt x="10722" y="28437"/>
                    <a:pt x="10034" y="28184"/>
                    <a:pt x="9382" y="27858"/>
                  </a:cubicBezTo>
                  <a:cubicBezTo>
                    <a:pt x="9056" y="27713"/>
                    <a:pt x="8730" y="27532"/>
                    <a:pt x="8404" y="27351"/>
                  </a:cubicBezTo>
                  <a:cubicBezTo>
                    <a:pt x="8078" y="27170"/>
                    <a:pt x="7789" y="26988"/>
                    <a:pt x="7499" y="26807"/>
                  </a:cubicBezTo>
                  <a:cubicBezTo>
                    <a:pt x="6303" y="26010"/>
                    <a:pt x="5217" y="25032"/>
                    <a:pt x="4275" y="23910"/>
                  </a:cubicBezTo>
                  <a:cubicBezTo>
                    <a:pt x="3370" y="22823"/>
                    <a:pt x="2609" y="21591"/>
                    <a:pt x="2066" y="20288"/>
                  </a:cubicBezTo>
                  <a:cubicBezTo>
                    <a:pt x="1776" y="19599"/>
                    <a:pt x="1558" y="18911"/>
                    <a:pt x="1414" y="18187"/>
                  </a:cubicBezTo>
                  <a:cubicBezTo>
                    <a:pt x="1305" y="17824"/>
                    <a:pt x="1232" y="17462"/>
                    <a:pt x="1196" y="17136"/>
                  </a:cubicBezTo>
                  <a:cubicBezTo>
                    <a:pt x="1124" y="16810"/>
                    <a:pt x="1088" y="16376"/>
                    <a:pt x="1051" y="16013"/>
                  </a:cubicBezTo>
                  <a:cubicBezTo>
                    <a:pt x="1015" y="15217"/>
                    <a:pt x="1015" y="14456"/>
                    <a:pt x="1051" y="13695"/>
                  </a:cubicBezTo>
                  <a:cubicBezTo>
                    <a:pt x="1051" y="13478"/>
                    <a:pt x="1088" y="13297"/>
                    <a:pt x="1124" y="13116"/>
                  </a:cubicBezTo>
                  <a:cubicBezTo>
                    <a:pt x="1124" y="13079"/>
                    <a:pt x="1124" y="13043"/>
                    <a:pt x="1124" y="13043"/>
                  </a:cubicBezTo>
                  <a:cubicBezTo>
                    <a:pt x="1124" y="12971"/>
                    <a:pt x="1124" y="12935"/>
                    <a:pt x="1124" y="12898"/>
                  </a:cubicBezTo>
                  <a:cubicBezTo>
                    <a:pt x="1124" y="12826"/>
                    <a:pt x="1124" y="12717"/>
                    <a:pt x="1160" y="12609"/>
                  </a:cubicBezTo>
                  <a:cubicBezTo>
                    <a:pt x="1232" y="12246"/>
                    <a:pt x="1305" y="11884"/>
                    <a:pt x="1377" y="11486"/>
                  </a:cubicBezTo>
                  <a:cubicBezTo>
                    <a:pt x="1486" y="11124"/>
                    <a:pt x="1558" y="10798"/>
                    <a:pt x="1703" y="10435"/>
                  </a:cubicBezTo>
                  <a:cubicBezTo>
                    <a:pt x="1703" y="10363"/>
                    <a:pt x="1740" y="10254"/>
                    <a:pt x="1776" y="10182"/>
                  </a:cubicBezTo>
                  <a:lnTo>
                    <a:pt x="1812" y="10037"/>
                  </a:lnTo>
                  <a:cubicBezTo>
                    <a:pt x="1812" y="10031"/>
                    <a:pt x="1812" y="10019"/>
                    <a:pt x="1812" y="10001"/>
                  </a:cubicBezTo>
                  <a:cubicBezTo>
                    <a:pt x="1884" y="9820"/>
                    <a:pt x="1957" y="9675"/>
                    <a:pt x="2029" y="9494"/>
                  </a:cubicBezTo>
                  <a:cubicBezTo>
                    <a:pt x="2174" y="9168"/>
                    <a:pt x="2319" y="8805"/>
                    <a:pt x="2464" y="8479"/>
                  </a:cubicBezTo>
                  <a:cubicBezTo>
                    <a:pt x="2536" y="8334"/>
                    <a:pt x="2645" y="8153"/>
                    <a:pt x="2718" y="8008"/>
                  </a:cubicBezTo>
                  <a:lnTo>
                    <a:pt x="2862" y="7791"/>
                  </a:lnTo>
                  <a:lnTo>
                    <a:pt x="2899" y="7683"/>
                  </a:lnTo>
                  <a:lnTo>
                    <a:pt x="2935" y="7646"/>
                  </a:lnTo>
                  <a:cubicBezTo>
                    <a:pt x="3333" y="6994"/>
                    <a:pt x="3768" y="6415"/>
                    <a:pt x="4239" y="5871"/>
                  </a:cubicBezTo>
                  <a:cubicBezTo>
                    <a:pt x="4239" y="5799"/>
                    <a:pt x="4275" y="5763"/>
                    <a:pt x="4311" y="5763"/>
                  </a:cubicBezTo>
                  <a:cubicBezTo>
                    <a:pt x="4384" y="5690"/>
                    <a:pt x="4456" y="5618"/>
                    <a:pt x="4492" y="5545"/>
                  </a:cubicBezTo>
                  <a:cubicBezTo>
                    <a:pt x="4637" y="5401"/>
                    <a:pt x="4746" y="5292"/>
                    <a:pt x="4855" y="5147"/>
                  </a:cubicBezTo>
                  <a:cubicBezTo>
                    <a:pt x="5108" y="4893"/>
                    <a:pt x="5398" y="4640"/>
                    <a:pt x="5651" y="4386"/>
                  </a:cubicBezTo>
                  <a:cubicBezTo>
                    <a:pt x="5724" y="4314"/>
                    <a:pt x="5796" y="4278"/>
                    <a:pt x="5833" y="4241"/>
                  </a:cubicBezTo>
                  <a:lnTo>
                    <a:pt x="5869" y="4205"/>
                  </a:lnTo>
                  <a:lnTo>
                    <a:pt x="5977" y="4133"/>
                  </a:lnTo>
                  <a:cubicBezTo>
                    <a:pt x="6122" y="3988"/>
                    <a:pt x="6267" y="3879"/>
                    <a:pt x="6412" y="3771"/>
                  </a:cubicBezTo>
                  <a:cubicBezTo>
                    <a:pt x="6702" y="3553"/>
                    <a:pt x="6992" y="3372"/>
                    <a:pt x="7318" y="3155"/>
                  </a:cubicBezTo>
                  <a:lnTo>
                    <a:pt x="7535" y="3010"/>
                  </a:lnTo>
                  <a:lnTo>
                    <a:pt x="7644" y="2938"/>
                  </a:lnTo>
                  <a:lnTo>
                    <a:pt x="7716" y="2901"/>
                  </a:lnTo>
                  <a:cubicBezTo>
                    <a:pt x="7861" y="2793"/>
                    <a:pt x="8006" y="2720"/>
                    <a:pt x="8187" y="2648"/>
                  </a:cubicBezTo>
                  <a:cubicBezTo>
                    <a:pt x="8513" y="2467"/>
                    <a:pt x="8839" y="2322"/>
                    <a:pt x="9165" y="2141"/>
                  </a:cubicBezTo>
                  <a:lnTo>
                    <a:pt x="9672" y="1923"/>
                  </a:lnTo>
                  <a:lnTo>
                    <a:pt x="9926" y="1851"/>
                  </a:lnTo>
                  <a:lnTo>
                    <a:pt x="10034" y="1778"/>
                  </a:lnTo>
                  <a:lnTo>
                    <a:pt x="10107" y="1778"/>
                  </a:lnTo>
                  <a:cubicBezTo>
                    <a:pt x="10433" y="1670"/>
                    <a:pt x="10795" y="1561"/>
                    <a:pt x="11157" y="1452"/>
                  </a:cubicBezTo>
                  <a:cubicBezTo>
                    <a:pt x="11483" y="1380"/>
                    <a:pt x="11882" y="1271"/>
                    <a:pt x="12244" y="1199"/>
                  </a:cubicBezTo>
                  <a:cubicBezTo>
                    <a:pt x="12425" y="1163"/>
                    <a:pt x="12606" y="1126"/>
                    <a:pt x="12787" y="1126"/>
                  </a:cubicBezTo>
                  <a:lnTo>
                    <a:pt x="13077" y="1090"/>
                  </a:lnTo>
                  <a:lnTo>
                    <a:pt x="13294" y="1090"/>
                  </a:lnTo>
                  <a:cubicBezTo>
                    <a:pt x="13776" y="1021"/>
                    <a:pt x="14259" y="996"/>
                    <a:pt x="14750" y="996"/>
                  </a:cubicBezTo>
                  <a:close/>
                  <a:moveTo>
                    <a:pt x="15390" y="0"/>
                  </a:moveTo>
                  <a:cubicBezTo>
                    <a:pt x="13993" y="0"/>
                    <a:pt x="12593" y="194"/>
                    <a:pt x="11230" y="583"/>
                  </a:cubicBezTo>
                  <a:cubicBezTo>
                    <a:pt x="9745" y="1018"/>
                    <a:pt x="8296" y="1706"/>
                    <a:pt x="6992" y="2539"/>
                  </a:cubicBezTo>
                  <a:cubicBezTo>
                    <a:pt x="5724" y="3408"/>
                    <a:pt x="4565" y="4459"/>
                    <a:pt x="3551" y="5690"/>
                  </a:cubicBezTo>
                  <a:cubicBezTo>
                    <a:pt x="1558" y="8081"/>
                    <a:pt x="363" y="11051"/>
                    <a:pt x="110" y="14166"/>
                  </a:cubicBezTo>
                  <a:cubicBezTo>
                    <a:pt x="1" y="15724"/>
                    <a:pt x="110" y="17317"/>
                    <a:pt x="508" y="18875"/>
                  </a:cubicBezTo>
                  <a:cubicBezTo>
                    <a:pt x="870" y="20324"/>
                    <a:pt x="1450" y="21736"/>
                    <a:pt x="2210" y="23004"/>
                  </a:cubicBezTo>
                  <a:cubicBezTo>
                    <a:pt x="3804" y="25612"/>
                    <a:pt x="6122" y="27640"/>
                    <a:pt x="8875" y="28908"/>
                  </a:cubicBezTo>
                  <a:cubicBezTo>
                    <a:pt x="10288" y="29524"/>
                    <a:pt x="11773" y="29922"/>
                    <a:pt x="13330" y="30103"/>
                  </a:cubicBezTo>
                  <a:cubicBezTo>
                    <a:pt x="13854" y="30158"/>
                    <a:pt x="14380" y="30185"/>
                    <a:pt x="14904" y="30185"/>
                  </a:cubicBezTo>
                  <a:cubicBezTo>
                    <a:pt x="17495" y="30185"/>
                    <a:pt x="20060" y="29522"/>
                    <a:pt x="22350" y="28256"/>
                  </a:cubicBezTo>
                  <a:cubicBezTo>
                    <a:pt x="25066" y="26735"/>
                    <a:pt x="27276" y="24417"/>
                    <a:pt x="28688" y="21628"/>
                  </a:cubicBezTo>
                  <a:cubicBezTo>
                    <a:pt x="29376" y="20215"/>
                    <a:pt x="29847" y="18730"/>
                    <a:pt x="30065" y="17209"/>
                  </a:cubicBezTo>
                  <a:cubicBezTo>
                    <a:pt x="30173" y="16448"/>
                    <a:pt x="30246" y="15651"/>
                    <a:pt x="30246" y="14891"/>
                  </a:cubicBezTo>
                  <a:cubicBezTo>
                    <a:pt x="30246" y="14881"/>
                    <a:pt x="30245" y="14872"/>
                    <a:pt x="30245" y="14863"/>
                  </a:cubicBezTo>
                  <a:lnTo>
                    <a:pt x="30245" y="14863"/>
                  </a:lnTo>
                  <a:cubicBezTo>
                    <a:pt x="30245" y="14860"/>
                    <a:pt x="30245" y="14857"/>
                    <a:pt x="30246" y="14854"/>
                  </a:cubicBezTo>
                  <a:cubicBezTo>
                    <a:pt x="30246" y="13297"/>
                    <a:pt x="30028" y="11739"/>
                    <a:pt x="29558" y="10254"/>
                  </a:cubicBezTo>
                  <a:cubicBezTo>
                    <a:pt x="29087" y="8805"/>
                    <a:pt x="28398" y="7465"/>
                    <a:pt x="27493" y="6234"/>
                  </a:cubicBezTo>
                  <a:cubicBezTo>
                    <a:pt x="26660" y="5002"/>
                    <a:pt x="25609" y="3952"/>
                    <a:pt x="24414" y="3046"/>
                  </a:cubicBezTo>
                  <a:cubicBezTo>
                    <a:pt x="23219" y="2141"/>
                    <a:pt x="21879" y="1416"/>
                    <a:pt x="20466" y="873"/>
                  </a:cubicBezTo>
                  <a:cubicBezTo>
                    <a:pt x="18827" y="293"/>
                    <a:pt x="17111" y="0"/>
                    <a:pt x="15390"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1276;p31">
              <a:extLst>
                <a:ext uri="{FF2B5EF4-FFF2-40B4-BE49-F238E27FC236}">
                  <a16:creationId xmlns:a16="http://schemas.microsoft.com/office/drawing/2014/main" id="{5DBCA0E0-2032-8AA7-78CE-02D2B1A2B7AD}"/>
                </a:ext>
              </a:extLst>
            </p:cNvPr>
            <p:cNvSpPr/>
            <p:nvPr/>
          </p:nvSpPr>
          <p:spPr>
            <a:xfrm>
              <a:off x="1699339" y="1193989"/>
              <a:ext cx="827185" cy="1400619"/>
            </a:xfrm>
            <a:custGeom>
              <a:avLst/>
              <a:gdLst/>
              <a:ahLst/>
              <a:cxnLst/>
              <a:rect l="l" t="t" r="r" b="b"/>
              <a:pathLst>
                <a:path w="35643" h="60352" extrusionOk="0">
                  <a:moveTo>
                    <a:pt x="17703" y="757"/>
                  </a:moveTo>
                  <a:cubicBezTo>
                    <a:pt x="25433" y="757"/>
                    <a:pt x="32661" y="6039"/>
                    <a:pt x="34483" y="14183"/>
                  </a:cubicBezTo>
                  <a:cubicBezTo>
                    <a:pt x="34773" y="15450"/>
                    <a:pt x="34918" y="16718"/>
                    <a:pt x="34918" y="17986"/>
                  </a:cubicBezTo>
                  <a:cubicBezTo>
                    <a:pt x="34882" y="24180"/>
                    <a:pt x="33940" y="30337"/>
                    <a:pt x="32093" y="36241"/>
                  </a:cubicBezTo>
                  <a:cubicBezTo>
                    <a:pt x="30571" y="41059"/>
                    <a:pt x="28507" y="45695"/>
                    <a:pt x="25935" y="50042"/>
                  </a:cubicBezTo>
                  <a:cubicBezTo>
                    <a:pt x="24957" y="51708"/>
                    <a:pt x="23870" y="53338"/>
                    <a:pt x="22711" y="54895"/>
                  </a:cubicBezTo>
                  <a:cubicBezTo>
                    <a:pt x="21878" y="56054"/>
                    <a:pt x="20973" y="57141"/>
                    <a:pt x="19995" y="58191"/>
                  </a:cubicBezTo>
                  <a:cubicBezTo>
                    <a:pt x="19633" y="58626"/>
                    <a:pt x="19234" y="59024"/>
                    <a:pt x="18799" y="59387"/>
                  </a:cubicBezTo>
                  <a:cubicBezTo>
                    <a:pt x="18551" y="59533"/>
                    <a:pt x="18273" y="59602"/>
                    <a:pt x="17997" y="59602"/>
                  </a:cubicBezTo>
                  <a:cubicBezTo>
                    <a:pt x="17588" y="59602"/>
                    <a:pt x="17182" y="59450"/>
                    <a:pt x="16880" y="59169"/>
                  </a:cubicBezTo>
                  <a:cubicBezTo>
                    <a:pt x="16662" y="58988"/>
                    <a:pt x="16481" y="58771"/>
                    <a:pt x="16300" y="58590"/>
                  </a:cubicBezTo>
                  <a:cubicBezTo>
                    <a:pt x="15395" y="57720"/>
                    <a:pt x="14598" y="56779"/>
                    <a:pt x="13801" y="55801"/>
                  </a:cubicBezTo>
                  <a:cubicBezTo>
                    <a:pt x="11410" y="52794"/>
                    <a:pt x="9309" y="49571"/>
                    <a:pt x="7607" y="46130"/>
                  </a:cubicBezTo>
                  <a:cubicBezTo>
                    <a:pt x="5216" y="41493"/>
                    <a:pt x="3442" y="36531"/>
                    <a:pt x="2283" y="31424"/>
                  </a:cubicBezTo>
                  <a:cubicBezTo>
                    <a:pt x="1594" y="28454"/>
                    <a:pt x="1160" y="25411"/>
                    <a:pt x="942" y="22332"/>
                  </a:cubicBezTo>
                  <a:cubicBezTo>
                    <a:pt x="725" y="19398"/>
                    <a:pt x="544" y="16392"/>
                    <a:pt x="1268" y="13531"/>
                  </a:cubicBezTo>
                  <a:cubicBezTo>
                    <a:pt x="2500" y="8604"/>
                    <a:pt x="5868" y="4511"/>
                    <a:pt x="10469" y="2374"/>
                  </a:cubicBezTo>
                  <a:cubicBezTo>
                    <a:pt x="12829" y="1271"/>
                    <a:pt x="15291" y="757"/>
                    <a:pt x="17703" y="757"/>
                  </a:cubicBezTo>
                  <a:close/>
                  <a:moveTo>
                    <a:pt x="18094" y="0"/>
                  </a:moveTo>
                  <a:cubicBezTo>
                    <a:pt x="16791" y="0"/>
                    <a:pt x="15463" y="147"/>
                    <a:pt x="14127" y="455"/>
                  </a:cubicBezTo>
                  <a:cubicBezTo>
                    <a:pt x="8983" y="1614"/>
                    <a:pt x="4601" y="4982"/>
                    <a:pt x="2101" y="9655"/>
                  </a:cubicBezTo>
                  <a:cubicBezTo>
                    <a:pt x="870" y="12045"/>
                    <a:pt x="145" y="14653"/>
                    <a:pt x="73" y="17334"/>
                  </a:cubicBezTo>
                  <a:cubicBezTo>
                    <a:pt x="1" y="18964"/>
                    <a:pt x="37" y="20594"/>
                    <a:pt x="182" y="22224"/>
                  </a:cubicBezTo>
                  <a:cubicBezTo>
                    <a:pt x="290" y="23817"/>
                    <a:pt x="435" y="25447"/>
                    <a:pt x="689" y="27077"/>
                  </a:cubicBezTo>
                  <a:cubicBezTo>
                    <a:pt x="1486" y="32692"/>
                    <a:pt x="3043" y="38197"/>
                    <a:pt x="5325" y="43413"/>
                  </a:cubicBezTo>
                  <a:cubicBezTo>
                    <a:pt x="7064" y="47361"/>
                    <a:pt x="9201" y="51092"/>
                    <a:pt x="11773" y="54605"/>
                  </a:cubicBezTo>
                  <a:cubicBezTo>
                    <a:pt x="12678" y="55801"/>
                    <a:pt x="13620" y="56996"/>
                    <a:pt x="14634" y="58155"/>
                  </a:cubicBezTo>
                  <a:cubicBezTo>
                    <a:pt x="14996" y="58554"/>
                    <a:pt x="15358" y="58952"/>
                    <a:pt x="15757" y="59350"/>
                  </a:cubicBezTo>
                  <a:cubicBezTo>
                    <a:pt x="16047" y="59640"/>
                    <a:pt x="16373" y="59894"/>
                    <a:pt x="16699" y="60111"/>
                  </a:cubicBezTo>
                  <a:cubicBezTo>
                    <a:pt x="17016" y="60270"/>
                    <a:pt x="17359" y="60351"/>
                    <a:pt x="17703" y="60351"/>
                  </a:cubicBezTo>
                  <a:cubicBezTo>
                    <a:pt x="18065" y="60351"/>
                    <a:pt x="18429" y="60261"/>
                    <a:pt x="18763" y="60075"/>
                  </a:cubicBezTo>
                  <a:cubicBezTo>
                    <a:pt x="19343" y="59713"/>
                    <a:pt x="19850" y="59242"/>
                    <a:pt x="20321" y="58698"/>
                  </a:cubicBezTo>
                  <a:cubicBezTo>
                    <a:pt x="20755" y="58191"/>
                    <a:pt x="21226" y="57684"/>
                    <a:pt x="21625" y="57141"/>
                  </a:cubicBezTo>
                  <a:cubicBezTo>
                    <a:pt x="22748" y="55801"/>
                    <a:pt x="23798" y="54388"/>
                    <a:pt x="24776" y="52939"/>
                  </a:cubicBezTo>
                  <a:cubicBezTo>
                    <a:pt x="27420" y="48919"/>
                    <a:pt x="29630" y="44645"/>
                    <a:pt x="31368" y="40189"/>
                  </a:cubicBezTo>
                  <a:cubicBezTo>
                    <a:pt x="33542" y="34503"/>
                    <a:pt x="34918" y="28562"/>
                    <a:pt x="35425" y="22513"/>
                  </a:cubicBezTo>
                  <a:cubicBezTo>
                    <a:pt x="35570" y="20883"/>
                    <a:pt x="35642" y="19290"/>
                    <a:pt x="35642" y="17660"/>
                  </a:cubicBezTo>
                  <a:cubicBezTo>
                    <a:pt x="35642" y="17655"/>
                    <a:pt x="35642" y="17650"/>
                    <a:pt x="35642" y="17646"/>
                  </a:cubicBezTo>
                  <a:lnTo>
                    <a:pt x="35642" y="17646"/>
                  </a:lnTo>
                  <a:cubicBezTo>
                    <a:pt x="35642" y="17638"/>
                    <a:pt x="35642" y="17631"/>
                    <a:pt x="35642" y="17624"/>
                  </a:cubicBezTo>
                  <a:cubicBezTo>
                    <a:pt x="35642" y="7693"/>
                    <a:pt x="27532" y="0"/>
                    <a:pt x="18094"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1277;p31">
              <a:extLst>
                <a:ext uri="{FF2B5EF4-FFF2-40B4-BE49-F238E27FC236}">
                  <a16:creationId xmlns:a16="http://schemas.microsoft.com/office/drawing/2014/main" id="{0969F6A0-9081-BB35-1ECB-75229198EEBC}"/>
                </a:ext>
              </a:extLst>
            </p:cNvPr>
            <p:cNvSpPr/>
            <p:nvPr/>
          </p:nvSpPr>
          <p:spPr>
            <a:xfrm>
              <a:off x="1764899" y="1396795"/>
              <a:ext cx="694368" cy="560925"/>
            </a:xfrm>
            <a:custGeom>
              <a:avLst/>
              <a:gdLst/>
              <a:ahLst/>
              <a:cxnLst/>
              <a:rect l="l" t="t" r="r" b="b"/>
              <a:pathLst>
                <a:path w="29920" h="24170" extrusionOk="0">
                  <a:moveTo>
                    <a:pt x="28290" y="14137"/>
                  </a:moveTo>
                  <a:cubicBezTo>
                    <a:pt x="28290" y="14144"/>
                    <a:pt x="28287" y="14154"/>
                    <a:pt x="28282" y="14167"/>
                  </a:cubicBezTo>
                  <a:lnTo>
                    <a:pt x="28282" y="14167"/>
                  </a:lnTo>
                  <a:cubicBezTo>
                    <a:pt x="28286" y="14150"/>
                    <a:pt x="28290" y="14137"/>
                    <a:pt x="28290" y="14137"/>
                  </a:cubicBezTo>
                  <a:close/>
                  <a:moveTo>
                    <a:pt x="26931" y="16582"/>
                  </a:moveTo>
                  <a:lnTo>
                    <a:pt x="26913" y="16636"/>
                  </a:lnTo>
                  <a:cubicBezTo>
                    <a:pt x="26903" y="16652"/>
                    <a:pt x="26898" y="16658"/>
                    <a:pt x="26896" y="16658"/>
                  </a:cubicBezTo>
                  <a:cubicBezTo>
                    <a:pt x="26893" y="16658"/>
                    <a:pt x="26912" y="16620"/>
                    <a:pt x="26931" y="16582"/>
                  </a:cubicBezTo>
                  <a:close/>
                  <a:moveTo>
                    <a:pt x="3475" y="1"/>
                  </a:moveTo>
                  <a:cubicBezTo>
                    <a:pt x="3417" y="1"/>
                    <a:pt x="3363" y="60"/>
                    <a:pt x="3333" y="119"/>
                  </a:cubicBezTo>
                  <a:lnTo>
                    <a:pt x="3406" y="119"/>
                  </a:lnTo>
                  <a:cubicBezTo>
                    <a:pt x="2790" y="916"/>
                    <a:pt x="2247" y="1821"/>
                    <a:pt x="1776" y="2727"/>
                  </a:cubicBezTo>
                  <a:cubicBezTo>
                    <a:pt x="1341" y="3596"/>
                    <a:pt x="943" y="4466"/>
                    <a:pt x="653" y="5407"/>
                  </a:cubicBezTo>
                  <a:cubicBezTo>
                    <a:pt x="646" y="5435"/>
                    <a:pt x="644" y="5446"/>
                    <a:pt x="646" y="5446"/>
                  </a:cubicBezTo>
                  <a:cubicBezTo>
                    <a:pt x="650" y="5446"/>
                    <a:pt x="678" y="5366"/>
                    <a:pt x="678" y="5366"/>
                  </a:cubicBezTo>
                  <a:lnTo>
                    <a:pt x="678" y="5366"/>
                  </a:lnTo>
                  <a:cubicBezTo>
                    <a:pt x="679" y="5366"/>
                    <a:pt x="672" y="5386"/>
                    <a:pt x="653" y="5444"/>
                  </a:cubicBezTo>
                  <a:cubicBezTo>
                    <a:pt x="653" y="5480"/>
                    <a:pt x="653" y="5516"/>
                    <a:pt x="617" y="5588"/>
                  </a:cubicBezTo>
                  <a:lnTo>
                    <a:pt x="580" y="5733"/>
                  </a:lnTo>
                  <a:cubicBezTo>
                    <a:pt x="544" y="5842"/>
                    <a:pt x="508" y="5951"/>
                    <a:pt x="508" y="6059"/>
                  </a:cubicBezTo>
                  <a:cubicBezTo>
                    <a:pt x="436" y="6277"/>
                    <a:pt x="399" y="6494"/>
                    <a:pt x="363" y="6711"/>
                  </a:cubicBezTo>
                  <a:cubicBezTo>
                    <a:pt x="254" y="7182"/>
                    <a:pt x="182" y="7653"/>
                    <a:pt x="146" y="8124"/>
                  </a:cubicBezTo>
                  <a:cubicBezTo>
                    <a:pt x="37" y="8957"/>
                    <a:pt x="1" y="9790"/>
                    <a:pt x="37" y="10623"/>
                  </a:cubicBezTo>
                  <a:cubicBezTo>
                    <a:pt x="110" y="12289"/>
                    <a:pt x="508" y="13883"/>
                    <a:pt x="1160" y="15404"/>
                  </a:cubicBezTo>
                  <a:cubicBezTo>
                    <a:pt x="1776" y="16853"/>
                    <a:pt x="2681" y="18230"/>
                    <a:pt x="3768" y="19389"/>
                  </a:cubicBezTo>
                  <a:cubicBezTo>
                    <a:pt x="4891" y="20584"/>
                    <a:pt x="6195" y="21562"/>
                    <a:pt x="7607" y="22323"/>
                  </a:cubicBezTo>
                  <a:cubicBezTo>
                    <a:pt x="9129" y="23119"/>
                    <a:pt x="10759" y="23663"/>
                    <a:pt x="12461" y="23953"/>
                  </a:cubicBezTo>
                  <a:cubicBezTo>
                    <a:pt x="13348" y="24097"/>
                    <a:pt x="14254" y="24170"/>
                    <a:pt x="15164" y="24170"/>
                  </a:cubicBezTo>
                  <a:cubicBezTo>
                    <a:pt x="16074" y="24170"/>
                    <a:pt x="16989" y="24097"/>
                    <a:pt x="17894" y="23953"/>
                  </a:cubicBezTo>
                  <a:cubicBezTo>
                    <a:pt x="19488" y="23663"/>
                    <a:pt x="21045" y="23119"/>
                    <a:pt x="22458" y="22286"/>
                  </a:cubicBezTo>
                  <a:cubicBezTo>
                    <a:pt x="23907" y="21490"/>
                    <a:pt x="25175" y="20475"/>
                    <a:pt x="26261" y="19280"/>
                  </a:cubicBezTo>
                  <a:cubicBezTo>
                    <a:pt x="26805" y="18664"/>
                    <a:pt x="27312" y="18012"/>
                    <a:pt x="27783" y="17324"/>
                  </a:cubicBezTo>
                  <a:cubicBezTo>
                    <a:pt x="28000" y="16962"/>
                    <a:pt x="28217" y="16600"/>
                    <a:pt x="28435" y="16201"/>
                  </a:cubicBezTo>
                  <a:cubicBezTo>
                    <a:pt x="28579" y="15839"/>
                    <a:pt x="28761" y="15441"/>
                    <a:pt x="28869" y="15078"/>
                  </a:cubicBezTo>
                  <a:lnTo>
                    <a:pt x="28942" y="14861"/>
                  </a:lnTo>
                  <a:cubicBezTo>
                    <a:pt x="28978" y="14825"/>
                    <a:pt x="28978" y="14789"/>
                    <a:pt x="28978" y="14752"/>
                  </a:cubicBezTo>
                  <a:lnTo>
                    <a:pt x="28978" y="14752"/>
                  </a:lnTo>
                  <a:lnTo>
                    <a:pt x="28976" y="14756"/>
                  </a:lnTo>
                  <a:lnTo>
                    <a:pt x="28976" y="14756"/>
                  </a:lnTo>
                  <a:cubicBezTo>
                    <a:pt x="28978" y="14743"/>
                    <a:pt x="28978" y="14729"/>
                    <a:pt x="28978" y="14716"/>
                  </a:cubicBezTo>
                  <a:lnTo>
                    <a:pt x="29014" y="14607"/>
                  </a:lnTo>
                  <a:cubicBezTo>
                    <a:pt x="29080" y="14442"/>
                    <a:pt x="29146" y="14247"/>
                    <a:pt x="29185" y="14076"/>
                  </a:cubicBezTo>
                  <a:lnTo>
                    <a:pt x="29185" y="14076"/>
                  </a:lnTo>
                  <a:cubicBezTo>
                    <a:pt x="29330" y="13661"/>
                    <a:pt x="29430" y="13247"/>
                    <a:pt x="29557" y="12833"/>
                  </a:cubicBezTo>
                  <a:cubicBezTo>
                    <a:pt x="29666" y="12326"/>
                    <a:pt x="29739" y="11855"/>
                    <a:pt x="29775" y="11384"/>
                  </a:cubicBezTo>
                  <a:cubicBezTo>
                    <a:pt x="29811" y="10913"/>
                    <a:pt x="29847" y="10478"/>
                    <a:pt x="29883" y="9971"/>
                  </a:cubicBezTo>
                  <a:cubicBezTo>
                    <a:pt x="29920" y="9500"/>
                    <a:pt x="29883" y="9029"/>
                    <a:pt x="29883" y="8559"/>
                  </a:cubicBezTo>
                  <a:cubicBezTo>
                    <a:pt x="29847" y="7581"/>
                    <a:pt x="29739" y="6603"/>
                    <a:pt x="29557" y="5625"/>
                  </a:cubicBezTo>
                  <a:cubicBezTo>
                    <a:pt x="29376" y="4647"/>
                    <a:pt x="29087" y="3705"/>
                    <a:pt x="28688" y="2799"/>
                  </a:cubicBezTo>
                  <a:cubicBezTo>
                    <a:pt x="28471" y="2292"/>
                    <a:pt x="28217" y="1785"/>
                    <a:pt x="27927" y="1314"/>
                  </a:cubicBezTo>
                  <a:cubicBezTo>
                    <a:pt x="27783" y="1061"/>
                    <a:pt x="27602" y="807"/>
                    <a:pt x="27420" y="590"/>
                  </a:cubicBezTo>
                  <a:cubicBezTo>
                    <a:pt x="27312" y="481"/>
                    <a:pt x="27203" y="373"/>
                    <a:pt x="27058" y="300"/>
                  </a:cubicBezTo>
                  <a:lnTo>
                    <a:pt x="26913" y="155"/>
                  </a:lnTo>
                  <a:cubicBezTo>
                    <a:pt x="26841" y="119"/>
                    <a:pt x="26768" y="83"/>
                    <a:pt x="26696" y="47"/>
                  </a:cubicBezTo>
                  <a:cubicBezTo>
                    <a:pt x="26675" y="19"/>
                    <a:pt x="26649" y="7"/>
                    <a:pt x="26620" y="7"/>
                  </a:cubicBezTo>
                  <a:cubicBezTo>
                    <a:pt x="26503" y="7"/>
                    <a:pt x="26355" y="212"/>
                    <a:pt x="26442" y="300"/>
                  </a:cubicBezTo>
                  <a:cubicBezTo>
                    <a:pt x="26442" y="336"/>
                    <a:pt x="26479" y="409"/>
                    <a:pt x="26479" y="481"/>
                  </a:cubicBezTo>
                  <a:cubicBezTo>
                    <a:pt x="26515" y="554"/>
                    <a:pt x="26551" y="626"/>
                    <a:pt x="26587" y="699"/>
                  </a:cubicBezTo>
                  <a:cubicBezTo>
                    <a:pt x="26624" y="843"/>
                    <a:pt x="26696" y="988"/>
                    <a:pt x="26768" y="1097"/>
                  </a:cubicBezTo>
                  <a:cubicBezTo>
                    <a:pt x="26877" y="1351"/>
                    <a:pt x="27058" y="1640"/>
                    <a:pt x="27203" y="1858"/>
                  </a:cubicBezTo>
                  <a:cubicBezTo>
                    <a:pt x="27493" y="2365"/>
                    <a:pt x="27783" y="2836"/>
                    <a:pt x="28036" y="3343"/>
                  </a:cubicBezTo>
                  <a:cubicBezTo>
                    <a:pt x="28543" y="4321"/>
                    <a:pt x="28905" y="5371"/>
                    <a:pt x="29123" y="6458"/>
                  </a:cubicBezTo>
                  <a:cubicBezTo>
                    <a:pt x="29340" y="7508"/>
                    <a:pt x="29413" y="8595"/>
                    <a:pt x="29340" y="9681"/>
                  </a:cubicBezTo>
                  <a:cubicBezTo>
                    <a:pt x="29304" y="10225"/>
                    <a:pt x="29268" y="10732"/>
                    <a:pt x="29123" y="11275"/>
                  </a:cubicBezTo>
                  <a:cubicBezTo>
                    <a:pt x="29014" y="11818"/>
                    <a:pt x="28869" y="12362"/>
                    <a:pt x="28688" y="12905"/>
                  </a:cubicBezTo>
                  <a:cubicBezTo>
                    <a:pt x="28616" y="13159"/>
                    <a:pt x="28543" y="13412"/>
                    <a:pt x="28435" y="13666"/>
                  </a:cubicBezTo>
                  <a:cubicBezTo>
                    <a:pt x="28435" y="13702"/>
                    <a:pt x="28398" y="13738"/>
                    <a:pt x="28398" y="13774"/>
                  </a:cubicBezTo>
                  <a:lnTo>
                    <a:pt x="28326" y="13992"/>
                  </a:lnTo>
                  <a:lnTo>
                    <a:pt x="28253" y="14173"/>
                  </a:lnTo>
                  <a:lnTo>
                    <a:pt x="28253" y="14209"/>
                  </a:lnTo>
                  <a:cubicBezTo>
                    <a:pt x="28253" y="14215"/>
                    <a:pt x="28254" y="14219"/>
                    <a:pt x="28254" y="14222"/>
                  </a:cubicBezTo>
                  <a:lnTo>
                    <a:pt x="28254" y="14222"/>
                  </a:lnTo>
                  <a:cubicBezTo>
                    <a:pt x="28231" y="14265"/>
                    <a:pt x="28201" y="14315"/>
                    <a:pt x="28181" y="14354"/>
                  </a:cubicBezTo>
                  <a:cubicBezTo>
                    <a:pt x="28109" y="14499"/>
                    <a:pt x="28036" y="14607"/>
                    <a:pt x="28000" y="14752"/>
                  </a:cubicBezTo>
                  <a:cubicBezTo>
                    <a:pt x="28012" y="14740"/>
                    <a:pt x="28018" y="14735"/>
                    <a:pt x="28020" y="14735"/>
                  </a:cubicBezTo>
                  <a:lnTo>
                    <a:pt x="28020" y="14735"/>
                  </a:lnTo>
                  <a:cubicBezTo>
                    <a:pt x="28028" y="14735"/>
                    <a:pt x="27927" y="14861"/>
                    <a:pt x="27927" y="14861"/>
                  </a:cubicBezTo>
                  <a:lnTo>
                    <a:pt x="27891" y="14897"/>
                  </a:lnTo>
                  <a:lnTo>
                    <a:pt x="27783" y="15115"/>
                  </a:lnTo>
                  <a:cubicBezTo>
                    <a:pt x="27746" y="15223"/>
                    <a:pt x="27674" y="15368"/>
                    <a:pt x="27602" y="15477"/>
                  </a:cubicBezTo>
                  <a:cubicBezTo>
                    <a:pt x="27608" y="15465"/>
                    <a:pt x="27610" y="15460"/>
                    <a:pt x="27609" y="15460"/>
                  </a:cubicBezTo>
                  <a:lnTo>
                    <a:pt x="27609" y="15460"/>
                  </a:lnTo>
                  <a:cubicBezTo>
                    <a:pt x="27607" y="15460"/>
                    <a:pt x="27594" y="15478"/>
                    <a:pt x="27579" y="15499"/>
                  </a:cubicBezTo>
                  <a:lnTo>
                    <a:pt x="27579" y="15499"/>
                  </a:lnTo>
                  <a:cubicBezTo>
                    <a:pt x="27558" y="15521"/>
                    <a:pt x="27529" y="15549"/>
                    <a:pt x="27529" y="15549"/>
                  </a:cubicBezTo>
                  <a:cubicBezTo>
                    <a:pt x="27529" y="15553"/>
                    <a:pt x="27530" y="15554"/>
                    <a:pt x="27532" y="15554"/>
                  </a:cubicBezTo>
                  <a:cubicBezTo>
                    <a:pt x="27535" y="15554"/>
                    <a:pt x="27543" y="15547"/>
                    <a:pt x="27552" y="15536"/>
                  </a:cubicBezTo>
                  <a:lnTo>
                    <a:pt x="27552" y="15536"/>
                  </a:lnTo>
                  <a:lnTo>
                    <a:pt x="27457" y="15694"/>
                  </a:lnTo>
                  <a:cubicBezTo>
                    <a:pt x="27457" y="15694"/>
                    <a:pt x="27420" y="15730"/>
                    <a:pt x="27420" y="15767"/>
                  </a:cubicBezTo>
                  <a:lnTo>
                    <a:pt x="27312" y="15948"/>
                  </a:lnTo>
                  <a:cubicBezTo>
                    <a:pt x="27312" y="15967"/>
                    <a:pt x="27290" y="15998"/>
                    <a:pt x="27282" y="15998"/>
                  </a:cubicBezTo>
                  <a:cubicBezTo>
                    <a:pt x="27276" y="15998"/>
                    <a:pt x="27279" y="15977"/>
                    <a:pt x="27312" y="15911"/>
                  </a:cubicBezTo>
                  <a:cubicBezTo>
                    <a:pt x="27337" y="15869"/>
                    <a:pt x="27347" y="15852"/>
                    <a:pt x="27346" y="15852"/>
                  </a:cubicBezTo>
                  <a:lnTo>
                    <a:pt x="27346" y="15852"/>
                  </a:lnTo>
                  <a:cubicBezTo>
                    <a:pt x="27345" y="15852"/>
                    <a:pt x="27239" y="16029"/>
                    <a:pt x="27239" y="16056"/>
                  </a:cubicBezTo>
                  <a:lnTo>
                    <a:pt x="27239" y="16093"/>
                  </a:lnTo>
                  <a:lnTo>
                    <a:pt x="27167" y="16201"/>
                  </a:lnTo>
                  <a:lnTo>
                    <a:pt x="27167" y="16201"/>
                  </a:lnTo>
                  <a:lnTo>
                    <a:pt x="27203" y="16129"/>
                  </a:lnTo>
                  <a:cubicBezTo>
                    <a:pt x="27208" y="16119"/>
                    <a:pt x="27209" y="16116"/>
                    <a:pt x="27209" y="16116"/>
                  </a:cubicBezTo>
                  <a:lnTo>
                    <a:pt x="27209" y="16116"/>
                  </a:lnTo>
                  <a:cubicBezTo>
                    <a:pt x="27206" y="16116"/>
                    <a:pt x="27142" y="16229"/>
                    <a:pt x="27147" y="16229"/>
                  </a:cubicBezTo>
                  <a:cubicBezTo>
                    <a:pt x="27148" y="16229"/>
                    <a:pt x="27154" y="16221"/>
                    <a:pt x="27167" y="16201"/>
                  </a:cubicBezTo>
                  <a:lnTo>
                    <a:pt x="27167" y="16201"/>
                  </a:lnTo>
                  <a:cubicBezTo>
                    <a:pt x="27094" y="16310"/>
                    <a:pt x="27022" y="16419"/>
                    <a:pt x="26950" y="16527"/>
                  </a:cubicBezTo>
                  <a:lnTo>
                    <a:pt x="26841" y="16708"/>
                  </a:lnTo>
                  <a:cubicBezTo>
                    <a:pt x="26768" y="16817"/>
                    <a:pt x="26696" y="16962"/>
                    <a:pt x="26624" y="17071"/>
                  </a:cubicBezTo>
                  <a:cubicBezTo>
                    <a:pt x="26345" y="17488"/>
                    <a:pt x="26033" y="17906"/>
                    <a:pt x="25687" y="18324"/>
                  </a:cubicBezTo>
                  <a:lnTo>
                    <a:pt x="25687" y="18324"/>
                  </a:lnTo>
                  <a:cubicBezTo>
                    <a:pt x="25697" y="18311"/>
                    <a:pt x="25704" y="18301"/>
                    <a:pt x="25703" y="18301"/>
                  </a:cubicBezTo>
                  <a:lnTo>
                    <a:pt x="25703" y="18301"/>
                  </a:lnTo>
                  <a:cubicBezTo>
                    <a:pt x="25702" y="18301"/>
                    <a:pt x="25687" y="18320"/>
                    <a:pt x="25646" y="18375"/>
                  </a:cubicBezTo>
                  <a:cubicBezTo>
                    <a:pt x="25659" y="18358"/>
                    <a:pt x="25673" y="18341"/>
                    <a:pt x="25687" y="18324"/>
                  </a:cubicBezTo>
                  <a:lnTo>
                    <a:pt x="25687" y="18324"/>
                  </a:lnTo>
                  <a:cubicBezTo>
                    <a:pt x="25675" y="18341"/>
                    <a:pt x="25658" y="18362"/>
                    <a:pt x="25646" y="18375"/>
                  </a:cubicBezTo>
                  <a:lnTo>
                    <a:pt x="25646" y="18375"/>
                  </a:lnTo>
                  <a:lnTo>
                    <a:pt x="25646" y="18375"/>
                  </a:lnTo>
                  <a:cubicBezTo>
                    <a:pt x="25646" y="18375"/>
                    <a:pt x="25646" y="18375"/>
                    <a:pt x="25646" y="18375"/>
                  </a:cubicBezTo>
                  <a:lnTo>
                    <a:pt x="25646" y="18375"/>
                  </a:lnTo>
                  <a:cubicBezTo>
                    <a:pt x="25646" y="18393"/>
                    <a:pt x="25618" y="18420"/>
                    <a:pt x="25605" y="18429"/>
                  </a:cubicBezTo>
                  <a:lnTo>
                    <a:pt x="25605" y="18429"/>
                  </a:lnTo>
                  <a:lnTo>
                    <a:pt x="25646" y="18375"/>
                  </a:lnTo>
                  <a:lnTo>
                    <a:pt x="25646" y="18375"/>
                  </a:lnTo>
                  <a:cubicBezTo>
                    <a:pt x="25603" y="18417"/>
                    <a:pt x="25594" y="18432"/>
                    <a:pt x="25598" y="18432"/>
                  </a:cubicBezTo>
                  <a:cubicBezTo>
                    <a:pt x="25600" y="18432"/>
                    <a:pt x="25602" y="18431"/>
                    <a:pt x="25605" y="18429"/>
                  </a:cubicBezTo>
                  <a:lnTo>
                    <a:pt x="25605" y="18429"/>
                  </a:lnTo>
                  <a:lnTo>
                    <a:pt x="25537" y="18519"/>
                  </a:lnTo>
                  <a:lnTo>
                    <a:pt x="25247" y="18809"/>
                  </a:lnTo>
                  <a:cubicBezTo>
                    <a:pt x="25066" y="19026"/>
                    <a:pt x="24849" y="19208"/>
                    <a:pt x="24668" y="19389"/>
                  </a:cubicBezTo>
                  <a:cubicBezTo>
                    <a:pt x="24559" y="19497"/>
                    <a:pt x="24486" y="19570"/>
                    <a:pt x="24378" y="19678"/>
                  </a:cubicBezTo>
                  <a:lnTo>
                    <a:pt x="24233" y="19787"/>
                  </a:lnTo>
                  <a:cubicBezTo>
                    <a:pt x="24281" y="19751"/>
                    <a:pt x="24301" y="19739"/>
                    <a:pt x="24305" y="19739"/>
                  </a:cubicBezTo>
                  <a:lnTo>
                    <a:pt x="24305" y="19739"/>
                  </a:lnTo>
                  <a:cubicBezTo>
                    <a:pt x="24313" y="19739"/>
                    <a:pt x="24257" y="19787"/>
                    <a:pt x="24233" y="19787"/>
                  </a:cubicBezTo>
                  <a:cubicBezTo>
                    <a:pt x="24016" y="19968"/>
                    <a:pt x="23798" y="20113"/>
                    <a:pt x="23581" y="20294"/>
                  </a:cubicBezTo>
                  <a:cubicBezTo>
                    <a:pt x="23364" y="20439"/>
                    <a:pt x="23146" y="20620"/>
                    <a:pt x="22929" y="20729"/>
                  </a:cubicBezTo>
                  <a:lnTo>
                    <a:pt x="22567" y="20946"/>
                  </a:lnTo>
                  <a:lnTo>
                    <a:pt x="22386" y="21091"/>
                  </a:lnTo>
                  <a:cubicBezTo>
                    <a:pt x="21879" y="21345"/>
                    <a:pt x="21371" y="21562"/>
                    <a:pt x="20864" y="21779"/>
                  </a:cubicBezTo>
                  <a:lnTo>
                    <a:pt x="20683" y="21852"/>
                  </a:lnTo>
                  <a:lnTo>
                    <a:pt x="20575" y="21888"/>
                  </a:lnTo>
                  <a:cubicBezTo>
                    <a:pt x="20537" y="21907"/>
                    <a:pt x="20529" y="21913"/>
                    <a:pt x="20535" y="21913"/>
                  </a:cubicBezTo>
                  <a:cubicBezTo>
                    <a:pt x="20540" y="21913"/>
                    <a:pt x="20552" y="21910"/>
                    <a:pt x="20567" y="21905"/>
                  </a:cubicBezTo>
                  <a:lnTo>
                    <a:pt x="20567" y="21905"/>
                  </a:lnTo>
                  <a:lnTo>
                    <a:pt x="20249" y="22033"/>
                  </a:lnTo>
                  <a:cubicBezTo>
                    <a:pt x="19959" y="22142"/>
                    <a:pt x="19669" y="22214"/>
                    <a:pt x="19415" y="22286"/>
                  </a:cubicBezTo>
                  <a:cubicBezTo>
                    <a:pt x="19126" y="22359"/>
                    <a:pt x="18836" y="22395"/>
                    <a:pt x="18546" y="22468"/>
                  </a:cubicBezTo>
                  <a:cubicBezTo>
                    <a:pt x="18401" y="22504"/>
                    <a:pt x="18256" y="22504"/>
                    <a:pt x="18075" y="22540"/>
                  </a:cubicBezTo>
                  <a:lnTo>
                    <a:pt x="17894" y="22576"/>
                  </a:lnTo>
                  <a:lnTo>
                    <a:pt x="17786" y="22576"/>
                  </a:lnTo>
                  <a:cubicBezTo>
                    <a:pt x="17134" y="22649"/>
                    <a:pt x="16482" y="22685"/>
                    <a:pt x="15830" y="22685"/>
                  </a:cubicBezTo>
                  <a:cubicBezTo>
                    <a:pt x="15178" y="22685"/>
                    <a:pt x="14526" y="22649"/>
                    <a:pt x="13874" y="22576"/>
                  </a:cubicBezTo>
                  <a:cubicBezTo>
                    <a:pt x="13625" y="22545"/>
                    <a:pt x="13376" y="22514"/>
                    <a:pt x="13104" y="22460"/>
                  </a:cubicBezTo>
                  <a:lnTo>
                    <a:pt x="13104" y="22460"/>
                  </a:lnTo>
                  <a:cubicBezTo>
                    <a:pt x="13119" y="22463"/>
                    <a:pt x="13134" y="22465"/>
                    <a:pt x="13149" y="22468"/>
                  </a:cubicBezTo>
                  <a:lnTo>
                    <a:pt x="12968" y="22431"/>
                  </a:lnTo>
                  <a:lnTo>
                    <a:pt x="12968" y="22431"/>
                  </a:lnTo>
                  <a:cubicBezTo>
                    <a:pt x="13014" y="22442"/>
                    <a:pt x="13060" y="22451"/>
                    <a:pt x="13104" y="22460"/>
                  </a:cubicBezTo>
                  <a:lnTo>
                    <a:pt x="13104" y="22460"/>
                  </a:lnTo>
                  <a:cubicBezTo>
                    <a:pt x="11599" y="22204"/>
                    <a:pt x="10130" y="21700"/>
                    <a:pt x="8803" y="21019"/>
                  </a:cubicBezTo>
                  <a:cubicBezTo>
                    <a:pt x="8404" y="20801"/>
                    <a:pt x="8042" y="20620"/>
                    <a:pt x="7680" y="20367"/>
                  </a:cubicBezTo>
                  <a:lnTo>
                    <a:pt x="7680" y="20367"/>
                  </a:lnTo>
                  <a:lnTo>
                    <a:pt x="7825" y="20475"/>
                  </a:lnTo>
                  <a:cubicBezTo>
                    <a:pt x="6448" y="19606"/>
                    <a:pt x="5253" y="18519"/>
                    <a:pt x="4275" y="17252"/>
                  </a:cubicBezTo>
                  <a:cubicBezTo>
                    <a:pt x="3985" y="16889"/>
                    <a:pt x="3732" y="16527"/>
                    <a:pt x="3478" y="16129"/>
                  </a:cubicBezTo>
                  <a:lnTo>
                    <a:pt x="3478" y="16129"/>
                  </a:lnTo>
                  <a:lnTo>
                    <a:pt x="3551" y="16274"/>
                  </a:lnTo>
                  <a:cubicBezTo>
                    <a:pt x="3007" y="15368"/>
                    <a:pt x="2536" y="14426"/>
                    <a:pt x="2210" y="13448"/>
                  </a:cubicBezTo>
                  <a:cubicBezTo>
                    <a:pt x="2029" y="12941"/>
                    <a:pt x="1884" y="12434"/>
                    <a:pt x="1739" y="11927"/>
                  </a:cubicBezTo>
                  <a:cubicBezTo>
                    <a:pt x="1739" y="11818"/>
                    <a:pt x="1703" y="11674"/>
                    <a:pt x="1667" y="11565"/>
                  </a:cubicBezTo>
                  <a:lnTo>
                    <a:pt x="1631" y="11348"/>
                  </a:lnTo>
                  <a:cubicBezTo>
                    <a:pt x="1631" y="11322"/>
                    <a:pt x="1612" y="11204"/>
                    <a:pt x="1615" y="11204"/>
                  </a:cubicBezTo>
                  <a:lnTo>
                    <a:pt x="1615" y="11204"/>
                  </a:lnTo>
                  <a:cubicBezTo>
                    <a:pt x="1616" y="11204"/>
                    <a:pt x="1620" y="11223"/>
                    <a:pt x="1631" y="11275"/>
                  </a:cubicBezTo>
                  <a:cubicBezTo>
                    <a:pt x="1631" y="11166"/>
                    <a:pt x="1595" y="11022"/>
                    <a:pt x="1558" y="10913"/>
                  </a:cubicBezTo>
                  <a:lnTo>
                    <a:pt x="1558" y="10804"/>
                  </a:lnTo>
                  <a:lnTo>
                    <a:pt x="1558" y="10696"/>
                  </a:lnTo>
                  <a:cubicBezTo>
                    <a:pt x="1558" y="10659"/>
                    <a:pt x="1522" y="10551"/>
                    <a:pt x="1522" y="10478"/>
                  </a:cubicBezTo>
                  <a:cubicBezTo>
                    <a:pt x="1341" y="9392"/>
                    <a:pt x="1305" y="8305"/>
                    <a:pt x="1413" y="7255"/>
                  </a:cubicBezTo>
                  <a:lnTo>
                    <a:pt x="1450" y="6856"/>
                  </a:lnTo>
                  <a:cubicBezTo>
                    <a:pt x="1450" y="6820"/>
                    <a:pt x="1450" y="6784"/>
                    <a:pt x="1450" y="6747"/>
                  </a:cubicBezTo>
                  <a:cubicBezTo>
                    <a:pt x="1450" y="6675"/>
                    <a:pt x="1486" y="6566"/>
                    <a:pt x="1486" y="6494"/>
                  </a:cubicBezTo>
                  <a:cubicBezTo>
                    <a:pt x="1522" y="6204"/>
                    <a:pt x="1595" y="5951"/>
                    <a:pt x="1631" y="5661"/>
                  </a:cubicBezTo>
                  <a:cubicBezTo>
                    <a:pt x="1667" y="5516"/>
                    <a:pt x="1703" y="5371"/>
                    <a:pt x="1739" y="5262"/>
                  </a:cubicBezTo>
                  <a:lnTo>
                    <a:pt x="1739" y="5154"/>
                  </a:lnTo>
                  <a:cubicBezTo>
                    <a:pt x="1739" y="5118"/>
                    <a:pt x="1739" y="5081"/>
                    <a:pt x="1739" y="5045"/>
                  </a:cubicBezTo>
                  <a:cubicBezTo>
                    <a:pt x="1739" y="4973"/>
                    <a:pt x="1776" y="4900"/>
                    <a:pt x="1776" y="4828"/>
                  </a:cubicBezTo>
                  <a:cubicBezTo>
                    <a:pt x="1848" y="4538"/>
                    <a:pt x="1921" y="4248"/>
                    <a:pt x="1993" y="3958"/>
                  </a:cubicBezTo>
                  <a:cubicBezTo>
                    <a:pt x="1993" y="3886"/>
                    <a:pt x="2065" y="3814"/>
                    <a:pt x="2065" y="3741"/>
                  </a:cubicBezTo>
                  <a:lnTo>
                    <a:pt x="2102" y="3632"/>
                  </a:lnTo>
                  <a:cubicBezTo>
                    <a:pt x="2102" y="3632"/>
                    <a:pt x="2145" y="3525"/>
                    <a:pt x="2131" y="3525"/>
                  </a:cubicBezTo>
                  <a:cubicBezTo>
                    <a:pt x="2127" y="3525"/>
                    <a:pt x="2118" y="3535"/>
                    <a:pt x="2102" y="3560"/>
                  </a:cubicBezTo>
                  <a:cubicBezTo>
                    <a:pt x="2174" y="3379"/>
                    <a:pt x="2210" y="3198"/>
                    <a:pt x="2283" y="3017"/>
                  </a:cubicBezTo>
                  <a:cubicBezTo>
                    <a:pt x="2283" y="3017"/>
                    <a:pt x="2306" y="2924"/>
                    <a:pt x="2297" y="2924"/>
                  </a:cubicBezTo>
                  <a:lnTo>
                    <a:pt x="2297" y="2924"/>
                  </a:lnTo>
                  <a:cubicBezTo>
                    <a:pt x="2294" y="2924"/>
                    <a:pt x="2290" y="2930"/>
                    <a:pt x="2283" y="2944"/>
                  </a:cubicBezTo>
                  <a:cubicBezTo>
                    <a:pt x="2296" y="2904"/>
                    <a:pt x="2309" y="2879"/>
                    <a:pt x="2319" y="2865"/>
                  </a:cubicBezTo>
                  <a:lnTo>
                    <a:pt x="2319" y="2865"/>
                  </a:lnTo>
                  <a:lnTo>
                    <a:pt x="2319" y="2872"/>
                  </a:lnTo>
                  <a:cubicBezTo>
                    <a:pt x="2332" y="2859"/>
                    <a:pt x="2336" y="2850"/>
                    <a:pt x="2333" y="2850"/>
                  </a:cubicBezTo>
                  <a:lnTo>
                    <a:pt x="2333" y="2850"/>
                  </a:lnTo>
                  <a:cubicBezTo>
                    <a:pt x="2331" y="2850"/>
                    <a:pt x="2326" y="2855"/>
                    <a:pt x="2319" y="2865"/>
                  </a:cubicBezTo>
                  <a:lnTo>
                    <a:pt x="2319" y="2865"/>
                  </a:lnTo>
                  <a:lnTo>
                    <a:pt x="2319" y="2836"/>
                  </a:lnTo>
                  <a:cubicBezTo>
                    <a:pt x="2355" y="2763"/>
                    <a:pt x="2391" y="2654"/>
                    <a:pt x="2428" y="2582"/>
                  </a:cubicBezTo>
                  <a:cubicBezTo>
                    <a:pt x="2500" y="2437"/>
                    <a:pt x="2536" y="2256"/>
                    <a:pt x="2609" y="2111"/>
                  </a:cubicBezTo>
                  <a:cubicBezTo>
                    <a:pt x="2899" y="1459"/>
                    <a:pt x="3225" y="807"/>
                    <a:pt x="3551" y="155"/>
                  </a:cubicBezTo>
                  <a:cubicBezTo>
                    <a:pt x="3587" y="83"/>
                    <a:pt x="3587" y="10"/>
                    <a:pt x="3514" y="10"/>
                  </a:cubicBezTo>
                  <a:cubicBezTo>
                    <a:pt x="3501" y="4"/>
                    <a:pt x="3488" y="1"/>
                    <a:pt x="3475"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1278;p31">
              <a:extLst>
                <a:ext uri="{FF2B5EF4-FFF2-40B4-BE49-F238E27FC236}">
                  <a16:creationId xmlns:a16="http://schemas.microsoft.com/office/drawing/2014/main" id="{C1C097B2-A00C-52D2-B242-2B4E440580B5}"/>
                </a:ext>
              </a:extLst>
            </p:cNvPr>
            <p:cNvSpPr/>
            <p:nvPr/>
          </p:nvSpPr>
          <p:spPr>
            <a:xfrm>
              <a:off x="1764342" y="1322115"/>
              <a:ext cx="698290" cy="330568"/>
            </a:xfrm>
            <a:custGeom>
              <a:avLst/>
              <a:gdLst/>
              <a:ahLst/>
              <a:cxnLst/>
              <a:rect l="l" t="t" r="r" b="b"/>
              <a:pathLst>
                <a:path w="30089" h="14244" extrusionOk="0">
                  <a:moveTo>
                    <a:pt x="9933" y="1800"/>
                  </a:moveTo>
                  <a:cubicBezTo>
                    <a:pt x="9929" y="1800"/>
                    <a:pt x="9913" y="1804"/>
                    <a:pt x="9877" y="1816"/>
                  </a:cubicBezTo>
                  <a:cubicBezTo>
                    <a:pt x="9901" y="1816"/>
                    <a:pt x="9941" y="1800"/>
                    <a:pt x="9933" y="1800"/>
                  </a:cubicBezTo>
                  <a:close/>
                  <a:moveTo>
                    <a:pt x="15265" y="0"/>
                  </a:moveTo>
                  <a:cubicBezTo>
                    <a:pt x="13904" y="0"/>
                    <a:pt x="12548" y="183"/>
                    <a:pt x="11253" y="548"/>
                  </a:cubicBezTo>
                  <a:cubicBezTo>
                    <a:pt x="8428" y="1345"/>
                    <a:pt x="5893" y="2902"/>
                    <a:pt x="3937" y="5076"/>
                  </a:cubicBezTo>
                  <a:cubicBezTo>
                    <a:pt x="2959" y="6162"/>
                    <a:pt x="2126" y="7394"/>
                    <a:pt x="1474" y="8698"/>
                  </a:cubicBezTo>
                  <a:cubicBezTo>
                    <a:pt x="822" y="10038"/>
                    <a:pt x="387" y="11414"/>
                    <a:pt x="170" y="12863"/>
                  </a:cubicBezTo>
                  <a:cubicBezTo>
                    <a:pt x="97" y="13225"/>
                    <a:pt x="61" y="13624"/>
                    <a:pt x="25" y="13986"/>
                  </a:cubicBezTo>
                  <a:cubicBezTo>
                    <a:pt x="1" y="14179"/>
                    <a:pt x="138" y="14244"/>
                    <a:pt x="274" y="14244"/>
                  </a:cubicBezTo>
                  <a:cubicBezTo>
                    <a:pt x="343" y="14244"/>
                    <a:pt x="411" y="14228"/>
                    <a:pt x="460" y="14203"/>
                  </a:cubicBezTo>
                  <a:cubicBezTo>
                    <a:pt x="713" y="14058"/>
                    <a:pt x="894" y="13841"/>
                    <a:pt x="930" y="13551"/>
                  </a:cubicBezTo>
                  <a:lnTo>
                    <a:pt x="967" y="13588"/>
                  </a:lnTo>
                  <a:cubicBezTo>
                    <a:pt x="967" y="13515"/>
                    <a:pt x="967" y="13407"/>
                    <a:pt x="967" y="13334"/>
                  </a:cubicBezTo>
                  <a:lnTo>
                    <a:pt x="967" y="13189"/>
                  </a:lnTo>
                  <a:lnTo>
                    <a:pt x="967" y="13153"/>
                  </a:lnTo>
                  <a:lnTo>
                    <a:pt x="967" y="13117"/>
                  </a:lnTo>
                  <a:cubicBezTo>
                    <a:pt x="967" y="12936"/>
                    <a:pt x="1039" y="12755"/>
                    <a:pt x="1039" y="12610"/>
                  </a:cubicBezTo>
                  <a:cubicBezTo>
                    <a:pt x="1111" y="12247"/>
                    <a:pt x="1184" y="11885"/>
                    <a:pt x="1256" y="11559"/>
                  </a:cubicBezTo>
                  <a:cubicBezTo>
                    <a:pt x="1329" y="11197"/>
                    <a:pt x="1437" y="10871"/>
                    <a:pt x="1546" y="10545"/>
                  </a:cubicBezTo>
                  <a:cubicBezTo>
                    <a:pt x="1619" y="10364"/>
                    <a:pt x="1655" y="10219"/>
                    <a:pt x="1727" y="10038"/>
                  </a:cubicBezTo>
                  <a:cubicBezTo>
                    <a:pt x="1728" y="10037"/>
                    <a:pt x="1729" y="10035"/>
                    <a:pt x="1729" y="10034"/>
                  </a:cubicBezTo>
                  <a:lnTo>
                    <a:pt x="1729" y="10034"/>
                  </a:lnTo>
                  <a:cubicBezTo>
                    <a:pt x="1730" y="10041"/>
                    <a:pt x="1732" y="10044"/>
                    <a:pt x="1734" y="10044"/>
                  </a:cubicBezTo>
                  <a:cubicBezTo>
                    <a:pt x="1740" y="10044"/>
                    <a:pt x="1747" y="10017"/>
                    <a:pt x="1742" y="10017"/>
                  </a:cubicBezTo>
                  <a:lnTo>
                    <a:pt x="1742" y="10017"/>
                  </a:lnTo>
                  <a:cubicBezTo>
                    <a:pt x="1740" y="10017"/>
                    <a:pt x="1736" y="10021"/>
                    <a:pt x="1729" y="10034"/>
                  </a:cubicBezTo>
                  <a:lnTo>
                    <a:pt x="1729" y="10034"/>
                  </a:lnTo>
                  <a:cubicBezTo>
                    <a:pt x="1728" y="10028"/>
                    <a:pt x="1727" y="10017"/>
                    <a:pt x="1727" y="10002"/>
                  </a:cubicBezTo>
                  <a:lnTo>
                    <a:pt x="1763" y="9893"/>
                  </a:lnTo>
                  <a:cubicBezTo>
                    <a:pt x="1800" y="9821"/>
                    <a:pt x="1836" y="9712"/>
                    <a:pt x="1872" y="9639"/>
                  </a:cubicBezTo>
                  <a:cubicBezTo>
                    <a:pt x="2126" y="8988"/>
                    <a:pt x="2415" y="8372"/>
                    <a:pt x="2778" y="7792"/>
                  </a:cubicBezTo>
                  <a:cubicBezTo>
                    <a:pt x="2778" y="7756"/>
                    <a:pt x="2814" y="7720"/>
                    <a:pt x="2814" y="7684"/>
                  </a:cubicBezTo>
                  <a:lnTo>
                    <a:pt x="2814" y="7684"/>
                  </a:lnTo>
                  <a:cubicBezTo>
                    <a:pt x="2791" y="7718"/>
                    <a:pt x="2783" y="7731"/>
                    <a:pt x="2782" y="7731"/>
                  </a:cubicBezTo>
                  <a:cubicBezTo>
                    <a:pt x="2780" y="7731"/>
                    <a:pt x="2814" y="7672"/>
                    <a:pt x="2814" y="7647"/>
                  </a:cubicBezTo>
                  <a:cubicBezTo>
                    <a:pt x="2814" y="7647"/>
                    <a:pt x="2923" y="7502"/>
                    <a:pt x="2959" y="7430"/>
                  </a:cubicBezTo>
                  <a:cubicBezTo>
                    <a:pt x="3031" y="7358"/>
                    <a:pt x="3140" y="7140"/>
                    <a:pt x="3249" y="6995"/>
                  </a:cubicBezTo>
                  <a:cubicBezTo>
                    <a:pt x="3430" y="6742"/>
                    <a:pt x="3647" y="6452"/>
                    <a:pt x="3864" y="6198"/>
                  </a:cubicBezTo>
                  <a:lnTo>
                    <a:pt x="4009" y="5981"/>
                  </a:lnTo>
                  <a:lnTo>
                    <a:pt x="4082" y="5909"/>
                  </a:lnTo>
                  <a:lnTo>
                    <a:pt x="4154" y="5836"/>
                  </a:lnTo>
                  <a:lnTo>
                    <a:pt x="4154" y="5836"/>
                  </a:lnTo>
                  <a:cubicBezTo>
                    <a:pt x="4136" y="5854"/>
                    <a:pt x="4127" y="5861"/>
                    <a:pt x="4124" y="5861"/>
                  </a:cubicBezTo>
                  <a:cubicBezTo>
                    <a:pt x="4116" y="5861"/>
                    <a:pt x="4163" y="5800"/>
                    <a:pt x="4190" y="5800"/>
                  </a:cubicBezTo>
                  <a:lnTo>
                    <a:pt x="4263" y="5691"/>
                  </a:lnTo>
                  <a:lnTo>
                    <a:pt x="4444" y="5474"/>
                  </a:lnTo>
                  <a:cubicBezTo>
                    <a:pt x="4661" y="5257"/>
                    <a:pt x="4879" y="5003"/>
                    <a:pt x="5168" y="4750"/>
                  </a:cubicBezTo>
                  <a:lnTo>
                    <a:pt x="5530" y="4424"/>
                  </a:lnTo>
                  <a:lnTo>
                    <a:pt x="5712" y="4279"/>
                  </a:lnTo>
                  <a:cubicBezTo>
                    <a:pt x="5724" y="4255"/>
                    <a:pt x="5724" y="4247"/>
                    <a:pt x="5718" y="4247"/>
                  </a:cubicBezTo>
                  <a:cubicBezTo>
                    <a:pt x="5708" y="4247"/>
                    <a:pt x="5675" y="4279"/>
                    <a:pt x="5675" y="4279"/>
                  </a:cubicBezTo>
                  <a:lnTo>
                    <a:pt x="5712" y="4243"/>
                  </a:lnTo>
                  <a:lnTo>
                    <a:pt x="5820" y="4170"/>
                  </a:lnTo>
                  <a:cubicBezTo>
                    <a:pt x="6074" y="3953"/>
                    <a:pt x="6364" y="3735"/>
                    <a:pt x="6617" y="3518"/>
                  </a:cubicBezTo>
                  <a:cubicBezTo>
                    <a:pt x="6907" y="3337"/>
                    <a:pt x="7197" y="3156"/>
                    <a:pt x="7486" y="2975"/>
                  </a:cubicBezTo>
                  <a:lnTo>
                    <a:pt x="7595" y="2902"/>
                  </a:lnTo>
                  <a:lnTo>
                    <a:pt x="7595" y="2902"/>
                  </a:lnTo>
                  <a:cubicBezTo>
                    <a:pt x="7567" y="2921"/>
                    <a:pt x="7558" y="2928"/>
                    <a:pt x="7560" y="2928"/>
                  </a:cubicBezTo>
                  <a:cubicBezTo>
                    <a:pt x="7563" y="2928"/>
                    <a:pt x="7617" y="2895"/>
                    <a:pt x="7612" y="2895"/>
                  </a:cubicBezTo>
                  <a:lnTo>
                    <a:pt x="7612" y="2895"/>
                  </a:lnTo>
                  <a:cubicBezTo>
                    <a:pt x="7611" y="2895"/>
                    <a:pt x="7606" y="2897"/>
                    <a:pt x="7595" y="2902"/>
                  </a:cubicBezTo>
                  <a:lnTo>
                    <a:pt x="7631" y="2866"/>
                  </a:lnTo>
                  <a:cubicBezTo>
                    <a:pt x="7704" y="2830"/>
                    <a:pt x="7776" y="2794"/>
                    <a:pt x="7885" y="2757"/>
                  </a:cubicBezTo>
                  <a:cubicBezTo>
                    <a:pt x="7957" y="2721"/>
                    <a:pt x="8175" y="2576"/>
                    <a:pt x="8320" y="2504"/>
                  </a:cubicBezTo>
                  <a:cubicBezTo>
                    <a:pt x="8646" y="2359"/>
                    <a:pt x="8935" y="2214"/>
                    <a:pt x="9261" y="2069"/>
                  </a:cubicBezTo>
                  <a:cubicBezTo>
                    <a:pt x="9442" y="1997"/>
                    <a:pt x="9587" y="1924"/>
                    <a:pt x="9768" y="1852"/>
                  </a:cubicBezTo>
                  <a:lnTo>
                    <a:pt x="9877" y="1816"/>
                  </a:lnTo>
                  <a:lnTo>
                    <a:pt x="10167" y="1707"/>
                  </a:lnTo>
                  <a:cubicBezTo>
                    <a:pt x="10819" y="1490"/>
                    <a:pt x="11507" y="1309"/>
                    <a:pt x="12231" y="1200"/>
                  </a:cubicBezTo>
                  <a:lnTo>
                    <a:pt x="12739" y="1127"/>
                  </a:lnTo>
                  <a:lnTo>
                    <a:pt x="12992" y="1091"/>
                  </a:lnTo>
                  <a:lnTo>
                    <a:pt x="13209" y="1091"/>
                  </a:lnTo>
                  <a:cubicBezTo>
                    <a:pt x="13535" y="1055"/>
                    <a:pt x="13898" y="1019"/>
                    <a:pt x="14260" y="983"/>
                  </a:cubicBezTo>
                  <a:cubicBezTo>
                    <a:pt x="14403" y="979"/>
                    <a:pt x="14546" y="977"/>
                    <a:pt x="14689" y="977"/>
                  </a:cubicBezTo>
                  <a:cubicBezTo>
                    <a:pt x="15988" y="977"/>
                    <a:pt x="17258" y="1127"/>
                    <a:pt x="18498" y="1453"/>
                  </a:cubicBezTo>
                  <a:cubicBezTo>
                    <a:pt x="19838" y="1816"/>
                    <a:pt x="21106" y="2359"/>
                    <a:pt x="22301" y="3083"/>
                  </a:cubicBezTo>
                  <a:cubicBezTo>
                    <a:pt x="22881" y="3446"/>
                    <a:pt x="23424" y="3808"/>
                    <a:pt x="23931" y="4243"/>
                  </a:cubicBezTo>
                  <a:cubicBezTo>
                    <a:pt x="24438" y="4677"/>
                    <a:pt x="24945" y="5148"/>
                    <a:pt x="25416" y="5655"/>
                  </a:cubicBezTo>
                  <a:cubicBezTo>
                    <a:pt x="25887" y="6162"/>
                    <a:pt x="26322" y="6669"/>
                    <a:pt x="26720" y="7249"/>
                  </a:cubicBezTo>
                  <a:cubicBezTo>
                    <a:pt x="26901" y="7539"/>
                    <a:pt x="27046" y="7756"/>
                    <a:pt x="27227" y="8046"/>
                  </a:cubicBezTo>
                  <a:cubicBezTo>
                    <a:pt x="27408" y="8372"/>
                    <a:pt x="27553" y="8662"/>
                    <a:pt x="27734" y="8951"/>
                  </a:cubicBezTo>
                  <a:cubicBezTo>
                    <a:pt x="28024" y="9603"/>
                    <a:pt x="28277" y="10219"/>
                    <a:pt x="28531" y="10907"/>
                  </a:cubicBezTo>
                  <a:cubicBezTo>
                    <a:pt x="28640" y="11233"/>
                    <a:pt x="28712" y="11559"/>
                    <a:pt x="28821" y="11921"/>
                  </a:cubicBezTo>
                  <a:cubicBezTo>
                    <a:pt x="28857" y="12066"/>
                    <a:pt x="28893" y="12247"/>
                    <a:pt x="28929" y="12429"/>
                  </a:cubicBezTo>
                  <a:cubicBezTo>
                    <a:pt x="28929" y="12501"/>
                    <a:pt x="28966" y="12573"/>
                    <a:pt x="28966" y="12682"/>
                  </a:cubicBezTo>
                  <a:lnTo>
                    <a:pt x="29002" y="12791"/>
                  </a:lnTo>
                  <a:lnTo>
                    <a:pt x="29002" y="12863"/>
                  </a:lnTo>
                  <a:cubicBezTo>
                    <a:pt x="29074" y="13225"/>
                    <a:pt x="29111" y="13551"/>
                    <a:pt x="29147" y="13914"/>
                  </a:cubicBezTo>
                  <a:cubicBezTo>
                    <a:pt x="29147" y="14080"/>
                    <a:pt x="29256" y="14152"/>
                    <a:pt x="29381" y="14152"/>
                  </a:cubicBezTo>
                  <a:cubicBezTo>
                    <a:pt x="29448" y="14152"/>
                    <a:pt x="29519" y="14132"/>
                    <a:pt x="29581" y="14095"/>
                  </a:cubicBezTo>
                  <a:cubicBezTo>
                    <a:pt x="29763" y="13986"/>
                    <a:pt x="30089" y="13732"/>
                    <a:pt x="30052" y="13479"/>
                  </a:cubicBezTo>
                  <a:cubicBezTo>
                    <a:pt x="29763" y="10581"/>
                    <a:pt x="28640" y="7828"/>
                    <a:pt x="26829" y="5546"/>
                  </a:cubicBezTo>
                  <a:cubicBezTo>
                    <a:pt x="25959" y="4460"/>
                    <a:pt x="24945" y="3518"/>
                    <a:pt x="23786" y="2721"/>
                  </a:cubicBezTo>
                  <a:cubicBezTo>
                    <a:pt x="21395" y="1019"/>
                    <a:pt x="18570" y="77"/>
                    <a:pt x="15636" y="5"/>
                  </a:cubicBezTo>
                  <a:cubicBezTo>
                    <a:pt x="15512" y="2"/>
                    <a:pt x="15389" y="0"/>
                    <a:pt x="15265"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Google Shape;1279;p31">
              <a:extLst>
                <a:ext uri="{FF2B5EF4-FFF2-40B4-BE49-F238E27FC236}">
                  <a16:creationId xmlns:a16="http://schemas.microsoft.com/office/drawing/2014/main" id="{0129AC79-F0ED-AAC7-A566-9A95E0AC474B}"/>
                </a:ext>
              </a:extLst>
            </p:cNvPr>
            <p:cNvSpPr/>
            <p:nvPr/>
          </p:nvSpPr>
          <p:spPr>
            <a:xfrm>
              <a:off x="1700175" y="1664162"/>
              <a:ext cx="826349" cy="995903"/>
            </a:xfrm>
            <a:custGeom>
              <a:avLst/>
              <a:gdLst/>
              <a:ahLst/>
              <a:cxnLst/>
              <a:rect l="l" t="t" r="r" b="b"/>
              <a:pathLst>
                <a:path w="35607" h="42913" extrusionOk="0">
                  <a:moveTo>
                    <a:pt x="35393" y="1"/>
                  </a:moveTo>
                  <a:cubicBezTo>
                    <a:pt x="35329" y="1"/>
                    <a:pt x="35261" y="17"/>
                    <a:pt x="35208" y="44"/>
                  </a:cubicBezTo>
                  <a:cubicBezTo>
                    <a:pt x="35027" y="116"/>
                    <a:pt x="34882" y="334"/>
                    <a:pt x="34846" y="551"/>
                  </a:cubicBezTo>
                  <a:lnTo>
                    <a:pt x="34882" y="551"/>
                  </a:lnTo>
                  <a:cubicBezTo>
                    <a:pt x="34846" y="4753"/>
                    <a:pt x="34411" y="8918"/>
                    <a:pt x="33542" y="13011"/>
                  </a:cubicBezTo>
                  <a:cubicBezTo>
                    <a:pt x="32781" y="16633"/>
                    <a:pt x="31694" y="20219"/>
                    <a:pt x="30282" y="23660"/>
                  </a:cubicBezTo>
                  <a:cubicBezTo>
                    <a:pt x="29087" y="26630"/>
                    <a:pt x="27674" y="29528"/>
                    <a:pt x="26044" y="32317"/>
                  </a:cubicBezTo>
                  <a:cubicBezTo>
                    <a:pt x="25392" y="33404"/>
                    <a:pt x="24668" y="34563"/>
                    <a:pt x="23907" y="35686"/>
                  </a:cubicBezTo>
                  <a:cubicBezTo>
                    <a:pt x="23255" y="36627"/>
                    <a:pt x="22603" y="37569"/>
                    <a:pt x="21878" y="38475"/>
                  </a:cubicBezTo>
                  <a:cubicBezTo>
                    <a:pt x="21589" y="38873"/>
                    <a:pt x="21263" y="39272"/>
                    <a:pt x="20937" y="39670"/>
                  </a:cubicBezTo>
                  <a:lnTo>
                    <a:pt x="20828" y="39779"/>
                  </a:lnTo>
                  <a:lnTo>
                    <a:pt x="20756" y="39851"/>
                  </a:lnTo>
                  <a:cubicBezTo>
                    <a:pt x="20766" y="39846"/>
                    <a:pt x="20772" y="39844"/>
                    <a:pt x="20776" y="39844"/>
                  </a:cubicBezTo>
                  <a:cubicBezTo>
                    <a:pt x="20799" y="39844"/>
                    <a:pt x="20714" y="39929"/>
                    <a:pt x="20683" y="39960"/>
                  </a:cubicBezTo>
                  <a:lnTo>
                    <a:pt x="20575" y="40068"/>
                  </a:lnTo>
                  <a:cubicBezTo>
                    <a:pt x="20430" y="40250"/>
                    <a:pt x="20285" y="40394"/>
                    <a:pt x="20140" y="40539"/>
                  </a:cubicBezTo>
                  <a:cubicBezTo>
                    <a:pt x="19923" y="40793"/>
                    <a:pt x="19669" y="41083"/>
                    <a:pt x="19415" y="41336"/>
                  </a:cubicBezTo>
                  <a:cubicBezTo>
                    <a:pt x="19126" y="41698"/>
                    <a:pt x="18727" y="41988"/>
                    <a:pt x="18256" y="42133"/>
                  </a:cubicBezTo>
                  <a:cubicBezTo>
                    <a:pt x="18161" y="42153"/>
                    <a:pt x="18067" y="42162"/>
                    <a:pt x="17976" y="42162"/>
                  </a:cubicBezTo>
                  <a:cubicBezTo>
                    <a:pt x="17062" y="42162"/>
                    <a:pt x="16350" y="41237"/>
                    <a:pt x="15757" y="40612"/>
                  </a:cubicBezTo>
                  <a:cubicBezTo>
                    <a:pt x="15141" y="39960"/>
                    <a:pt x="14634" y="39380"/>
                    <a:pt x="14091" y="38728"/>
                  </a:cubicBezTo>
                  <a:cubicBezTo>
                    <a:pt x="12642" y="36953"/>
                    <a:pt x="11302" y="35106"/>
                    <a:pt x="10107" y="33150"/>
                  </a:cubicBezTo>
                  <a:cubicBezTo>
                    <a:pt x="8549" y="30651"/>
                    <a:pt x="7136" y="28043"/>
                    <a:pt x="5977" y="25326"/>
                  </a:cubicBezTo>
                  <a:cubicBezTo>
                    <a:pt x="4565" y="22103"/>
                    <a:pt x="3406" y="18770"/>
                    <a:pt x="2573" y="15366"/>
                  </a:cubicBezTo>
                  <a:cubicBezTo>
                    <a:pt x="1595" y="11454"/>
                    <a:pt x="1015" y="7433"/>
                    <a:pt x="834" y="3376"/>
                  </a:cubicBezTo>
                  <a:cubicBezTo>
                    <a:pt x="761" y="2326"/>
                    <a:pt x="725" y="1275"/>
                    <a:pt x="725" y="225"/>
                  </a:cubicBezTo>
                  <a:cubicBezTo>
                    <a:pt x="725" y="87"/>
                    <a:pt x="638" y="37"/>
                    <a:pt x="537" y="37"/>
                  </a:cubicBezTo>
                  <a:cubicBezTo>
                    <a:pt x="479" y="37"/>
                    <a:pt x="416" y="54"/>
                    <a:pt x="363" y="80"/>
                  </a:cubicBezTo>
                  <a:cubicBezTo>
                    <a:pt x="146" y="153"/>
                    <a:pt x="37" y="370"/>
                    <a:pt x="1" y="587"/>
                  </a:cubicBezTo>
                  <a:cubicBezTo>
                    <a:pt x="1" y="4825"/>
                    <a:pt x="435" y="9027"/>
                    <a:pt x="1269" y="13192"/>
                  </a:cubicBezTo>
                  <a:cubicBezTo>
                    <a:pt x="1993" y="16814"/>
                    <a:pt x="3043" y="20364"/>
                    <a:pt x="4384" y="23805"/>
                  </a:cubicBezTo>
                  <a:cubicBezTo>
                    <a:pt x="5543" y="26703"/>
                    <a:pt x="6919" y="29528"/>
                    <a:pt x="8513" y="32245"/>
                  </a:cubicBezTo>
                  <a:cubicBezTo>
                    <a:pt x="9744" y="34382"/>
                    <a:pt x="11157" y="36446"/>
                    <a:pt x="12678" y="38402"/>
                  </a:cubicBezTo>
                  <a:cubicBezTo>
                    <a:pt x="13692" y="39742"/>
                    <a:pt x="14779" y="40974"/>
                    <a:pt x="15974" y="42133"/>
                  </a:cubicBezTo>
                  <a:cubicBezTo>
                    <a:pt x="16413" y="42626"/>
                    <a:pt x="17038" y="42912"/>
                    <a:pt x="17678" y="42912"/>
                  </a:cubicBezTo>
                  <a:cubicBezTo>
                    <a:pt x="17883" y="42912"/>
                    <a:pt x="18090" y="42883"/>
                    <a:pt x="18293" y="42821"/>
                  </a:cubicBezTo>
                  <a:cubicBezTo>
                    <a:pt x="18872" y="42604"/>
                    <a:pt x="19379" y="42242"/>
                    <a:pt x="19778" y="41771"/>
                  </a:cubicBezTo>
                  <a:cubicBezTo>
                    <a:pt x="20357" y="41155"/>
                    <a:pt x="20901" y="40539"/>
                    <a:pt x="21444" y="39887"/>
                  </a:cubicBezTo>
                  <a:cubicBezTo>
                    <a:pt x="22929" y="38112"/>
                    <a:pt x="24305" y="36229"/>
                    <a:pt x="25537" y="34237"/>
                  </a:cubicBezTo>
                  <a:cubicBezTo>
                    <a:pt x="27203" y="31593"/>
                    <a:pt x="28652" y="28840"/>
                    <a:pt x="29956" y="26015"/>
                  </a:cubicBezTo>
                  <a:cubicBezTo>
                    <a:pt x="31441" y="22646"/>
                    <a:pt x="32672" y="19169"/>
                    <a:pt x="33614" y="15583"/>
                  </a:cubicBezTo>
                  <a:cubicBezTo>
                    <a:pt x="34665" y="11598"/>
                    <a:pt x="35280" y="7542"/>
                    <a:pt x="35498" y="3412"/>
                  </a:cubicBezTo>
                  <a:cubicBezTo>
                    <a:pt x="35570" y="2326"/>
                    <a:pt x="35606" y="1275"/>
                    <a:pt x="35606" y="189"/>
                  </a:cubicBezTo>
                  <a:cubicBezTo>
                    <a:pt x="35606" y="51"/>
                    <a:pt x="35504" y="1"/>
                    <a:pt x="35393"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20" name="Google Shape;1280;p31">
              <a:extLst>
                <a:ext uri="{FF2B5EF4-FFF2-40B4-BE49-F238E27FC236}">
                  <a16:creationId xmlns:a16="http://schemas.microsoft.com/office/drawing/2014/main" id="{6FCEAED8-3C3B-F289-AA5D-4129287A6E13}"/>
                </a:ext>
              </a:extLst>
            </p:cNvPr>
            <p:cNvGrpSpPr/>
            <p:nvPr/>
          </p:nvGrpSpPr>
          <p:grpSpPr>
            <a:xfrm>
              <a:off x="1982628" y="1408236"/>
              <a:ext cx="347178" cy="457992"/>
              <a:chOff x="3800319" y="1301297"/>
              <a:chExt cx="347178" cy="457992"/>
            </a:xfrm>
          </p:grpSpPr>
          <p:sp>
            <p:nvSpPr>
              <p:cNvPr id="26" name="Google Shape;1281;p31">
                <a:extLst>
                  <a:ext uri="{FF2B5EF4-FFF2-40B4-BE49-F238E27FC236}">
                    <a16:creationId xmlns:a16="http://schemas.microsoft.com/office/drawing/2014/main" id="{4E26E119-ED8E-A664-A274-6DF7ABA0C960}"/>
                  </a:ext>
                </a:extLst>
              </p:cNvPr>
              <p:cNvSpPr/>
              <p:nvPr/>
            </p:nvSpPr>
            <p:spPr>
              <a:xfrm>
                <a:off x="3813755" y="1359593"/>
                <a:ext cx="264821" cy="321610"/>
              </a:xfrm>
              <a:custGeom>
                <a:avLst/>
                <a:gdLst/>
                <a:ahLst/>
                <a:cxnLst/>
                <a:rect l="l" t="t" r="r" b="b"/>
                <a:pathLst>
                  <a:path w="11411" h="13858" extrusionOk="0">
                    <a:moveTo>
                      <a:pt x="4021" y="1642"/>
                    </a:moveTo>
                    <a:lnTo>
                      <a:pt x="3967" y="1678"/>
                    </a:lnTo>
                    <a:lnTo>
                      <a:pt x="3967" y="1678"/>
                    </a:lnTo>
                    <a:cubicBezTo>
                      <a:pt x="3985" y="1669"/>
                      <a:pt x="4003" y="1660"/>
                      <a:pt x="4021" y="1642"/>
                    </a:cubicBezTo>
                    <a:close/>
                    <a:moveTo>
                      <a:pt x="3967" y="1678"/>
                    </a:moveTo>
                    <a:cubicBezTo>
                      <a:pt x="3949" y="1687"/>
                      <a:pt x="3931" y="1696"/>
                      <a:pt x="3913" y="1714"/>
                    </a:cubicBezTo>
                    <a:lnTo>
                      <a:pt x="3967" y="1678"/>
                    </a:lnTo>
                    <a:close/>
                    <a:moveTo>
                      <a:pt x="2289" y="3047"/>
                    </a:moveTo>
                    <a:lnTo>
                      <a:pt x="2289" y="3047"/>
                    </a:lnTo>
                    <a:cubicBezTo>
                      <a:pt x="2286" y="3054"/>
                      <a:pt x="2282" y="3060"/>
                      <a:pt x="2279" y="3066"/>
                    </a:cubicBezTo>
                    <a:lnTo>
                      <a:pt x="2279" y="3066"/>
                    </a:lnTo>
                    <a:lnTo>
                      <a:pt x="2283" y="3054"/>
                    </a:lnTo>
                    <a:lnTo>
                      <a:pt x="2289" y="3047"/>
                    </a:lnTo>
                    <a:close/>
                    <a:moveTo>
                      <a:pt x="8431" y="9911"/>
                    </a:moveTo>
                    <a:cubicBezTo>
                      <a:pt x="8430" y="9911"/>
                      <a:pt x="8422" y="9919"/>
                      <a:pt x="8404" y="9936"/>
                    </a:cubicBezTo>
                    <a:lnTo>
                      <a:pt x="8386" y="9973"/>
                    </a:lnTo>
                    <a:lnTo>
                      <a:pt x="8386" y="9973"/>
                    </a:lnTo>
                    <a:cubicBezTo>
                      <a:pt x="8410" y="9942"/>
                      <a:pt x="8435" y="9911"/>
                      <a:pt x="8431" y="9911"/>
                    </a:cubicBezTo>
                    <a:close/>
                    <a:moveTo>
                      <a:pt x="6643" y="11525"/>
                    </a:moveTo>
                    <a:lnTo>
                      <a:pt x="6643" y="11525"/>
                    </a:lnTo>
                    <a:cubicBezTo>
                      <a:pt x="6622" y="11538"/>
                      <a:pt x="6610" y="11544"/>
                      <a:pt x="6609" y="11544"/>
                    </a:cubicBezTo>
                    <a:cubicBezTo>
                      <a:pt x="6609" y="11544"/>
                      <a:pt x="6619" y="11538"/>
                      <a:pt x="6643" y="11525"/>
                    </a:cubicBezTo>
                    <a:close/>
                    <a:moveTo>
                      <a:pt x="5599" y="12258"/>
                    </a:moveTo>
                    <a:cubicBezTo>
                      <a:pt x="5593" y="12258"/>
                      <a:pt x="5562" y="12287"/>
                      <a:pt x="5543" y="12327"/>
                    </a:cubicBezTo>
                    <a:cubicBezTo>
                      <a:pt x="5592" y="12278"/>
                      <a:pt x="5604" y="12258"/>
                      <a:pt x="5599" y="12258"/>
                    </a:cubicBezTo>
                    <a:close/>
                    <a:moveTo>
                      <a:pt x="5796" y="12762"/>
                    </a:moveTo>
                    <a:lnTo>
                      <a:pt x="5742" y="12780"/>
                    </a:lnTo>
                    <a:lnTo>
                      <a:pt x="5724" y="12798"/>
                    </a:lnTo>
                    <a:lnTo>
                      <a:pt x="5796" y="12762"/>
                    </a:lnTo>
                    <a:close/>
                    <a:moveTo>
                      <a:pt x="6080" y="0"/>
                    </a:moveTo>
                    <a:cubicBezTo>
                      <a:pt x="5755" y="0"/>
                      <a:pt x="5430" y="29"/>
                      <a:pt x="5108" y="84"/>
                    </a:cubicBezTo>
                    <a:cubicBezTo>
                      <a:pt x="3913" y="265"/>
                      <a:pt x="2790" y="881"/>
                      <a:pt x="1957" y="1787"/>
                    </a:cubicBezTo>
                    <a:cubicBezTo>
                      <a:pt x="942" y="2909"/>
                      <a:pt x="290" y="4322"/>
                      <a:pt x="146" y="5843"/>
                    </a:cubicBezTo>
                    <a:cubicBezTo>
                      <a:pt x="1" y="6676"/>
                      <a:pt x="1" y="7509"/>
                      <a:pt x="146" y="8306"/>
                    </a:cubicBezTo>
                    <a:cubicBezTo>
                      <a:pt x="254" y="8958"/>
                      <a:pt x="435" y="9610"/>
                      <a:pt x="689" y="10226"/>
                    </a:cubicBezTo>
                    <a:cubicBezTo>
                      <a:pt x="906" y="10733"/>
                      <a:pt x="1160" y="11204"/>
                      <a:pt x="1377" y="11675"/>
                    </a:cubicBezTo>
                    <a:cubicBezTo>
                      <a:pt x="1594" y="12037"/>
                      <a:pt x="1739" y="12399"/>
                      <a:pt x="1848" y="12834"/>
                    </a:cubicBezTo>
                    <a:lnTo>
                      <a:pt x="1848" y="12798"/>
                    </a:lnTo>
                    <a:cubicBezTo>
                      <a:pt x="1848" y="12906"/>
                      <a:pt x="1884" y="12979"/>
                      <a:pt x="1920" y="13051"/>
                    </a:cubicBezTo>
                    <a:cubicBezTo>
                      <a:pt x="1955" y="13121"/>
                      <a:pt x="1957" y="13257"/>
                      <a:pt x="2021" y="13300"/>
                    </a:cubicBezTo>
                    <a:lnTo>
                      <a:pt x="2021" y="13300"/>
                    </a:lnTo>
                    <a:cubicBezTo>
                      <a:pt x="2047" y="13343"/>
                      <a:pt x="2084" y="13381"/>
                      <a:pt x="2138" y="13414"/>
                    </a:cubicBezTo>
                    <a:lnTo>
                      <a:pt x="2368" y="13414"/>
                    </a:lnTo>
                    <a:cubicBezTo>
                      <a:pt x="2362" y="13420"/>
                      <a:pt x="2364" y="13423"/>
                      <a:pt x="2374" y="13423"/>
                    </a:cubicBezTo>
                    <a:cubicBezTo>
                      <a:pt x="2384" y="13423"/>
                      <a:pt x="2402" y="13420"/>
                      <a:pt x="2428" y="13414"/>
                    </a:cubicBezTo>
                    <a:lnTo>
                      <a:pt x="2536" y="13377"/>
                    </a:lnTo>
                    <a:cubicBezTo>
                      <a:pt x="2594" y="13348"/>
                      <a:pt x="2649" y="13314"/>
                      <a:pt x="2700" y="13275"/>
                    </a:cubicBezTo>
                    <a:lnTo>
                      <a:pt x="2700" y="13275"/>
                    </a:lnTo>
                    <a:cubicBezTo>
                      <a:pt x="2706" y="13273"/>
                      <a:pt x="2712" y="13271"/>
                      <a:pt x="2717" y="13269"/>
                    </a:cubicBezTo>
                    <a:lnTo>
                      <a:pt x="2717" y="13269"/>
                    </a:lnTo>
                    <a:cubicBezTo>
                      <a:pt x="2712" y="13270"/>
                      <a:pt x="2707" y="13272"/>
                      <a:pt x="2701" y="13274"/>
                    </a:cubicBezTo>
                    <a:lnTo>
                      <a:pt x="2701" y="13274"/>
                    </a:lnTo>
                    <a:cubicBezTo>
                      <a:pt x="2908" y="13117"/>
                      <a:pt x="3063" y="12887"/>
                      <a:pt x="3151" y="12657"/>
                    </a:cubicBezTo>
                    <a:lnTo>
                      <a:pt x="3151" y="12657"/>
                    </a:lnTo>
                    <a:cubicBezTo>
                      <a:pt x="3203" y="12544"/>
                      <a:pt x="3242" y="12422"/>
                      <a:pt x="3261" y="12291"/>
                    </a:cubicBezTo>
                    <a:cubicBezTo>
                      <a:pt x="3297" y="12073"/>
                      <a:pt x="3261" y="11856"/>
                      <a:pt x="3188" y="11639"/>
                    </a:cubicBezTo>
                    <a:cubicBezTo>
                      <a:pt x="3116" y="11349"/>
                      <a:pt x="3043" y="11095"/>
                      <a:pt x="2898" y="10842"/>
                    </a:cubicBezTo>
                    <a:cubicBezTo>
                      <a:pt x="2609" y="10190"/>
                      <a:pt x="2246" y="9538"/>
                      <a:pt x="1993" y="8850"/>
                    </a:cubicBezTo>
                    <a:cubicBezTo>
                      <a:pt x="1812" y="8379"/>
                      <a:pt x="1667" y="7908"/>
                      <a:pt x="1594" y="7437"/>
                    </a:cubicBezTo>
                    <a:lnTo>
                      <a:pt x="1594" y="7582"/>
                    </a:lnTo>
                    <a:cubicBezTo>
                      <a:pt x="1522" y="7147"/>
                      <a:pt x="1486" y="6749"/>
                      <a:pt x="1486" y="6314"/>
                    </a:cubicBezTo>
                    <a:cubicBezTo>
                      <a:pt x="1486" y="6097"/>
                      <a:pt x="1486" y="5880"/>
                      <a:pt x="1558" y="5626"/>
                    </a:cubicBezTo>
                    <a:lnTo>
                      <a:pt x="1558" y="5517"/>
                    </a:lnTo>
                    <a:cubicBezTo>
                      <a:pt x="1558" y="5481"/>
                      <a:pt x="1558" y="5445"/>
                      <a:pt x="1558" y="5409"/>
                    </a:cubicBezTo>
                    <a:cubicBezTo>
                      <a:pt x="1558" y="5264"/>
                      <a:pt x="1594" y="5119"/>
                      <a:pt x="1594" y="5010"/>
                    </a:cubicBezTo>
                    <a:cubicBezTo>
                      <a:pt x="1667" y="4757"/>
                      <a:pt x="1703" y="4539"/>
                      <a:pt x="1776" y="4286"/>
                    </a:cubicBezTo>
                    <a:cubicBezTo>
                      <a:pt x="1812" y="4213"/>
                      <a:pt x="1812" y="4105"/>
                      <a:pt x="1848" y="4032"/>
                    </a:cubicBezTo>
                    <a:cubicBezTo>
                      <a:pt x="1848" y="3973"/>
                      <a:pt x="1872" y="3938"/>
                      <a:pt x="1901" y="3907"/>
                    </a:cubicBezTo>
                    <a:lnTo>
                      <a:pt x="1901" y="3907"/>
                    </a:lnTo>
                    <a:cubicBezTo>
                      <a:pt x="1896" y="3925"/>
                      <a:pt x="1893" y="3940"/>
                      <a:pt x="1896" y="3940"/>
                    </a:cubicBezTo>
                    <a:cubicBezTo>
                      <a:pt x="1898" y="3940"/>
                      <a:pt x="1905" y="3926"/>
                      <a:pt x="1920" y="3887"/>
                    </a:cubicBezTo>
                    <a:lnTo>
                      <a:pt x="1920" y="3887"/>
                    </a:lnTo>
                    <a:cubicBezTo>
                      <a:pt x="1920" y="3887"/>
                      <a:pt x="1920" y="3887"/>
                      <a:pt x="1920" y="3887"/>
                    </a:cubicBezTo>
                    <a:cubicBezTo>
                      <a:pt x="1957" y="3706"/>
                      <a:pt x="2029" y="3561"/>
                      <a:pt x="2102" y="3380"/>
                    </a:cubicBezTo>
                    <a:cubicBezTo>
                      <a:pt x="2138" y="3308"/>
                      <a:pt x="2210" y="3235"/>
                      <a:pt x="2246" y="3163"/>
                    </a:cubicBezTo>
                    <a:lnTo>
                      <a:pt x="2255" y="3137"/>
                    </a:lnTo>
                    <a:lnTo>
                      <a:pt x="2255" y="3137"/>
                    </a:lnTo>
                    <a:cubicBezTo>
                      <a:pt x="2249" y="3145"/>
                      <a:pt x="2245" y="3149"/>
                      <a:pt x="2243" y="3149"/>
                    </a:cubicBezTo>
                    <a:cubicBezTo>
                      <a:pt x="2240" y="3149"/>
                      <a:pt x="2241" y="3143"/>
                      <a:pt x="2246" y="3127"/>
                    </a:cubicBezTo>
                    <a:cubicBezTo>
                      <a:pt x="2257" y="3107"/>
                      <a:pt x="2267" y="3086"/>
                      <a:pt x="2279" y="3066"/>
                    </a:cubicBezTo>
                    <a:lnTo>
                      <a:pt x="2279" y="3066"/>
                    </a:lnTo>
                    <a:lnTo>
                      <a:pt x="2255" y="3137"/>
                    </a:lnTo>
                    <a:lnTo>
                      <a:pt x="2255" y="3137"/>
                    </a:lnTo>
                    <a:cubicBezTo>
                      <a:pt x="2282" y="3101"/>
                      <a:pt x="2341" y="2996"/>
                      <a:pt x="2336" y="2996"/>
                    </a:cubicBezTo>
                    <a:lnTo>
                      <a:pt x="2336" y="2996"/>
                    </a:lnTo>
                    <a:cubicBezTo>
                      <a:pt x="2335" y="2996"/>
                      <a:pt x="2329" y="3002"/>
                      <a:pt x="2319" y="3018"/>
                    </a:cubicBezTo>
                    <a:lnTo>
                      <a:pt x="2289" y="3047"/>
                    </a:lnTo>
                    <a:lnTo>
                      <a:pt x="2289" y="3047"/>
                    </a:lnTo>
                    <a:cubicBezTo>
                      <a:pt x="2358" y="2929"/>
                      <a:pt x="2447" y="2811"/>
                      <a:pt x="2536" y="2692"/>
                    </a:cubicBezTo>
                    <a:cubicBezTo>
                      <a:pt x="2549" y="2680"/>
                      <a:pt x="2565" y="2663"/>
                      <a:pt x="2583" y="2644"/>
                    </a:cubicBezTo>
                    <a:lnTo>
                      <a:pt x="2583" y="2644"/>
                    </a:lnTo>
                    <a:cubicBezTo>
                      <a:pt x="2587" y="2640"/>
                      <a:pt x="2596" y="2633"/>
                      <a:pt x="2609" y="2620"/>
                    </a:cubicBezTo>
                    <a:lnTo>
                      <a:pt x="2624" y="2597"/>
                    </a:lnTo>
                    <a:lnTo>
                      <a:pt x="2624" y="2597"/>
                    </a:lnTo>
                    <a:cubicBezTo>
                      <a:pt x="2644" y="2572"/>
                      <a:pt x="2663" y="2546"/>
                      <a:pt x="2677" y="2519"/>
                    </a:cubicBezTo>
                    <a:lnTo>
                      <a:pt x="2677" y="2519"/>
                    </a:lnTo>
                    <a:cubicBezTo>
                      <a:pt x="2675" y="2521"/>
                      <a:pt x="2673" y="2525"/>
                      <a:pt x="2670" y="2528"/>
                    </a:cubicBezTo>
                    <a:lnTo>
                      <a:pt x="2670" y="2528"/>
                    </a:lnTo>
                    <a:lnTo>
                      <a:pt x="2681" y="2511"/>
                    </a:lnTo>
                    <a:lnTo>
                      <a:pt x="2681" y="2511"/>
                    </a:lnTo>
                    <a:cubicBezTo>
                      <a:pt x="2680" y="2514"/>
                      <a:pt x="2678" y="2516"/>
                      <a:pt x="2677" y="2519"/>
                    </a:cubicBezTo>
                    <a:lnTo>
                      <a:pt x="2677" y="2519"/>
                    </a:lnTo>
                    <a:cubicBezTo>
                      <a:pt x="2683" y="2512"/>
                      <a:pt x="2686" y="2507"/>
                      <a:pt x="2685" y="2507"/>
                    </a:cubicBezTo>
                    <a:lnTo>
                      <a:pt x="2685" y="2507"/>
                    </a:lnTo>
                    <a:cubicBezTo>
                      <a:pt x="2685" y="2507"/>
                      <a:pt x="2684" y="2509"/>
                      <a:pt x="2681" y="2511"/>
                    </a:cubicBezTo>
                    <a:cubicBezTo>
                      <a:pt x="2790" y="2402"/>
                      <a:pt x="2898" y="2294"/>
                      <a:pt x="3043" y="2185"/>
                    </a:cubicBezTo>
                    <a:cubicBezTo>
                      <a:pt x="3063" y="2165"/>
                      <a:pt x="3070" y="2157"/>
                      <a:pt x="3068" y="2157"/>
                    </a:cubicBezTo>
                    <a:lnTo>
                      <a:pt x="3068" y="2157"/>
                    </a:lnTo>
                    <a:cubicBezTo>
                      <a:pt x="3060" y="2157"/>
                      <a:pt x="2929" y="2271"/>
                      <a:pt x="2923" y="2271"/>
                    </a:cubicBezTo>
                    <a:cubicBezTo>
                      <a:pt x="2922" y="2271"/>
                      <a:pt x="2925" y="2267"/>
                      <a:pt x="2935" y="2257"/>
                    </a:cubicBezTo>
                    <a:lnTo>
                      <a:pt x="3007" y="2185"/>
                    </a:lnTo>
                    <a:cubicBezTo>
                      <a:pt x="3080" y="2149"/>
                      <a:pt x="3152" y="2113"/>
                      <a:pt x="3188" y="2076"/>
                    </a:cubicBezTo>
                    <a:cubicBezTo>
                      <a:pt x="3261" y="2004"/>
                      <a:pt x="3333" y="1968"/>
                      <a:pt x="3406" y="1931"/>
                    </a:cubicBezTo>
                    <a:lnTo>
                      <a:pt x="3478" y="1895"/>
                    </a:lnTo>
                    <a:cubicBezTo>
                      <a:pt x="3487" y="1886"/>
                      <a:pt x="3492" y="1880"/>
                      <a:pt x="3493" y="1877"/>
                    </a:cubicBezTo>
                    <a:lnTo>
                      <a:pt x="3493" y="1877"/>
                    </a:lnTo>
                    <a:cubicBezTo>
                      <a:pt x="3584" y="1823"/>
                      <a:pt x="3686" y="1768"/>
                      <a:pt x="3768" y="1714"/>
                    </a:cubicBezTo>
                    <a:lnTo>
                      <a:pt x="3985" y="1642"/>
                    </a:lnTo>
                    <a:lnTo>
                      <a:pt x="4021" y="1642"/>
                    </a:lnTo>
                    <a:cubicBezTo>
                      <a:pt x="4130" y="1605"/>
                      <a:pt x="4275" y="1569"/>
                      <a:pt x="4420" y="1533"/>
                    </a:cubicBezTo>
                    <a:lnTo>
                      <a:pt x="4637" y="1497"/>
                    </a:lnTo>
                    <a:lnTo>
                      <a:pt x="4709" y="1497"/>
                    </a:lnTo>
                    <a:cubicBezTo>
                      <a:pt x="4891" y="1497"/>
                      <a:pt x="5035" y="1461"/>
                      <a:pt x="5180" y="1461"/>
                    </a:cubicBezTo>
                    <a:cubicBezTo>
                      <a:pt x="5456" y="1461"/>
                      <a:pt x="5765" y="1493"/>
                      <a:pt x="6075" y="1528"/>
                    </a:cubicBezTo>
                    <a:lnTo>
                      <a:pt x="6075" y="1528"/>
                    </a:lnTo>
                    <a:cubicBezTo>
                      <a:pt x="6678" y="1672"/>
                      <a:pt x="7246" y="1884"/>
                      <a:pt x="7752" y="2221"/>
                    </a:cubicBezTo>
                    <a:lnTo>
                      <a:pt x="7643" y="2149"/>
                    </a:lnTo>
                    <a:lnTo>
                      <a:pt x="7643" y="2149"/>
                    </a:lnTo>
                    <a:cubicBezTo>
                      <a:pt x="8259" y="2511"/>
                      <a:pt x="8766" y="2982"/>
                      <a:pt x="9128" y="3598"/>
                    </a:cubicBezTo>
                    <a:lnTo>
                      <a:pt x="9056" y="3453"/>
                    </a:lnTo>
                    <a:lnTo>
                      <a:pt x="9056" y="3453"/>
                    </a:lnTo>
                    <a:cubicBezTo>
                      <a:pt x="9418" y="3996"/>
                      <a:pt x="9636" y="4576"/>
                      <a:pt x="9744" y="5228"/>
                    </a:cubicBezTo>
                    <a:lnTo>
                      <a:pt x="9708" y="5046"/>
                    </a:lnTo>
                    <a:lnTo>
                      <a:pt x="9708" y="5046"/>
                    </a:lnTo>
                    <a:cubicBezTo>
                      <a:pt x="9780" y="5445"/>
                      <a:pt x="9817" y="5843"/>
                      <a:pt x="9780" y="6242"/>
                    </a:cubicBezTo>
                    <a:lnTo>
                      <a:pt x="9780" y="6532"/>
                    </a:lnTo>
                    <a:lnTo>
                      <a:pt x="9780" y="6713"/>
                    </a:lnTo>
                    <a:cubicBezTo>
                      <a:pt x="9780" y="6723"/>
                      <a:pt x="9780" y="6737"/>
                      <a:pt x="9780" y="6749"/>
                    </a:cubicBezTo>
                    <a:cubicBezTo>
                      <a:pt x="9780" y="6966"/>
                      <a:pt x="9708" y="7184"/>
                      <a:pt x="9672" y="7401"/>
                    </a:cubicBezTo>
                    <a:cubicBezTo>
                      <a:pt x="9599" y="7654"/>
                      <a:pt x="9527" y="7944"/>
                      <a:pt x="9418" y="8198"/>
                    </a:cubicBezTo>
                    <a:cubicBezTo>
                      <a:pt x="9410" y="8223"/>
                      <a:pt x="9407" y="8232"/>
                      <a:pt x="9408" y="8232"/>
                    </a:cubicBezTo>
                    <a:cubicBezTo>
                      <a:pt x="9412" y="8232"/>
                      <a:pt x="9454" y="8125"/>
                      <a:pt x="9454" y="8125"/>
                    </a:cubicBezTo>
                    <a:lnTo>
                      <a:pt x="9454" y="8125"/>
                    </a:lnTo>
                    <a:cubicBezTo>
                      <a:pt x="9454" y="8161"/>
                      <a:pt x="9418" y="8198"/>
                      <a:pt x="9418" y="8234"/>
                    </a:cubicBezTo>
                    <a:cubicBezTo>
                      <a:pt x="9382" y="8306"/>
                      <a:pt x="9382" y="8343"/>
                      <a:pt x="9346" y="8415"/>
                    </a:cubicBezTo>
                    <a:cubicBezTo>
                      <a:pt x="9310" y="8487"/>
                      <a:pt x="9237" y="8632"/>
                      <a:pt x="9201" y="8777"/>
                    </a:cubicBezTo>
                    <a:cubicBezTo>
                      <a:pt x="9128" y="8886"/>
                      <a:pt x="9092" y="8958"/>
                      <a:pt x="9020" y="9067"/>
                    </a:cubicBezTo>
                    <a:lnTo>
                      <a:pt x="9020" y="9067"/>
                    </a:lnTo>
                    <a:lnTo>
                      <a:pt x="9020" y="9067"/>
                    </a:lnTo>
                    <a:cubicBezTo>
                      <a:pt x="8998" y="9131"/>
                      <a:pt x="8952" y="9208"/>
                      <a:pt x="8947" y="9208"/>
                    </a:cubicBezTo>
                    <a:cubicBezTo>
                      <a:pt x="8944" y="9208"/>
                      <a:pt x="8960" y="9171"/>
                      <a:pt x="9020" y="9067"/>
                    </a:cubicBezTo>
                    <a:lnTo>
                      <a:pt x="9020" y="9067"/>
                    </a:lnTo>
                    <a:lnTo>
                      <a:pt x="8911" y="9248"/>
                    </a:lnTo>
                    <a:lnTo>
                      <a:pt x="8839" y="9393"/>
                    </a:lnTo>
                    <a:lnTo>
                      <a:pt x="8730" y="9574"/>
                    </a:lnTo>
                    <a:lnTo>
                      <a:pt x="8802" y="9429"/>
                    </a:lnTo>
                    <a:lnTo>
                      <a:pt x="8802" y="9429"/>
                    </a:lnTo>
                    <a:cubicBezTo>
                      <a:pt x="8802" y="9430"/>
                      <a:pt x="8766" y="9502"/>
                      <a:pt x="8730" y="9502"/>
                    </a:cubicBezTo>
                    <a:lnTo>
                      <a:pt x="8549" y="9791"/>
                    </a:lnTo>
                    <a:lnTo>
                      <a:pt x="8368" y="10009"/>
                    </a:lnTo>
                    <a:lnTo>
                      <a:pt x="8368" y="10009"/>
                    </a:lnTo>
                    <a:lnTo>
                      <a:pt x="8386" y="9973"/>
                    </a:lnTo>
                    <a:lnTo>
                      <a:pt x="8386" y="9973"/>
                    </a:lnTo>
                    <a:cubicBezTo>
                      <a:pt x="8362" y="10003"/>
                      <a:pt x="8337" y="10034"/>
                      <a:pt x="8340" y="10034"/>
                    </a:cubicBezTo>
                    <a:cubicBezTo>
                      <a:pt x="8342" y="10034"/>
                      <a:pt x="8350" y="10026"/>
                      <a:pt x="8368" y="10009"/>
                    </a:cubicBezTo>
                    <a:lnTo>
                      <a:pt x="8368" y="10009"/>
                    </a:lnTo>
                    <a:lnTo>
                      <a:pt x="8259" y="10117"/>
                    </a:lnTo>
                    <a:cubicBezTo>
                      <a:pt x="8114" y="10262"/>
                      <a:pt x="7969" y="10443"/>
                      <a:pt x="7825" y="10588"/>
                    </a:cubicBezTo>
                    <a:lnTo>
                      <a:pt x="7643" y="10769"/>
                    </a:lnTo>
                    <a:lnTo>
                      <a:pt x="7583" y="10810"/>
                    </a:lnTo>
                    <a:lnTo>
                      <a:pt x="7583" y="10810"/>
                    </a:lnTo>
                    <a:cubicBezTo>
                      <a:pt x="7594" y="10799"/>
                      <a:pt x="7601" y="10791"/>
                      <a:pt x="7598" y="10791"/>
                    </a:cubicBezTo>
                    <a:lnTo>
                      <a:pt x="7598" y="10791"/>
                    </a:lnTo>
                    <a:cubicBezTo>
                      <a:pt x="7595" y="10791"/>
                      <a:pt x="7587" y="10795"/>
                      <a:pt x="7571" y="10806"/>
                    </a:cubicBezTo>
                    <a:lnTo>
                      <a:pt x="7499" y="10878"/>
                    </a:lnTo>
                    <a:cubicBezTo>
                      <a:pt x="7354" y="10987"/>
                      <a:pt x="7209" y="11095"/>
                      <a:pt x="7064" y="11204"/>
                    </a:cubicBezTo>
                    <a:lnTo>
                      <a:pt x="6847" y="11385"/>
                    </a:lnTo>
                    <a:lnTo>
                      <a:pt x="6738" y="11458"/>
                    </a:lnTo>
                    <a:cubicBezTo>
                      <a:pt x="6702" y="11485"/>
                      <a:pt x="6672" y="11505"/>
                      <a:pt x="6651" y="11519"/>
                    </a:cubicBezTo>
                    <a:lnTo>
                      <a:pt x="6651" y="11519"/>
                    </a:lnTo>
                    <a:cubicBezTo>
                      <a:pt x="6639" y="11525"/>
                      <a:pt x="6629" y="11530"/>
                      <a:pt x="6629" y="11530"/>
                    </a:cubicBezTo>
                    <a:lnTo>
                      <a:pt x="6195" y="11820"/>
                    </a:lnTo>
                    <a:cubicBezTo>
                      <a:pt x="6086" y="11928"/>
                      <a:pt x="5941" y="12001"/>
                      <a:pt x="5832" y="12110"/>
                    </a:cubicBezTo>
                    <a:lnTo>
                      <a:pt x="5651" y="12218"/>
                    </a:lnTo>
                    <a:lnTo>
                      <a:pt x="5543" y="12327"/>
                    </a:lnTo>
                    <a:lnTo>
                      <a:pt x="5470" y="12399"/>
                    </a:lnTo>
                    <a:cubicBezTo>
                      <a:pt x="5434" y="12436"/>
                      <a:pt x="5361" y="12472"/>
                      <a:pt x="5325" y="12508"/>
                    </a:cubicBezTo>
                    <a:lnTo>
                      <a:pt x="5325" y="12508"/>
                    </a:lnTo>
                    <a:cubicBezTo>
                      <a:pt x="5304" y="12529"/>
                      <a:pt x="5285" y="12548"/>
                      <a:pt x="5285" y="12548"/>
                    </a:cubicBezTo>
                    <a:lnTo>
                      <a:pt x="5217" y="12617"/>
                    </a:lnTo>
                    <a:cubicBezTo>
                      <a:pt x="5180" y="12653"/>
                      <a:pt x="5108" y="12689"/>
                      <a:pt x="5072" y="12762"/>
                    </a:cubicBezTo>
                    <a:cubicBezTo>
                      <a:pt x="4963" y="12870"/>
                      <a:pt x="4891" y="12979"/>
                      <a:pt x="4818" y="13124"/>
                    </a:cubicBezTo>
                    <a:cubicBezTo>
                      <a:pt x="4782" y="13124"/>
                      <a:pt x="4782" y="13160"/>
                      <a:pt x="4746" y="13196"/>
                    </a:cubicBezTo>
                    <a:cubicBezTo>
                      <a:pt x="4746" y="13196"/>
                      <a:pt x="4709" y="13269"/>
                      <a:pt x="4709" y="13305"/>
                    </a:cubicBezTo>
                    <a:cubicBezTo>
                      <a:pt x="4673" y="13341"/>
                      <a:pt x="4637" y="13414"/>
                      <a:pt x="4637" y="13486"/>
                    </a:cubicBezTo>
                    <a:cubicBezTo>
                      <a:pt x="4601" y="13595"/>
                      <a:pt x="4601" y="13703"/>
                      <a:pt x="4601" y="13812"/>
                    </a:cubicBezTo>
                    <a:cubicBezTo>
                      <a:pt x="4601" y="13845"/>
                      <a:pt x="4614" y="13858"/>
                      <a:pt x="4633" y="13858"/>
                    </a:cubicBezTo>
                    <a:cubicBezTo>
                      <a:pt x="4676" y="13858"/>
                      <a:pt x="4746" y="13790"/>
                      <a:pt x="4746" y="13740"/>
                    </a:cubicBezTo>
                    <a:lnTo>
                      <a:pt x="4746" y="13703"/>
                    </a:lnTo>
                    <a:cubicBezTo>
                      <a:pt x="4746" y="13631"/>
                      <a:pt x="4782" y="13558"/>
                      <a:pt x="4818" y="13486"/>
                    </a:cubicBezTo>
                    <a:cubicBezTo>
                      <a:pt x="4854" y="13450"/>
                      <a:pt x="4854" y="13414"/>
                      <a:pt x="4891" y="13414"/>
                    </a:cubicBezTo>
                    <a:lnTo>
                      <a:pt x="4927" y="13377"/>
                    </a:lnTo>
                    <a:cubicBezTo>
                      <a:pt x="4945" y="13359"/>
                      <a:pt x="4945" y="13359"/>
                      <a:pt x="4940" y="13359"/>
                    </a:cubicBezTo>
                    <a:cubicBezTo>
                      <a:pt x="4936" y="13359"/>
                      <a:pt x="4927" y="13359"/>
                      <a:pt x="4927" y="13341"/>
                    </a:cubicBezTo>
                    <a:lnTo>
                      <a:pt x="4963" y="13305"/>
                    </a:lnTo>
                    <a:cubicBezTo>
                      <a:pt x="4963" y="13305"/>
                      <a:pt x="5051" y="13235"/>
                      <a:pt x="5080" y="13216"/>
                    </a:cubicBezTo>
                    <a:lnTo>
                      <a:pt x="5080" y="13216"/>
                    </a:lnTo>
                    <a:lnTo>
                      <a:pt x="5072" y="13232"/>
                    </a:lnTo>
                    <a:cubicBezTo>
                      <a:pt x="5086" y="13218"/>
                      <a:pt x="5091" y="13212"/>
                      <a:pt x="5088" y="13212"/>
                    </a:cubicBezTo>
                    <a:lnTo>
                      <a:pt x="5088" y="13212"/>
                    </a:lnTo>
                    <a:cubicBezTo>
                      <a:pt x="5087" y="13212"/>
                      <a:pt x="5084" y="13214"/>
                      <a:pt x="5080" y="13216"/>
                    </a:cubicBezTo>
                    <a:lnTo>
                      <a:pt x="5080" y="13216"/>
                    </a:lnTo>
                    <a:lnTo>
                      <a:pt x="5108" y="13160"/>
                    </a:lnTo>
                    <a:lnTo>
                      <a:pt x="5144" y="13124"/>
                    </a:lnTo>
                    <a:lnTo>
                      <a:pt x="5253" y="13051"/>
                    </a:lnTo>
                    <a:lnTo>
                      <a:pt x="5361" y="12979"/>
                    </a:lnTo>
                    <a:lnTo>
                      <a:pt x="5361" y="12979"/>
                    </a:lnTo>
                    <a:cubicBezTo>
                      <a:pt x="5331" y="13010"/>
                      <a:pt x="5326" y="13021"/>
                      <a:pt x="5334" y="13021"/>
                    </a:cubicBezTo>
                    <a:cubicBezTo>
                      <a:pt x="5344" y="13021"/>
                      <a:pt x="5377" y="13000"/>
                      <a:pt x="5398" y="12979"/>
                    </a:cubicBezTo>
                    <a:cubicBezTo>
                      <a:pt x="5422" y="12967"/>
                      <a:pt x="5426" y="12963"/>
                      <a:pt x="5421" y="12963"/>
                    </a:cubicBezTo>
                    <a:cubicBezTo>
                      <a:pt x="5410" y="12963"/>
                      <a:pt x="5361" y="12979"/>
                      <a:pt x="5361" y="12979"/>
                    </a:cubicBezTo>
                    <a:lnTo>
                      <a:pt x="5506" y="12906"/>
                    </a:lnTo>
                    <a:lnTo>
                      <a:pt x="5579" y="12870"/>
                    </a:lnTo>
                    <a:lnTo>
                      <a:pt x="5687" y="12798"/>
                    </a:lnTo>
                    <a:lnTo>
                      <a:pt x="5742" y="12780"/>
                    </a:lnTo>
                    <a:lnTo>
                      <a:pt x="5760" y="12762"/>
                    </a:lnTo>
                    <a:lnTo>
                      <a:pt x="5832" y="12725"/>
                    </a:lnTo>
                    <a:lnTo>
                      <a:pt x="5977" y="12653"/>
                    </a:lnTo>
                    <a:lnTo>
                      <a:pt x="6303" y="12472"/>
                    </a:lnTo>
                    <a:lnTo>
                      <a:pt x="6629" y="12327"/>
                    </a:lnTo>
                    <a:lnTo>
                      <a:pt x="6774" y="12254"/>
                    </a:lnTo>
                    <a:lnTo>
                      <a:pt x="6883" y="12182"/>
                    </a:lnTo>
                    <a:cubicBezTo>
                      <a:pt x="6919" y="12182"/>
                      <a:pt x="6955" y="12146"/>
                      <a:pt x="6955" y="12146"/>
                    </a:cubicBezTo>
                    <a:cubicBezTo>
                      <a:pt x="7245" y="12001"/>
                      <a:pt x="7499" y="11856"/>
                      <a:pt x="7752" y="11675"/>
                    </a:cubicBezTo>
                    <a:cubicBezTo>
                      <a:pt x="8332" y="11349"/>
                      <a:pt x="8839" y="10914"/>
                      <a:pt x="9310" y="10443"/>
                    </a:cubicBezTo>
                    <a:cubicBezTo>
                      <a:pt x="9853" y="9828"/>
                      <a:pt x="10324" y="9139"/>
                      <a:pt x="10650" y="8343"/>
                    </a:cubicBezTo>
                    <a:cubicBezTo>
                      <a:pt x="10976" y="7582"/>
                      <a:pt x="11193" y="6749"/>
                      <a:pt x="11302" y="5916"/>
                    </a:cubicBezTo>
                    <a:cubicBezTo>
                      <a:pt x="11410" y="4757"/>
                      <a:pt x="11157" y="3561"/>
                      <a:pt x="10577" y="2547"/>
                    </a:cubicBezTo>
                    <a:cubicBezTo>
                      <a:pt x="10034" y="1605"/>
                      <a:pt x="9201" y="881"/>
                      <a:pt x="8223" y="446"/>
                    </a:cubicBezTo>
                    <a:cubicBezTo>
                      <a:pt x="7545" y="145"/>
                      <a:pt x="6815" y="0"/>
                      <a:pt x="6080"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1282;p31">
                <a:extLst>
                  <a:ext uri="{FF2B5EF4-FFF2-40B4-BE49-F238E27FC236}">
                    <a16:creationId xmlns:a16="http://schemas.microsoft.com/office/drawing/2014/main" id="{5BA4C463-DB8A-9BCE-6AEB-2BDD25F99093}"/>
                  </a:ext>
                </a:extLst>
              </p:cNvPr>
              <p:cNvSpPr/>
              <p:nvPr/>
            </p:nvSpPr>
            <p:spPr>
              <a:xfrm>
                <a:off x="3859659" y="1637358"/>
                <a:ext cx="80205" cy="58228"/>
              </a:xfrm>
              <a:custGeom>
                <a:avLst/>
                <a:gdLst/>
                <a:ahLst/>
                <a:cxnLst/>
                <a:rect l="l" t="t" r="r" b="b"/>
                <a:pathLst>
                  <a:path w="3456" h="2509" extrusionOk="0">
                    <a:moveTo>
                      <a:pt x="1436" y="708"/>
                    </a:moveTo>
                    <a:lnTo>
                      <a:pt x="1500" y="756"/>
                    </a:lnTo>
                    <a:cubicBezTo>
                      <a:pt x="1475" y="744"/>
                      <a:pt x="1455" y="727"/>
                      <a:pt x="1436" y="708"/>
                    </a:cubicBezTo>
                    <a:close/>
                    <a:moveTo>
                      <a:pt x="2695" y="974"/>
                    </a:moveTo>
                    <a:lnTo>
                      <a:pt x="2695" y="974"/>
                    </a:lnTo>
                    <a:cubicBezTo>
                      <a:pt x="2655" y="994"/>
                      <a:pt x="2626" y="1003"/>
                      <a:pt x="2596" y="1007"/>
                    </a:cubicBezTo>
                    <a:lnTo>
                      <a:pt x="2596" y="1007"/>
                    </a:lnTo>
                    <a:lnTo>
                      <a:pt x="2695" y="974"/>
                    </a:lnTo>
                    <a:close/>
                    <a:moveTo>
                      <a:pt x="2261" y="1010"/>
                    </a:moveTo>
                    <a:cubicBezTo>
                      <a:pt x="2282" y="1015"/>
                      <a:pt x="2304" y="1019"/>
                      <a:pt x="2326" y="1024"/>
                    </a:cubicBezTo>
                    <a:lnTo>
                      <a:pt x="2326" y="1024"/>
                    </a:lnTo>
                    <a:cubicBezTo>
                      <a:pt x="2333" y="1025"/>
                      <a:pt x="2340" y="1026"/>
                      <a:pt x="2348" y="1027"/>
                    </a:cubicBezTo>
                    <a:lnTo>
                      <a:pt x="2348" y="1027"/>
                    </a:lnTo>
                    <a:lnTo>
                      <a:pt x="2261" y="1010"/>
                    </a:lnTo>
                    <a:close/>
                    <a:moveTo>
                      <a:pt x="2695" y="1010"/>
                    </a:moveTo>
                    <a:cubicBezTo>
                      <a:pt x="2645" y="1023"/>
                      <a:pt x="2594" y="1031"/>
                      <a:pt x="2544" y="1035"/>
                    </a:cubicBezTo>
                    <a:lnTo>
                      <a:pt x="2544" y="1035"/>
                    </a:lnTo>
                    <a:cubicBezTo>
                      <a:pt x="2557" y="1026"/>
                      <a:pt x="2562" y="1022"/>
                      <a:pt x="2562" y="1022"/>
                    </a:cubicBezTo>
                    <a:lnTo>
                      <a:pt x="2562" y="1022"/>
                    </a:lnTo>
                    <a:cubicBezTo>
                      <a:pt x="2561" y="1022"/>
                      <a:pt x="2549" y="1029"/>
                      <a:pt x="2532" y="1035"/>
                    </a:cubicBezTo>
                    <a:lnTo>
                      <a:pt x="2532" y="1035"/>
                    </a:lnTo>
                    <a:cubicBezTo>
                      <a:pt x="2524" y="1036"/>
                      <a:pt x="2515" y="1036"/>
                      <a:pt x="2507" y="1037"/>
                    </a:cubicBezTo>
                    <a:lnTo>
                      <a:pt x="2507" y="1037"/>
                    </a:lnTo>
                    <a:lnTo>
                      <a:pt x="2587" y="1010"/>
                    </a:lnTo>
                    <a:close/>
                    <a:moveTo>
                      <a:pt x="86" y="1266"/>
                    </a:moveTo>
                    <a:cubicBezTo>
                      <a:pt x="84" y="1326"/>
                      <a:pt x="76" y="1394"/>
                      <a:pt x="51" y="1445"/>
                    </a:cubicBezTo>
                    <a:lnTo>
                      <a:pt x="51" y="1336"/>
                    </a:lnTo>
                    <a:lnTo>
                      <a:pt x="86" y="1266"/>
                    </a:lnTo>
                    <a:close/>
                    <a:moveTo>
                      <a:pt x="834" y="1"/>
                    </a:moveTo>
                    <a:cubicBezTo>
                      <a:pt x="788" y="1"/>
                      <a:pt x="728" y="43"/>
                      <a:pt x="703" y="68"/>
                    </a:cubicBezTo>
                    <a:cubicBezTo>
                      <a:pt x="639" y="164"/>
                      <a:pt x="576" y="259"/>
                      <a:pt x="487" y="380"/>
                    </a:cubicBezTo>
                    <a:lnTo>
                      <a:pt x="487" y="380"/>
                    </a:lnTo>
                    <a:cubicBezTo>
                      <a:pt x="453" y="415"/>
                      <a:pt x="423" y="451"/>
                      <a:pt x="396" y="489"/>
                    </a:cubicBezTo>
                    <a:lnTo>
                      <a:pt x="396" y="489"/>
                    </a:lnTo>
                    <a:cubicBezTo>
                      <a:pt x="257" y="663"/>
                      <a:pt x="122" y="839"/>
                      <a:pt x="87" y="1082"/>
                    </a:cubicBezTo>
                    <a:lnTo>
                      <a:pt x="87" y="1119"/>
                    </a:lnTo>
                    <a:cubicBezTo>
                      <a:pt x="87" y="1134"/>
                      <a:pt x="87" y="1148"/>
                      <a:pt x="87" y="1161"/>
                    </a:cubicBezTo>
                    <a:lnTo>
                      <a:pt x="87" y="1161"/>
                    </a:lnTo>
                    <a:cubicBezTo>
                      <a:pt x="21" y="1322"/>
                      <a:pt x="0" y="1510"/>
                      <a:pt x="51" y="1662"/>
                    </a:cubicBezTo>
                    <a:cubicBezTo>
                      <a:pt x="124" y="1879"/>
                      <a:pt x="268" y="2024"/>
                      <a:pt x="450" y="2133"/>
                    </a:cubicBezTo>
                    <a:cubicBezTo>
                      <a:pt x="558" y="2169"/>
                      <a:pt x="667" y="2241"/>
                      <a:pt x="776" y="2278"/>
                    </a:cubicBezTo>
                    <a:cubicBezTo>
                      <a:pt x="1029" y="2350"/>
                      <a:pt x="1319" y="2423"/>
                      <a:pt x="1609" y="2495"/>
                    </a:cubicBezTo>
                    <a:cubicBezTo>
                      <a:pt x="1686" y="2504"/>
                      <a:pt x="1763" y="2508"/>
                      <a:pt x="1839" y="2508"/>
                    </a:cubicBezTo>
                    <a:cubicBezTo>
                      <a:pt x="2087" y="2508"/>
                      <a:pt x="2329" y="2461"/>
                      <a:pt x="2550" y="2350"/>
                    </a:cubicBezTo>
                    <a:cubicBezTo>
                      <a:pt x="2913" y="2205"/>
                      <a:pt x="3166" y="1915"/>
                      <a:pt x="3311" y="1589"/>
                    </a:cubicBezTo>
                    <a:cubicBezTo>
                      <a:pt x="3420" y="1372"/>
                      <a:pt x="3456" y="1155"/>
                      <a:pt x="3456" y="974"/>
                    </a:cubicBezTo>
                    <a:cubicBezTo>
                      <a:pt x="3456" y="746"/>
                      <a:pt x="3310" y="606"/>
                      <a:pt x="3123" y="606"/>
                    </a:cubicBezTo>
                    <a:cubicBezTo>
                      <a:pt x="3101" y="606"/>
                      <a:pt x="3080" y="608"/>
                      <a:pt x="3057" y="611"/>
                    </a:cubicBezTo>
                    <a:cubicBezTo>
                      <a:pt x="2788" y="679"/>
                      <a:pt x="2519" y="809"/>
                      <a:pt x="2366" y="1030"/>
                    </a:cubicBezTo>
                    <a:lnTo>
                      <a:pt x="2366" y="1030"/>
                    </a:lnTo>
                    <a:cubicBezTo>
                      <a:pt x="2360" y="1029"/>
                      <a:pt x="2354" y="1028"/>
                      <a:pt x="2348" y="1027"/>
                    </a:cubicBezTo>
                    <a:lnTo>
                      <a:pt x="2348" y="1027"/>
                    </a:lnTo>
                    <a:lnTo>
                      <a:pt x="2365" y="1031"/>
                    </a:lnTo>
                    <a:lnTo>
                      <a:pt x="2365" y="1031"/>
                    </a:lnTo>
                    <a:cubicBezTo>
                      <a:pt x="2365" y="1031"/>
                      <a:pt x="2365" y="1031"/>
                      <a:pt x="2365" y="1032"/>
                    </a:cubicBezTo>
                    <a:lnTo>
                      <a:pt x="2365" y="1032"/>
                    </a:lnTo>
                    <a:cubicBezTo>
                      <a:pt x="2352" y="1029"/>
                      <a:pt x="2339" y="1026"/>
                      <a:pt x="2326" y="1024"/>
                    </a:cubicBezTo>
                    <a:lnTo>
                      <a:pt x="2326" y="1024"/>
                    </a:lnTo>
                    <a:cubicBezTo>
                      <a:pt x="2304" y="1020"/>
                      <a:pt x="2282" y="1015"/>
                      <a:pt x="2261" y="1010"/>
                    </a:cubicBezTo>
                    <a:lnTo>
                      <a:pt x="2261" y="1010"/>
                    </a:lnTo>
                    <a:lnTo>
                      <a:pt x="2261" y="1010"/>
                    </a:lnTo>
                    <a:lnTo>
                      <a:pt x="2261" y="1010"/>
                    </a:lnTo>
                    <a:cubicBezTo>
                      <a:pt x="1957" y="943"/>
                      <a:pt x="1675" y="847"/>
                      <a:pt x="1416" y="687"/>
                    </a:cubicBezTo>
                    <a:lnTo>
                      <a:pt x="1416" y="687"/>
                    </a:lnTo>
                    <a:cubicBezTo>
                      <a:pt x="1386" y="653"/>
                      <a:pt x="1358" y="614"/>
                      <a:pt x="1319" y="575"/>
                    </a:cubicBezTo>
                    <a:cubicBezTo>
                      <a:pt x="1286" y="559"/>
                      <a:pt x="1253" y="542"/>
                      <a:pt x="1216" y="529"/>
                    </a:cubicBezTo>
                    <a:lnTo>
                      <a:pt x="1216" y="529"/>
                    </a:lnTo>
                    <a:cubicBezTo>
                      <a:pt x="1212" y="520"/>
                      <a:pt x="1210" y="512"/>
                      <a:pt x="1210" y="503"/>
                    </a:cubicBezTo>
                    <a:cubicBezTo>
                      <a:pt x="1210" y="428"/>
                      <a:pt x="1159" y="353"/>
                      <a:pt x="1091" y="314"/>
                    </a:cubicBezTo>
                    <a:lnTo>
                      <a:pt x="1091" y="314"/>
                    </a:lnTo>
                    <a:cubicBezTo>
                      <a:pt x="1064" y="274"/>
                      <a:pt x="1033" y="235"/>
                      <a:pt x="1000" y="206"/>
                    </a:cubicBezTo>
                    <a:lnTo>
                      <a:pt x="1000" y="206"/>
                    </a:lnTo>
                    <a:cubicBezTo>
                      <a:pt x="971" y="139"/>
                      <a:pt x="938" y="85"/>
                      <a:pt x="884" y="32"/>
                    </a:cubicBezTo>
                    <a:cubicBezTo>
                      <a:pt x="873" y="9"/>
                      <a:pt x="855" y="1"/>
                      <a:pt x="834"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1283;p31">
                <a:extLst>
                  <a:ext uri="{FF2B5EF4-FFF2-40B4-BE49-F238E27FC236}">
                    <a16:creationId xmlns:a16="http://schemas.microsoft.com/office/drawing/2014/main" id="{353D88E3-B273-12A9-87FD-2BDF5CAEF76E}"/>
                  </a:ext>
                </a:extLst>
              </p:cNvPr>
              <p:cNvSpPr/>
              <p:nvPr/>
            </p:nvSpPr>
            <p:spPr>
              <a:xfrm>
                <a:off x="3833946" y="1647104"/>
                <a:ext cx="106778" cy="112185"/>
              </a:xfrm>
              <a:custGeom>
                <a:avLst/>
                <a:gdLst/>
                <a:ahLst/>
                <a:cxnLst/>
                <a:rect l="l" t="t" r="r" b="b"/>
                <a:pathLst>
                  <a:path w="4601" h="4834" extrusionOk="0">
                    <a:moveTo>
                      <a:pt x="1568" y="102"/>
                    </a:moveTo>
                    <a:cubicBezTo>
                      <a:pt x="1564" y="108"/>
                      <a:pt x="1560" y="114"/>
                      <a:pt x="1558" y="119"/>
                    </a:cubicBezTo>
                    <a:lnTo>
                      <a:pt x="1545" y="119"/>
                    </a:lnTo>
                    <a:lnTo>
                      <a:pt x="1568" y="102"/>
                    </a:lnTo>
                    <a:close/>
                    <a:moveTo>
                      <a:pt x="3218" y="3267"/>
                    </a:moveTo>
                    <a:cubicBezTo>
                      <a:pt x="3222" y="3267"/>
                      <a:pt x="3204" y="3302"/>
                      <a:pt x="3184" y="3335"/>
                    </a:cubicBezTo>
                    <a:lnTo>
                      <a:pt x="3184" y="3335"/>
                    </a:lnTo>
                    <a:lnTo>
                      <a:pt x="3171" y="3338"/>
                    </a:lnTo>
                    <a:lnTo>
                      <a:pt x="3171" y="3338"/>
                    </a:lnTo>
                    <a:cubicBezTo>
                      <a:pt x="3175" y="3330"/>
                      <a:pt x="3181" y="3320"/>
                      <a:pt x="3188" y="3306"/>
                    </a:cubicBezTo>
                    <a:cubicBezTo>
                      <a:pt x="3207" y="3278"/>
                      <a:pt x="3216" y="3267"/>
                      <a:pt x="3218" y="3267"/>
                    </a:cubicBezTo>
                    <a:close/>
                    <a:moveTo>
                      <a:pt x="3233" y="3342"/>
                    </a:moveTo>
                    <a:cubicBezTo>
                      <a:pt x="3230" y="3342"/>
                      <a:pt x="3227" y="3343"/>
                      <a:pt x="3224" y="3343"/>
                    </a:cubicBezTo>
                    <a:cubicBezTo>
                      <a:pt x="3227" y="3342"/>
                      <a:pt x="3230" y="3342"/>
                      <a:pt x="3233" y="3342"/>
                    </a:cubicBezTo>
                    <a:close/>
                    <a:moveTo>
                      <a:pt x="3140" y="3416"/>
                    </a:moveTo>
                    <a:cubicBezTo>
                      <a:pt x="3126" y="3440"/>
                      <a:pt x="3103" y="3464"/>
                      <a:pt x="3079" y="3488"/>
                    </a:cubicBezTo>
                    <a:lnTo>
                      <a:pt x="3043" y="3524"/>
                    </a:lnTo>
                    <a:cubicBezTo>
                      <a:pt x="3056" y="3498"/>
                      <a:pt x="3073" y="3476"/>
                      <a:pt x="3094" y="3456"/>
                    </a:cubicBezTo>
                    <a:lnTo>
                      <a:pt x="3094" y="3456"/>
                    </a:lnTo>
                    <a:cubicBezTo>
                      <a:pt x="3094" y="3458"/>
                      <a:pt x="3094" y="3459"/>
                      <a:pt x="3095" y="3459"/>
                    </a:cubicBezTo>
                    <a:cubicBezTo>
                      <a:pt x="3097" y="3459"/>
                      <a:pt x="3103" y="3454"/>
                      <a:pt x="3113" y="3439"/>
                    </a:cubicBezTo>
                    <a:lnTo>
                      <a:pt x="3113" y="3439"/>
                    </a:lnTo>
                    <a:cubicBezTo>
                      <a:pt x="3122" y="3431"/>
                      <a:pt x="3131" y="3424"/>
                      <a:pt x="3140" y="3416"/>
                    </a:cubicBezTo>
                    <a:close/>
                    <a:moveTo>
                      <a:pt x="1746" y="1"/>
                    </a:moveTo>
                    <a:cubicBezTo>
                      <a:pt x="1687" y="1"/>
                      <a:pt x="1608" y="52"/>
                      <a:pt x="1571" y="98"/>
                    </a:cubicBezTo>
                    <a:lnTo>
                      <a:pt x="1571" y="98"/>
                    </a:lnTo>
                    <a:cubicBezTo>
                      <a:pt x="1561" y="105"/>
                      <a:pt x="1551" y="112"/>
                      <a:pt x="1541" y="119"/>
                    </a:cubicBezTo>
                    <a:lnTo>
                      <a:pt x="1521" y="119"/>
                    </a:lnTo>
                    <a:lnTo>
                      <a:pt x="1465" y="175"/>
                    </a:lnTo>
                    <a:lnTo>
                      <a:pt x="1465" y="175"/>
                    </a:lnTo>
                    <a:cubicBezTo>
                      <a:pt x="1269" y="327"/>
                      <a:pt x="1105" y="506"/>
                      <a:pt x="983" y="703"/>
                    </a:cubicBezTo>
                    <a:lnTo>
                      <a:pt x="983" y="703"/>
                    </a:lnTo>
                    <a:cubicBezTo>
                      <a:pt x="958" y="722"/>
                      <a:pt x="942" y="735"/>
                      <a:pt x="942" y="735"/>
                    </a:cubicBezTo>
                    <a:cubicBezTo>
                      <a:pt x="906" y="807"/>
                      <a:pt x="833" y="880"/>
                      <a:pt x="761" y="952"/>
                    </a:cubicBezTo>
                    <a:cubicBezTo>
                      <a:pt x="745" y="983"/>
                      <a:pt x="743" y="994"/>
                      <a:pt x="748" y="994"/>
                    </a:cubicBezTo>
                    <a:cubicBezTo>
                      <a:pt x="761" y="994"/>
                      <a:pt x="827" y="910"/>
                      <a:pt x="828" y="910"/>
                    </a:cubicBezTo>
                    <a:lnTo>
                      <a:pt x="828" y="910"/>
                    </a:lnTo>
                    <a:cubicBezTo>
                      <a:pt x="828" y="910"/>
                      <a:pt x="820" y="921"/>
                      <a:pt x="797" y="952"/>
                    </a:cubicBezTo>
                    <a:cubicBezTo>
                      <a:pt x="688" y="1061"/>
                      <a:pt x="580" y="1206"/>
                      <a:pt x="507" y="1351"/>
                    </a:cubicBezTo>
                    <a:cubicBezTo>
                      <a:pt x="435" y="1532"/>
                      <a:pt x="326" y="1677"/>
                      <a:pt x="290" y="1894"/>
                    </a:cubicBezTo>
                    <a:cubicBezTo>
                      <a:pt x="72" y="2292"/>
                      <a:pt x="0" y="2727"/>
                      <a:pt x="0" y="3162"/>
                    </a:cubicBezTo>
                    <a:cubicBezTo>
                      <a:pt x="72" y="3777"/>
                      <a:pt x="471" y="4284"/>
                      <a:pt x="1014" y="4538"/>
                    </a:cubicBezTo>
                    <a:cubicBezTo>
                      <a:pt x="1389" y="4725"/>
                      <a:pt x="1803" y="4834"/>
                      <a:pt x="2227" y="4834"/>
                    </a:cubicBezTo>
                    <a:cubicBezTo>
                      <a:pt x="2377" y="4834"/>
                      <a:pt x="2529" y="4820"/>
                      <a:pt x="2680" y="4792"/>
                    </a:cubicBezTo>
                    <a:cubicBezTo>
                      <a:pt x="2898" y="4755"/>
                      <a:pt x="3115" y="4683"/>
                      <a:pt x="3260" y="4538"/>
                    </a:cubicBezTo>
                    <a:cubicBezTo>
                      <a:pt x="3296" y="4526"/>
                      <a:pt x="3329" y="4510"/>
                      <a:pt x="3357" y="4491"/>
                    </a:cubicBezTo>
                    <a:lnTo>
                      <a:pt x="3357" y="4491"/>
                    </a:lnTo>
                    <a:cubicBezTo>
                      <a:pt x="3372" y="4483"/>
                      <a:pt x="3389" y="4473"/>
                      <a:pt x="3405" y="4466"/>
                    </a:cubicBezTo>
                    <a:cubicBezTo>
                      <a:pt x="3477" y="4393"/>
                      <a:pt x="3586" y="4284"/>
                      <a:pt x="3658" y="4212"/>
                    </a:cubicBezTo>
                    <a:lnTo>
                      <a:pt x="3658" y="4212"/>
                    </a:lnTo>
                    <a:cubicBezTo>
                      <a:pt x="3657" y="4214"/>
                      <a:pt x="3656" y="4214"/>
                      <a:pt x="3656" y="4214"/>
                    </a:cubicBezTo>
                    <a:cubicBezTo>
                      <a:pt x="3653" y="4214"/>
                      <a:pt x="3746" y="4101"/>
                      <a:pt x="3794" y="4040"/>
                    </a:cubicBezTo>
                    <a:lnTo>
                      <a:pt x="3794" y="4040"/>
                    </a:lnTo>
                    <a:cubicBezTo>
                      <a:pt x="3845" y="3989"/>
                      <a:pt x="3897" y="3937"/>
                      <a:pt x="3948" y="3886"/>
                    </a:cubicBezTo>
                    <a:cubicBezTo>
                      <a:pt x="3984" y="3814"/>
                      <a:pt x="4021" y="3777"/>
                      <a:pt x="4057" y="3705"/>
                    </a:cubicBezTo>
                    <a:cubicBezTo>
                      <a:pt x="4202" y="3451"/>
                      <a:pt x="4347" y="3234"/>
                      <a:pt x="4419" y="2981"/>
                    </a:cubicBezTo>
                    <a:cubicBezTo>
                      <a:pt x="4528" y="2582"/>
                      <a:pt x="4564" y="2147"/>
                      <a:pt x="4564" y="1749"/>
                    </a:cubicBezTo>
                    <a:lnTo>
                      <a:pt x="4564" y="1169"/>
                    </a:lnTo>
                    <a:cubicBezTo>
                      <a:pt x="4600" y="952"/>
                      <a:pt x="4600" y="771"/>
                      <a:pt x="4600" y="554"/>
                    </a:cubicBezTo>
                    <a:cubicBezTo>
                      <a:pt x="4573" y="338"/>
                      <a:pt x="4426" y="223"/>
                      <a:pt x="4233" y="223"/>
                    </a:cubicBezTo>
                    <a:cubicBezTo>
                      <a:pt x="4166" y="223"/>
                      <a:pt x="4095" y="236"/>
                      <a:pt x="4021" y="264"/>
                    </a:cubicBezTo>
                    <a:cubicBezTo>
                      <a:pt x="3939" y="300"/>
                      <a:pt x="3862" y="345"/>
                      <a:pt x="3791" y="398"/>
                    </a:cubicBezTo>
                    <a:lnTo>
                      <a:pt x="3791" y="398"/>
                    </a:lnTo>
                    <a:cubicBezTo>
                      <a:pt x="3789" y="399"/>
                      <a:pt x="3787" y="401"/>
                      <a:pt x="3785" y="402"/>
                    </a:cubicBezTo>
                    <a:lnTo>
                      <a:pt x="3785" y="402"/>
                    </a:lnTo>
                    <a:cubicBezTo>
                      <a:pt x="3716" y="454"/>
                      <a:pt x="3652" y="513"/>
                      <a:pt x="3595" y="577"/>
                    </a:cubicBezTo>
                    <a:lnTo>
                      <a:pt x="3595" y="577"/>
                    </a:lnTo>
                    <a:cubicBezTo>
                      <a:pt x="3430" y="721"/>
                      <a:pt x="3331" y="929"/>
                      <a:pt x="3296" y="1169"/>
                    </a:cubicBezTo>
                    <a:cubicBezTo>
                      <a:pt x="3296" y="1314"/>
                      <a:pt x="3260" y="1423"/>
                      <a:pt x="3260" y="1568"/>
                    </a:cubicBezTo>
                    <a:lnTo>
                      <a:pt x="3260" y="2184"/>
                    </a:lnTo>
                    <a:lnTo>
                      <a:pt x="3260" y="2799"/>
                    </a:lnTo>
                    <a:lnTo>
                      <a:pt x="3260" y="2944"/>
                    </a:lnTo>
                    <a:lnTo>
                      <a:pt x="3260" y="2981"/>
                    </a:lnTo>
                    <a:cubicBezTo>
                      <a:pt x="3224" y="3053"/>
                      <a:pt x="3224" y="3162"/>
                      <a:pt x="3188" y="3234"/>
                    </a:cubicBezTo>
                    <a:cubicBezTo>
                      <a:pt x="3188" y="3234"/>
                      <a:pt x="3163" y="3309"/>
                      <a:pt x="3157" y="3341"/>
                    </a:cubicBezTo>
                    <a:lnTo>
                      <a:pt x="3157" y="3341"/>
                    </a:lnTo>
                    <a:lnTo>
                      <a:pt x="3151" y="3343"/>
                    </a:lnTo>
                    <a:lnTo>
                      <a:pt x="2825" y="3343"/>
                    </a:lnTo>
                    <a:cubicBezTo>
                      <a:pt x="2536" y="3306"/>
                      <a:pt x="2246" y="3198"/>
                      <a:pt x="1956" y="3017"/>
                    </a:cubicBezTo>
                    <a:lnTo>
                      <a:pt x="1956" y="3017"/>
                    </a:lnTo>
                    <a:lnTo>
                      <a:pt x="2101" y="3125"/>
                    </a:lnTo>
                    <a:cubicBezTo>
                      <a:pt x="1884" y="2981"/>
                      <a:pt x="1702" y="2799"/>
                      <a:pt x="1558" y="2618"/>
                    </a:cubicBezTo>
                    <a:lnTo>
                      <a:pt x="1558" y="2618"/>
                    </a:lnTo>
                    <a:lnTo>
                      <a:pt x="1666" y="2727"/>
                    </a:lnTo>
                    <a:cubicBezTo>
                      <a:pt x="1594" y="2618"/>
                      <a:pt x="1521" y="2510"/>
                      <a:pt x="1521" y="2401"/>
                    </a:cubicBezTo>
                    <a:lnTo>
                      <a:pt x="1521" y="2256"/>
                    </a:lnTo>
                    <a:cubicBezTo>
                      <a:pt x="1558" y="2111"/>
                      <a:pt x="1558" y="2075"/>
                      <a:pt x="1594" y="2003"/>
                    </a:cubicBezTo>
                    <a:lnTo>
                      <a:pt x="1623" y="1886"/>
                    </a:lnTo>
                    <a:lnTo>
                      <a:pt x="1623" y="1886"/>
                    </a:lnTo>
                    <a:cubicBezTo>
                      <a:pt x="1619" y="1892"/>
                      <a:pt x="1617" y="1895"/>
                      <a:pt x="1616" y="1895"/>
                    </a:cubicBezTo>
                    <a:cubicBezTo>
                      <a:pt x="1613" y="1895"/>
                      <a:pt x="1617" y="1883"/>
                      <a:pt x="1630" y="1858"/>
                    </a:cubicBezTo>
                    <a:lnTo>
                      <a:pt x="1630" y="1858"/>
                    </a:lnTo>
                    <a:lnTo>
                      <a:pt x="1623" y="1886"/>
                    </a:lnTo>
                    <a:lnTo>
                      <a:pt x="1623" y="1886"/>
                    </a:lnTo>
                    <a:cubicBezTo>
                      <a:pt x="1632" y="1871"/>
                      <a:pt x="1649" y="1836"/>
                      <a:pt x="1666" y="1785"/>
                    </a:cubicBezTo>
                    <a:lnTo>
                      <a:pt x="1666" y="1785"/>
                    </a:lnTo>
                    <a:lnTo>
                      <a:pt x="1630" y="1858"/>
                    </a:lnTo>
                    <a:cubicBezTo>
                      <a:pt x="1702" y="1713"/>
                      <a:pt x="1775" y="1532"/>
                      <a:pt x="1847" y="1387"/>
                    </a:cubicBezTo>
                    <a:cubicBezTo>
                      <a:pt x="1884" y="1278"/>
                      <a:pt x="1920" y="1169"/>
                      <a:pt x="1956" y="1025"/>
                    </a:cubicBezTo>
                    <a:cubicBezTo>
                      <a:pt x="1956" y="1012"/>
                      <a:pt x="1956" y="1000"/>
                      <a:pt x="1956" y="988"/>
                    </a:cubicBezTo>
                    <a:cubicBezTo>
                      <a:pt x="1956" y="952"/>
                      <a:pt x="1956" y="880"/>
                      <a:pt x="1956" y="843"/>
                    </a:cubicBezTo>
                    <a:cubicBezTo>
                      <a:pt x="1991" y="774"/>
                      <a:pt x="1992" y="705"/>
                      <a:pt x="1961" y="636"/>
                    </a:cubicBezTo>
                    <a:lnTo>
                      <a:pt x="1961" y="636"/>
                    </a:lnTo>
                    <a:cubicBezTo>
                      <a:pt x="1979" y="553"/>
                      <a:pt x="1992" y="474"/>
                      <a:pt x="1992" y="409"/>
                    </a:cubicBezTo>
                    <a:cubicBezTo>
                      <a:pt x="2025" y="243"/>
                      <a:pt x="1937" y="108"/>
                      <a:pt x="1811" y="58"/>
                    </a:cubicBezTo>
                    <a:lnTo>
                      <a:pt x="1811" y="58"/>
                    </a:lnTo>
                    <a:lnTo>
                      <a:pt x="1811" y="47"/>
                    </a:lnTo>
                    <a:cubicBezTo>
                      <a:pt x="1800" y="14"/>
                      <a:pt x="1776" y="1"/>
                      <a:pt x="1746"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1284;p31">
                <a:extLst>
                  <a:ext uri="{FF2B5EF4-FFF2-40B4-BE49-F238E27FC236}">
                    <a16:creationId xmlns:a16="http://schemas.microsoft.com/office/drawing/2014/main" id="{FDEF10AF-EB5E-468A-9EF1-0A35749E5E47}"/>
                  </a:ext>
                </a:extLst>
              </p:cNvPr>
              <p:cNvSpPr/>
              <p:nvPr/>
            </p:nvSpPr>
            <p:spPr>
              <a:xfrm>
                <a:off x="3851583" y="1662143"/>
                <a:ext cx="82410" cy="52588"/>
              </a:xfrm>
              <a:custGeom>
                <a:avLst/>
                <a:gdLst/>
                <a:ahLst/>
                <a:cxnLst/>
                <a:rect l="l" t="t" r="r" b="b"/>
                <a:pathLst>
                  <a:path w="3551" h="2266" extrusionOk="0">
                    <a:moveTo>
                      <a:pt x="2898" y="798"/>
                    </a:moveTo>
                    <a:lnTo>
                      <a:pt x="2898" y="798"/>
                    </a:lnTo>
                    <a:cubicBezTo>
                      <a:pt x="2889" y="802"/>
                      <a:pt x="2880" y="811"/>
                      <a:pt x="2898" y="811"/>
                    </a:cubicBezTo>
                    <a:cubicBezTo>
                      <a:pt x="2898" y="806"/>
                      <a:pt x="2898" y="802"/>
                      <a:pt x="2898" y="798"/>
                    </a:cubicBezTo>
                    <a:close/>
                    <a:moveTo>
                      <a:pt x="3334" y="0"/>
                    </a:moveTo>
                    <a:cubicBezTo>
                      <a:pt x="3297" y="0"/>
                      <a:pt x="3251" y="34"/>
                      <a:pt x="3224" y="87"/>
                    </a:cubicBezTo>
                    <a:cubicBezTo>
                      <a:pt x="3152" y="123"/>
                      <a:pt x="3116" y="195"/>
                      <a:pt x="3079" y="268"/>
                    </a:cubicBezTo>
                    <a:lnTo>
                      <a:pt x="3224" y="123"/>
                    </a:lnTo>
                    <a:lnTo>
                      <a:pt x="3224" y="123"/>
                    </a:lnTo>
                    <a:cubicBezTo>
                      <a:pt x="3043" y="304"/>
                      <a:pt x="2935" y="521"/>
                      <a:pt x="2898" y="739"/>
                    </a:cubicBezTo>
                    <a:cubicBezTo>
                      <a:pt x="2898" y="770"/>
                      <a:pt x="2898" y="774"/>
                      <a:pt x="2898" y="798"/>
                    </a:cubicBezTo>
                    <a:lnTo>
                      <a:pt x="2898" y="798"/>
                    </a:lnTo>
                    <a:cubicBezTo>
                      <a:pt x="2901" y="796"/>
                      <a:pt x="2904" y="795"/>
                      <a:pt x="2906" y="795"/>
                    </a:cubicBezTo>
                    <a:cubicBezTo>
                      <a:pt x="2910" y="795"/>
                      <a:pt x="2910" y="799"/>
                      <a:pt x="2898" y="811"/>
                    </a:cubicBezTo>
                    <a:cubicBezTo>
                      <a:pt x="2875" y="811"/>
                      <a:pt x="2867" y="826"/>
                      <a:pt x="2854" y="837"/>
                    </a:cubicBezTo>
                    <a:lnTo>
                      <a:pt x="2854" y="837"/>
                    </a:lnTo>
                    <a:cubicBezTo>
                      <a:pt x="2850" y="837"/>
                      <a:pt x="2841" y="840"/>
                      <a:pt x="2826" y="847"/>
                    </a:cubicBezTo>
                    <a:lnTo>
                      <a:pt x="2810" y="879"/>
                    </a:lnTo>
                    <a:lnTo>
                      <a:pt x="2810" y="879"/>
                    </a:lnTo>
                    <a:cubicBezTo>
                      <a:pt x="2786" y="872"/>
                      <a:pt x="2759" y="869"/>
                      <a:pt x="2732" y="869"/>
                    </a:cubicBezTo>
                    <a:cubicBezTo>
                      <a:pt x="2642" y="869"/>
                      <a:pt x="2543" y="903"/>
                      <a:pt x="2464" y="956"/>
                    </a:cubicBezTo>
                    <a:lnTo>
                      <a:pt x="2355" y="992"/>
                    </a:lnTo>
                    <a:cubicBezTo>
                      <a:pt x="2355" y="992"/>
                      <a:pt x="2355" y="992"/>
                      <a:pt x="2355" y="992"/>
                    </a:cubicBezTo>
                    <a:lnTo>
                      <a:pt x="2355" y="992"/>
                    </a:lnTo>
                    <a:cubicBezTo>
                      <a:pt x="2332" y="1000"/>
                      <a:pt x="2325" y="1003"/>
                      <a:pt x="2328" y="1003"/>
                    </a:cubicBezTo>
                    <a:cubicBezTo>
                      <a:pt x="2329" y="1003"/>
                      <a:pt x="2332" y="1002"/>
                      <a:pt x="2336" y="1001"/>
                    </a:cubicBezTo>
                    <a:lnTo>
                      <a:pt x="2336" y="1001"/>
                    </a:lnTo>
                    <a:cubicBezTo>
                      <a:pt x="2270" y="1029"/>
                      <a:pt x="2204" y="1029"/>
                      <a:pt x="2138" y="1029"/>
                    </a:cubicBezTo>
                    <a:lnTo>
                      <a:pt x="2029" y="1029"/>
                    </a:lnTo>
                    <a:cubicBezTo>
                      <a:pt x="1993" y="1047"/>
                      <a:pt x="1948" y="1056"/>
                      <a:pt x="1902" y="1056"/>
                    </a:cubicBezTo>
                    <a:cubicBezTo>
                      <a:pt x="1857" y="1056"/>
                      <a:pt x="1812" y="1047"/>
                      <a:pt x="1776" y="1029"/>
                    </a:cubicBezTo>
                    <a:cubicBezTo>
                      <a:pt x="1739" y="1029"/>
                      <a:pt x="1703" y="1029"/>
                      <a:pt x="1631" y="992"/>
                    </a:cubicBezTo>
                    <a:cubicBezTo>
                      <a:pt x="1568" y="992"/>
                      <a:pt x="1505" y="965"/>
                      <a:pt x="1442" y="910"/>
                    </a:cubicBezTo>
                    <a:lnTo>
                      <a:pt x="1442" y="910"/>
                    </a:lnTo>
                    <a:cubicBezTo>
                      <a:pt x="1467" y="927"/>
                      <a:pt x="1494" y="942"/>
                      <a:pt x="1522" y="956"/>
                    </a:cubicBezTo>
                    <a:lnTo>
                      <a:pt x="1413" y="884"/>
                    </a:lnTo>
                    <a:lnTo>
                      <a:pt x="1413" y="884"/>
                    </a:lnTo>
                    <a:cubicBezTo>
                      <a:pt x="1423" y="893"/>
                      <a:pt x="1432" y="902"/>
                      <a:pt x="1442" y="910"/>
                    </a:cubicBezTo>
                    <a:lnTo>
                      <a:pt x="1442" y="910"/>
                    </a:lnTo>
                    <a:cubicBezTo>
                      <a:pt x="1335" y="842"/>
                      <a:pt x="1247" y="754"/>
                      <a:pt x="1160" y="666"/>
                    </a:cubicBezTo>
                    <a:cubicBezTo>
                      <a:pt x="1160" y="630"/>
                      <a:pt x="1124" y="594"/>
                      <a:pt x="1124" y="558"/>
                    </a:cubicBezTo>
                    <a:cubicBezTo>
                      <a:pt x="1087" y="521"/>
                      <a:pt x="1051" y="449"/>
                      <a:pt x="979" y="413"/>
                    </a:cubicBezTo>
                    <a:cubicBezTo>
                      <a:pt x="979" y="413"/>
                      <a:pt x="956" y="390"/>
                      <a:pt x="942" y="377"/>
                    </a:cubicBezTo>
                    <a:lnTo>
                      <a:pt x="942" y="377"/>
                    </a:lnTo>
                    <a:cubicBezTo>
                      <a:pt x="942" y="340"/>
                      <a:pt x="906" y="304"/>
                      <a:pt x="870" y="268"/>
                    </a:cubicBezTo>
                    <a:lnTo>
                      <a:pt x="870" y="232"/>
                    </a:lnTo>
                    <a:cubicBezTo>
                      <a:pt x="870" y="195"/>
                      <a:pt x="834" y="159"/>
                      <a:pt x="798" y="159"/>
                    </a:cubicBezTo>
                    <a:cubicBezTo>
                      <a:pt x="779" y="141"/>
                      <a:pt x="761" y="132"/>
                      <a:pt x="743" y="132"/>
                    </a:cubicBezTo>
                    <a:cubicBezTo>
                      <a:pt x="725" y="132"/>
                      <a:pt x="707" y="141"/>
                      <a:pt x="689" y="159"/>
                    </a:cubicBezTo>
                    <a:lnTo>
                      <a:pt x="689" y="123"/>
                    </a:lnTo>
                    <a:cubicBezTo>
                      <a:pt x="544" y="232"/>
                      <a:pt x="399" y="377"/>
                      <a:pt x="327" y="521"/>
                    </a:cubicBezTo>
                    <a:cubicBezTo>
                      <a:pt x="146" y="703"/>
                      <a:pt x="37" y="956"/>
                      <a:pt x="1" y="1210"/>
                    </a:cubicBezTo>
                    <a:cubicBezTo>
                      <a:pt x="37" y="1644"/>
                      <a:pt x="363" y="2007"/>
                      <a:pt x="761" y="2151"/>
                    </a:cubicBezTo>
                    <a:cubicBezTo>
                      <a:pt x="975" y="2229"/>
                      <a:pt x="1188" y="2265"/>
                      <a:pt x="1402" y="2265"/>
                    </a:cubicBezTo>
                    <a:cubicBezTo>
                      <a:pt x="1587" y="2265"/>
                      <a:pt x="1772" y="2238"/>
                      <a:pt x="1957" y="2188"/>
                    </a:cubicBezTo>
                    <a:cubicBezTo>
                      <a:pt x="2472" y="2091"/>
                      <a:pt x="2902" y="1765"/>
                      <a:pt x="3118" y="1312"/>
                    </a:cubicBezTo>
                    <a:lnTo>
                      <a:pt x="3118" y="1312"/>
                    </a:lnTo>
                    <a:cubicBezTo>
                      <a:pt x="3295" y="1113"/>
                      <a:pt x="3418" y="885"/>
                      <a:pt x="3514" y="630"/>
                    </a:cubicBezTo>
                    <a:cubicBezTo>
                      <a:pt x="3550" y="521"/>
                      <a:pt x="3550" y="413"/>
                      <a:pt x="3550" y="304"/>
                    </a:cubicBezTo>
                    <a:cubicBezTo>
                      <a:pt x="3550" y="232"/>
                      <a:pt x="3550" y="159"/>
                      <a:pt x="3514" y="123"/>
                    </a:cubicBezTo>
                    <a:cubicBezTo>
                      <a:pt x="3478" y="87"/>
                      <a:pt x="3405" y="51"/>
                      <a:pt x="3369" y="14"/>
                    </a:cubicBezTo>
                    <a:cubicBezTo>
                      <a:pt x="3360" y="5"/>
                      <a:pt x="3347" y="0"/>
                      <a:pt x="3334"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1285;p31">
                <a:extLst>
                  <a:ext uri="{FF2B5EF4-FFF2-40B4-BE49-F238E27FC236}">
                    <a16:creationId xmlns:a16="http://schemas.microsoft.com/office/drawing/2014/main" id="{469F05B0-7943-0661-18BB-2E569BFBEF0C}"/>
                  </a:ext>
                </a:extLst>
              </p:cNvPr>
              <p:cNvSpPr/>
              <p:nvPr/>
            </p:nvSpPr>
            <p:spPr>
              <a:xfrm>
                <a:off x="3850747" y="1679757"/>
                <a:ext cx="80716" cy="61755"/>
              </a:xfrm>
              <a:custGeom>
                <a:avLst/>
                <a:gdLst/>
                <a:ahLst/>
                <a:cxnLst/>
                <a:rect l="l" t="t" r="r" b="b"/>
                <a:pathLst>
                  <a:path w="3478" h="2661" extrusionOk="0">
                    <a:moveTo>
                      <a:pt x="2645" y="1030"/>
                    </a:moveTo>
                    <a:cubicBezTo>
                      <a:pt x="2645" y="1041"/>
                      <a:pt x="2642" y="1051"/>
                      <a:pt x="2637" y="1060"/>
                    </a:cubicBezTo>
                    <a:lnTo>
                      <a:pt x="2637" y="1060"/>
                    </a:lnTo>
                    <a:cubicBezTo>
                      <a:pt x="2646" y="1051"/>
                      <a:pt x="2656" y="1041"/>
                      <a:pt x="2666" y="1031"/>
                    </a:cubicBezTo>
                    <a:lnTo>
                      <a:pt x="2666" y="1031"/>
                    </a:lnTo>
                    <a:cubicBezTo>
                      <a:pt x="2656" y="1047"/>
                      <a:pt x="2643" y="1061"/>
                      <a:pt x="2637" y="1061"/>
                    </a:cubicBezTo>
                    <a:lnTo>
                      <a:pt x="2637" y="1061"/>
                    </a:lnTo>
                    <a:cubicBezTo>
                      <a:pt x="2637" y="1061"/>
                      <a:pt x="2637" y="1061"/>
                      <a:pt x="2637" y="1060"/>
                    </a:cubicBezTo>
                    <a:lnTo>
                      <a:pt x="2637" y="1060"/>
                    </a:lnTo>
                    <a:cubicBezTo>
                      <a:pt x="2637" y="1061"/>
                      <a:pt x="2637" y="1061"/>
                      <a:pt x="2637" y="1061"/>
                    </a:cubicBezTo>
                    <a:lnTo>
                      <a:pt x="2637" y="1061"/>
                    </a:lnTo>
                    <a:cubicBezTo>
                      <a:pt x="2633" y="1061"/>
                      <a:pt x="2633" y="1052"/>
                      <a:pt x="2645" y="1030"/>
                    </a:cubicBezTo>
                    <a:close/>
                    <a:moveTo>
                      <a:pt x="2637" y="1061"/>
                    </a:moveTo>
                    <a:lnTo>
                      <a:pt x="2637" y="1061"/>
                    </a:lnTo>
                    <a:cubicBezTo>
                      <a:pt x="2626" y="1085"/>
                      <a:pt x="2608" y="1103"/>
                      <a:pt x="2608" y="1103"/>
                    </a:cubicBezTo>
                    <a:cubicBezTo>
                      <a:pt x="2615" y="1089"/>
                      <a:pt x="2625" y="1075"/>
                      <a:pt x="2637" y="1061"/>
                    </a:cubicBezTo>
                    <a:lnTo>
                      <a:pt x="2637" y="1061"/>
                    </a:lnTo>
                    <a:cubicBezTo>
                      <a:pt x="2637" y="1061"/>
                      <a:pt x="2637" y="1061"/>
                      <a:pt x="2637" y="1061"/>
                    </a:cubicBezTo>
                    <a:cubicBezTo>
                      <a:pt x="2637" y="1061"/>
                      <a:pt x="2637" y="1061"/>
                      <a:pt x="2637" y="1061"/>
                    </a:cubicBezTo>
                    <a:close/>
                    <a:moveTo>
                      <a:pt x="3249" y="1"/>
                    </a:moveTo>
                    <a:cubicBezTo>
                      <a:pt x="3221" y="1"/>
                      <a:pt x="3214" y="27"/>
                      <a:pt x="3188" y="52"/>
                    </a:cubicBezTo>
                    <a:cubicBezTo>
                      <a:pt x="3153" y="98"/>
                      <a:pt x="3152" y="111"/>
                      <a:pt x="3161" y="111"/>
                    </a:cubicBezTo>
                    <a:cubicBezTo>
                      <a:pt x="3165" y="111"/>
                      <a:pt x="3172" y="109"/>
                      <a:pt x="3178" y="105"/>
                    </a:cubicBezTo>
                    <a:lnTo>
                      <a:pt x="3178" y="105"/>
                    </a:lnTo>
                    <a:cubicBezTo>
                      <a:pt x="3171" y="110"/>
                      <a:pt x="3163" y="117"/>
                      <a:pt x="3152" y="125"/>
                    </a:cubicBezTo>
                    <a:cubicBezTo>
                      <a:pt x="3079" y="161"/>
                      <a:pt x="3043" y="197"/>
                      <a:pt x="3007" y="270"/>
                    </a:cubicBezTo>
                    <a:cubicBezTo>
                      <a:pt x="2934" y="378"/>
                      <a:pt x="2862" y="487"/>
                      <a:pt x="2826" y="632"/>
                    </a:cubicBezTo>
                    <a:cubicBezTo>
                      <a:pt x="2790" y="704"/>
                      <a:pt x="2790" y="777"/>
                      <a:pt x="2753" y="849"/>
                    </a:cubicBezTo>
                    <a:cubicBezTo>
                      <a:pt x="2753" y="885"/>
                      <a:pt x="2718" y="921"/>
                      <a:pt x="2682" y="992"/>
                    </a:cubicBezTo>
                    <a:lnTo>
                      <a:pt x="2682" y="992"/>
                    </a:lnTo>
                    <a:cubicBezTo>
                      <a:pt x="2632" y="1021"/>
                      <a:pt x="2588" y="1051"/>
                      <a:pt x="2572" y="1066"/>
                    </a:cubicBezTo>
                    <a:lnTo>
                      <a:pt x="2355" y="1211"/>
                    </a:lnTo>
                    <a:lnTo>
                      <a:pt x="2210" y="1356"/>
                    </a:lnTo>
                    <a:lnTo>
                      <a:pt x="2210" y="1356"/>
                    </a:lnTo>
                    <a:cubicBezTo>
                      <a:pt x="2263" y="1303"/>
                      <a:pt x="2297" y="1270"/>
                      <a:pt x="2282" y="1270"/>
                    </a:cubicBezTo>
                    <a:cubicBezTo>
                      <a:pt x="2277" y="1270"/>
                      <a:pt x="2266" y="1274"/>
                      <a:pt x="2246" y="1284"/>
                    </a:cubicBezTo>
                    <a:cubicBezTo>
                      <a:pt x="2210" y="1320"/>
                      <a:pt x="2174" y="1356"/>
                      <a:pt x="2138" y="1392"/>
                    </a:cubicBezTo>
                    <a:cubicBezTo>
                      <a:pt x="2123" y="1407"/>
                      <a:pt x="2089" y="1422"/>
                      <a:pt x="2067" y="1430"/>
                    </a:cubicBezTo>
                    <a:lnTo>
                      <a:pt x="2067" y="1430"/>
                    </a:lnTo>
                    <a:cubicBezTo>
                      <a:pt x="2075" y="1425"/>
                      <a:pt x="2078" y="1421"/>
                      <a:pt x="2070" y="1421"/>
                    </a:cubicBezTo>
                    <a:lnTo>
                      <a:pt x="2070" y="1421"/>
                    </a:lnTo>
                    <a:cubicBezTo>
                      <a:pt x="2084" y="1414"/>
                      <a:pt x="2106" y="1405"/>
                      <a:pt x="2138" y="1392"/>
                    </a:cubicBezTo>
                    <a:lnTo>
                      <a:pt x="2138" y="1392"/>
                    </a:lnTo>
                    <a:lnTo>
                      <a:pt x="2029" y="1429"/>
                    </a:lnTo>
                    <a:lnTo>
                      <a:pt x="1920" y="1465"/>
                    </a:lnTo>
                    <a:lnTo>
                      <a:pt x="1413" y="1465"/>
                    </a:lnTo>
                    <a:lnTo>
                      <a:pt x="1268" y="1429"/>
                    </a:lnTo>
                    <a:lnTo>
                      <a:pt x="1196" y="1429"/>
                    </a:lnTo>
                    <a:cubicBezTo>
                      <a:pt x="978" y="1392"/>
                      <a:pt x="761" y="1320"/>
                      <a:pt x="616" y="1175"/>
                    </a:cubicBezTo>
                    <a:cubicBezTo>
                      <a:pt x="544" y="1139"/>
                      <a:pt x="508" y="1103"/>
                      <a:pt x="471" y="1066"/>
                    </a:cubicBezTo>
                    <a:cubicBezTo>
                      <a:pt x="435" y="1066"/>
                      <a:pt x="399" y="1030"/>
                      <a:pt x="363" y="994"/>
                    </a:cubicBezTo>
                    <a:cubicBezTo>
                      <a:pt x="326" y="958"/>
                      <a:pt x="326" y="885"/>
                      <a:pt x="290" y="849"/>
                    </a:cubicBezTo>
                    <a:cubicBezTo>
                      <a:pt x="254" y="813"/>
                      <a:pt x="218" y="813"/>
                      <a:pt x="218" y="777"/>
                    </a:cubicBezTo>
                    <a:cubicBezTo>
                      <a:pt x="211" y="770"/>
                      <a:pt x="201" y="767"/>
                      <a:pt x="190" y="767"/>
                    </a:cubicBezTo>
                    <a:cubicBezTo>
                      <a:pt x="144" y="767"/>
                      <a:pt x="73" y="820"/>
                      <a:pt x="73" y="849"/>
                    </a:cubicBezTo>
                    <a:lnTo>
                      <a:pt x="37" y="849"/>
                    </a:lnTo>
                    <a:cubicBezTo>
                      <a:pt x="0" y="958"/>
                      <a:pt x="0" y="1030"/>
                      <a:pt x="0" y="1139"/>
                    </a:cubicBezTo>
                    <a:lnTo>
                      <a:pt x="0" y="1501"/>
                    </a:lnTo>
                    <a:cubicBezTo>
                      <a:pt x="0" y="1682"/>
                      <a:pt x="73" y="1899"/>
                      <a:pt x="182" y="2081"/>
                    </a:cubicBezTo>
                    <a:cubicBezTo>
                      <a:pt x="290" y="2262"/>
                      <a:pt x="435" y="2443"/>
                      <a:pt x="652" y="2551"/>
                    </a:cubicBezTo>
                    <a:cubicBezTo>
                      <a:pt x="834" y="2624"/>
                      <a:pt x="1051" y="2660"/>
                      <a:pt x="1268" y="2660"/>
                    </a:cubicBezTo>
                    <a:cubicBezTo>
                      <a:pt x="1703" y="2660"/>
                      <a:pt x="2138" y="2515"/>
                      <a:pt x="2500" y="2225"/>
                    </a:cubicBezTo>
                    <a:cubicBezTo>
                      <a:pt x="2753" y="2008"/>
                      <a:pt x="2934" y="1791"/>
                      <a:pt x="3079" y="1537"/>
                    </a:cubicBezTo>
                    <a:cubicBezTo>
                      <a:pt x="3115" y="1465"/>
                      <a:pt x="3115" y="1429"/>
                      <a:pt x="3152" y="1392"/>
                    </a:cubicBezTo>
                    <a:cubicBezTo>
                      <a:pt x="3152" y="1320"/>
                      <a:pt x="3188" y="1284"/>
                      <a:pt x="3188" y="1248"/>
                    </a:cubicBezTo>
                    <a:lnTo>
                      <a:pt x="3188" y="1139"/>
                    </a:lnTo>
                    <a:cubicBezTo>
                      <a:pt x="3188" y="1173"/>
                      <a:pt x="3188" y="1186"/>
                      <a:pt x="3189" y="1186"/>
                    </a:cubicBezTo>
                    <a:cubicBezTo>
                      <a:pt x="3192" y="1186"/>
                      <a:pt x="3199" y="1127"/>
                      <a:pt x="3224" y="1103"/>
                    </a:cubicBezTo>
                    <a:cubicBezTo>
                      <a:pt x="3297" y="922"/>
                      <a:pt x="3369" y="704"/>
                      <a:pt x="3441" y="523"/>
                    </a:cubicBezTo>
                    <a:cubicBezTo>
                      <a:pt x="3478" y="414"/>
                      <a:pt x="3478" y="306"/>
                      <a:pt x="3478" y="197"/>
                    </a:cubicBezTo>
                    <a:cubicBezTo>
                      <a:pt x="3441" y="88"/>
                      <a:pt x="3369" y="52"/>
                      <a:pt x="3297" y="16"/>
                    </a:cubicBezTo>
                    <a:cubicBezTo>
                      <a:pt x="3275" y="5"/>
                      <a:pt x="3260" y="1"/>
                      <a:pt x="3249"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1286;p31">
                <a:extLst>
                  <a:ext uri="{FF2B5EF4-FFF2-40B4-BE49-F238E27FC236}">
                    <a16:creationId xmlns:a16="http://schemas.microsoft.com/office/drawing/2014/main" id="{945B0367-2E4D-972F-3DA9-E1E923AF722B}"/>
                  </a:ext>
                </a:extLst>
              </p:cNvPr>
              <p:cNvSpPr/>
              <p:nvPr/>
            </p:nvSpPr>
            <p:spPr>
              <a:xfrm>
                <a:off x="3863349" y="1509185"/>
                <a:ext cx="45417" cy="168649"/>
              </a:xfrm>
              <a:custGeom>
                <a:avLst/>
                <a:gdLst/>
                <a:ahLst/>
                <a:cxnLst/>
                <a:rect l="l" t="t" r="r" b="b"/>
                <a:pathLst>
                  <a:path w="1957" h="7267" extrusionOk="0">
                    <a:moveTo>
                      <a:pt x="1413" y="1"/>
                    </a:moveTo>
                    <a:cubicBezTo>
                      <a:pt x="1321" y="1"/>
                      <a:pt x="1196" y="139"/>
                      <a:pt x="1196" y="194"/>
                    </a:cubicBezTo>
                    <a:lnTo>
                      <a:pt x="1196" y="230"/>
                    </a:lnTo>
                    <a:cubicBezTo>
                      <a:pt x="1196" y="1136"/>
                      <a:pt x="1160" y="2041"/>
                      <a:pt x="1051" y="2947"/>
                    </a:cubicBezTo>
                    <a:cubicBezTo>
                      <a:pt x="979" y="3780"/>
                      <a:pt x="834" y="4613"/>
                      <a:pt x="580" y="5446"/>
                    </a:cubicBezTo>
                    <a:lnTo>
                      <a:pt x="472" y="5772"/>
                    </a:lnTo>
                    <a:cubicBezTo>
                      <a:pt x="472" y="5845"/>
                      <a:pt x="435" y="5881"/>
                      <a:pt x="399" y="5953"/>
                    </a:cubicBezTo>
                    <a:cubicBezTo>
                      <a:pt x="399" y="5990"/>
                      <a:pt x="399" y="5990"/>
                      <a:pt x="399" y="6026"/>
                    </a:cubicBezTo>
                    <a:cubicBezTo>
                      <a:pt x="399" y="6010"/>
                      <a:pt x="398" y="6005"/>
                      <a:pt x="395" y="6005"/>
                    </a:cubicBezTo>
                    <a:cubicBezTo>
                      <a:pt x="389" y="6005"/>
                      <a:pt x="379" y="6047"/>
                      <a:pt x="385" y="6047"/>
                    </a:cubicBezTo>
                    <a:cubicBezTo>
                      <a:pt x="387" y="6047"/>
                      <a:pt x="392" y="6041"/>
                      <a:pt x="399" y="6026"/>
                    </a:cubicBezTo>
                    <a:lnTo>
                      <a:pt x="399" y="6026"/>
                    </a:lnTo>
                    <a:lnTo>
                      <a:pt x="291" y="6279"/>
                    </a:lnTo>
                    <a:lnTo>
                      <a:pt x="254" y="6388"/>
                    </a:lnTo>
                    <a:cubicBezTo>
                      <a:pt x="218" y="6497"/>
                      <a:pt x="146" y="6605"/>
                      <a:pt x="109" y="6750"/>
                    </a:cubicBezTo>
                    <a:cubicBezTo>
                      <a:pt x="73" y="6859"/>
                      <a:pt x="1" y="7076"/>
                      <a:pt x="109" y="7185"/>
                    </a:cubicBezTo>
                    <a:cubicBezTo>
                      <a:pt x="164" y="7239"/>
                      <a:pt x="236" y="7266"/>
                      <a:pt x="309" y="7266"/>
                    </a:cubicBezTo>
                    <a:cubicBezTo>
                      <a:pt x="381" y="7266"/>
                      <a:pt x="454" y="7239"/>
                      <a:pt x="508" y="7185"/>
                    </a:cubicBezTo>
                    <a:cubicBezTo>
                      <a:pt x="725" y="7076"/>
                      <a:pt x="906" y="6895"/>
                      <a:pt x="1015" y="6714"/>
                    </a:cubicBezTo>
                    <a:cubicBezTo>
                      <a:pt x="1051" y="6569"/>
                      <a:pt x="1087" y="6460"/>
                      <a:pt x="1160" y="6352"/>
                    </a:cubicBezTo>
                    <a:cubicBezTo>
                      <a:pt x="1232" y="6098"/>
                      <a:pt x="1341" y="5845"/>
                      <a:pt x="1413" y="5627"/>
                    </a:cubicBezTo>
                    <a:cubicBezTo>
                      <a:pt x="1558" y="5156"/>
                      <a:pt x="1667" y="4722"/>
                      <a:pt x="1739" y="4251"/>
                    </a:cubicBezTo>
                    <a:cubicBezTo>
                      <a:pt x="1812" y="3780"/>
                      <a:pt x="1884" y="3309"/>
                      <a:pt x="1921" y="2838"/>
                    </a:cubicBezTo>
                    <a:cubicBezTo>
                      <a:pt x="1957" y="2404"/>
                      <a:pt x="1921" y="1933"/>
                      <a:pt x="1848" y="1498"/>
                    </a:cubicBezTo>
                    <a:cubicBezTo>
                      <a:pt x="1739" y="991"/>
                      <a:pt x="1631" y="520"/>
                      <a:pt x="1486" y="49"/>
                    </a:cubicBezTo>
                    <a:cubicBezTo>
                      <a:pt x="1468" y="14"/>
                      <a:pt x="1443" y="1"/>
                      <a:pt x="1413"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1287;p31">
                <a:extLst>
                  <a:ext uri="{FF2B5EF4-FFF2-40B4-BE49-F238E27FC236}">
                    <a16:creationId xmlns:a16="http://schemas.microsoft.com/office/drawing/2014/main" id="{372E8874-1100-3F6D-7AF3-568478F906CB}"/>
                  </a:ext>
                </a:extLst>
              </p:cNvPr>
              <p:cNvSpPr/>
              <p:nvPr/>
            </p:nvSpPr>
            <p:spPr>
              <a:xfrm>
                <a:off x="3902871" y="1533483"/>
                <a:ext cx="79880" cy="155606"/>
              </a:xfrm>
              <a:custGeom>
                <a:avLst/>
                <a:gdLst/>
                <a:ahLst/>
                <a:cxnLst/>
                <a:rect l="l" t="t" r="r" b="b"/>
                <a:pathLst>
                  <a:path w="3442" h="6705" extrusionOk="0">
                    <a:moveTo>
                      <a:pt x="3307" y="0"/>
                    </a:moveTo>
                    <a:cubicBezTo>
                      <a:pt x="3268" y="0"/>
                      <a:pt x="3224" y="16"/>
                      <a:pt x="3188" y="53"/>
                    </a:cubicBezTo>
                    <a:lnTo>
                      <a:pt x="3224" y="89"/>
                    </a:lnTo>
                    <a:cubicBezTo>
                      <a:pt x="2898" y="379"/>
                      <a:pt x="2572" y="741"/>
                      <a:pt x="2282" y="1067"/>
                    </a:cubicBezTo>
                    <a:cubicBezTo>
                      <a:pt x="2137" y="1248"/>
                      <a:pt x="1956" y="1429"/>
                      <a:pt x="1811" y="1610"/>
                    </a:cubicBezTo>
                    <a:cubicBezTo>
                      <a:pt x="1666" y="1828"/>
                      <a:pt x="1521" y="2045"/>
                      <a:pt x="1413" y="2262"/>
                    </a:cubicBezTo>
                    <a:cubicBezTo>
                      <a:pt x="942" y="3059"/>
                      <a:pt x="616" y="3928"/>
                      <a:pt x="362" y="4798"/>
                    </a:cubicBezTo>
                    <a:cubicBezTo>
                      <a:pt x="218" y="5305"/>
                      <a:pt x="109" y="5812"/>
                      <a:pt x="36" y="6319"/>
                    </a:cubicBezTo>
                    <a:cubicBezTo>
                      <a:pt x="0" y="6428"/>
                      <a:pt x="36" y="6536"/>
                      <a:pt x="109" y="6645"/>
                    </a:cubicBezTo>
                    <a:cubicBezTo>
                      <a:pt x="151" y="6687"/>
                      <a:pt x="206" y="6705"/>
                      <a:pt x="266" y="6705"/>
                    </a:cubicBezTo>
                    <a:cubicBezTo>
                      <a:pt x="309" y="6705"/>
                      <a:pt x="354" y="6696"/>
                      <a:pt x="399" y="6681"/>
                    </a:cubicBezTo>
                    <a:cubicBezTo>
                      <a:pt x="688" y="6609"/>
                      <a:pt x="906" y="6391"/>
                      <a:pt x="1014" y="6102"/>
                    </a:cubicBezTo>
                    <a:cubicBezTo>
                      <a:pt x="1123" y="5232"/>
                      <a:pt x="1340" y="4363"/>
                      <a:pt x="1630" y="3566"/>
                    </a:cubicBezTo>
                    <a:lnTo>
                      <a:pt x="1630" y="3566"/>
                    </a:lnTo>
                    <a:cubicBezTo>
                      <a:pt x="1623" y="3581"/>
                      <a:pt x="1619" y="3586"/>
                      <a:pt x="1616" y="3586"/>
                    </a:cubicBezTo>
                    <a:cubicBezTo>
                      <a:pt x="1607" y="3586"/>
                      <a:pt x="1630" y="3494"/>
                      <a:pt x="1630" y="3494"/>
                    </a:cubicBezTo>
                    <a:cubicBezTo>
                      <a:pt x="1630" y="3458"/>
                      <a:pt x="1666" y="3385"/>
                      <a:pt x="1666" y="3349"/>
                    </a:cubicBezTo>
                    <a:cubicBezTo>
                      <a:pt x="1703" y="3313"/>
                      <a:pt x="1775" y="3168"/>
                      <a:pt x="1811" y="3059"/>
                    </a:cubicBezTo>
                    <a:cubicBezTo>
                      <a:pt x="1884" y="2842"/>
                      <a:pt x="1992" y="2661"/>
                      <a:pt x="2065" y="2480"/>
                    </a:cubicBezTo>
                    <a:cubicBezTo>
                      <a:pt x="2246" y="2117"/>
                      <a:pt x="2463" y="1755"/>
                      <a:pt x="2644" y="1357"/>
                    </a:cubicBezTo>
                    <a:cubicBezTo>
                      <a:pt x="2862" y="958"/>
                      <a:pt x="3079" y="560"/>
                      <a:pt x="3369" y="161"/>
                    </a:cubicBezTo>
                    <a:cubicBezTo>
                      <a:pt x="3441" y="65"/>
                      <a:pt x="3385" y="0"/>
                      <a:pt x="3307"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1288;p31">
                <a:extLst>
                  <a:ext uri="{FF2B5EF4-FFF2-40B4-BE49-F238E27FC236}">
                    <a16:creationId xmlns:a16="http://schemas.microsoft.com/office/drawing/2014/main" id="{BEE08787-6182-24A6-C51E-18840EA637C3}"/>
                  </a:ext>
                </a:extLst>
              </p:cNvPr>
              <p:cNvSpPr/>
              <p:nvPr/>
            </p:nvSpPr>
            <p:spPr>
              <a:xfrm>
                <a:off x="3877644" y="1491966"/>
                <a:ext cx="109307" cy="73893"/>
              </a:xfrm>
              <a:custGeom>
                <a:avLst/>
                <a:gdLst/>
                <a:ahLst/>
                <a:cxnLst/>
                <a:rect l="l" t="t" r="r" b="b"/>
                <a:pathLst>
                  <a:path w="4710" h="3184" extrusionOk="0">
                    <a:moveTo>
                      <a:pt x="2934" y="538"/>
                    </a:moveTo>
                    <a:cubicBezTo>
                      <a:pt x="2934" y="574"/>
                      <a:pt x="2934" y="610"/>
                      <a:pt x="2934" y="683"/>
                    </a:cubicBezTo>
                    <a:lnTo>
                      <a:pt x="2934" y="719"/>
                    </a:lnTo>
                    <a:cubicBezTo>
                      <a:pt x="2934" y="755"/>
                      <a:pt x="2934" y="755"/>
                      <a:pt x="2934" y="791"/>
                    </a:cubicBezTo>
                    <a:cubicBezTo>
                      <a:pt x="2934" y="791"/>
                      <a:pt x="2919" y="823"/>
                      <a:pt x="2918" y="834"/>
                    </a:cubicBezTo>
                    <a:lnTo>
                      <a:pt x="2918" y="834"/>
                    </a:lnTo>
                    <a:cubicBezTo>
                      <a:pt x="2897" y="859"/>
                      <a:pt x="2864" y="917"/>
                      <a:pt x="2876" y="917"/>
                    </a:cubicBezTo>
                    <a:cubicBezTo>
                      <a:pt x="2879" y="917"/>
                      <a:pt x="2886" y="912"/>
                      <a:pt x="2898" y="900"/>
                    </a:cubicBezTo>
                    <a:lnTo>
                      <a:pt x="2898" y="900"/>
                    </a:lnTo>
                    <a:cubicBezTo>
                      <a:pt x="2862" y="936"/>
                      <a:pt x="2790" y="1009"/>
                      <a:pt x="2753" y="1081"/>
                    </a:cubicBezTo>
                    <a:cubicBezTo>
                      <a:pt x="2717" y="1154"/>
                      <a:pt x="2645" y="1190"/>
                      <a:pt x="2608" y="1262"/>
                    </a:cubicBezTo>
                    <a:cubicBezTo>
                      <a:pt x="2573" y="1298"/>
                      <a:pt x="2537" y="1334"/>
                      <a:pt x="2501" y="1365"/>
                    </a:cubicBezTo>
                    <a:lnTo>
                      <a:pt x="2501" y="1365"/>
                    </a:lnTo>
                    <a:cubicBezTo>
                      <a:pt x="2536" y="1222"/>
                      <a:pt x="2537" y="1080"/>
                      <a:pt x="2608" y="972"/>
                    </a:cubicBezTo>
                    <a:cubicBezTo>
                      <a:pt x="2608" y="936"/>
                      <a:pt x="2645" y="900"/>
                      <a:pt x="2645" y="864"/>
                    </a:cubicBezTo>
                    <a:cubicBezTo>
                      <a:pt x="2645" y="828"/>
                      <a:pt x="2681" y="828"/>
                      <a:pt x="2681" y="828"/>
                    </a:cubicBezTo>
                    <a:cubicBezTo>
                      <a:pt x="2717" y="719"/>
                      <a:pt x="2790" y="646"/>
                      <a:pt x="2826" y="610"/>
                    </a:cubicBezTo>
                    <a:lnTo>
                      <a:pt x="2898" y="538"/>
                    </a:lnTo>
                    <a:close/>
                    <a:moveTo>
                      <a:pt x="637" y="1401"/>
                    </a:moveTo>
                    <a:cubicBezTo>
                      <a:pt x="634" y="1401"/>
                      <a:pt x="601" y="1422"/>
                      <a:pt x="580" y="1443"/>
                    </a:cubicBezTo>
                    <a:cubicBezTo>
                      <a:pt x="626" y="1413"/>
                      <a:pt x="640" y="1401"/>
                      <a:pt x="637" y="1401"/>
                    </a:cubicBezTo>
                    <a:close/>
                    <a:moveTo>
                      <a:pt x="1961" y="1354"/>
                    </a:moveTo>
                    <a:cubicBezTo>
                      <a:pt x="1960" y="1360"/>
                      <a:pt x="1958" y="1365"/>
                      <a:pt x="1956" y="1371"/>
                    </a:cubicBezTo>
                    <a:cubicBezTo>
                      <a:pt x="1929" y="1470"/>
                      <a:pt x="1907" y="1591"/>
                      <a:pt x="1895" y="1718"/>
                    </a:cubicBezTo>
                    <a:lnTo>
                      <a:pt x="1895" y="1718"/>
                    </a:lnTo>
                    <a:cubicBezTo>
                      <a:pt x="1879" y="1720"/>
                      <a:pt x="1863" y="1721"/>
                      <a:pt x="1847" y="1721"/>
                    </a:cubicBezTo>
                    <a:cubicBezTo>
                      <a:pt x="1789" y="1721"/>
                      <a:pt x="1734" y="1709"/>
                      <a:pt x="1693" y="1682"/>
                    </a:cubicBezTo>
                    <a:lnTo>
                      <a:pt x="1693" y="1682"/>
                    </a:lnTo>
                    <a:cubicBezTo>
                      <a:pt x="1800" y="1586"/>
                      <a:pt x="1890" y="1475"/>
                      <a:pt x="1961" y="1354"/>
                    </a:cubicBezTo>
                    <a:close/>
                    <a:moveTo>
                      <a:pt x="3765" y="1691"/>
                    </a:moveTo>
                    <a:cubicBezTo>
                      <a:pt x="3767" y="1691"/>
                      <a:pt x="3768" y="1693"/>
                      <a:pt x="3768" y="1697"/>
                    </a:cubicBezTo>
                    <a:cubicBezTo>
                      <a:pt x="3768" y="1697"/>
                      <a:pt x="3745" y="1719"/>
                      <a:pt x="3731" y="1733"/>
                    </a:cubicBezTo>
                    <a:lnTo>
                      <a:pt x="3731" y="1733"/>
                    </a:lnTo>
                    <a:cubicBezTo>
                      <a:pt x="3745" y="1712"/>
                      <a:pt x="3759" y="1691"/>
                      <a:pt x="3765" y="1691"/>
                    </a:cubicBezTo>
                    <a:close/>
                    <a:moveTo>
                      <a:pt x="3506" y="1753"/>
                    </a:moveTo>
                    <a:cubicBezTo>
                      <a:pt x="3510" y="1753"/>
                      <a:pt x="3514" y="1757"/>
                      <a:pt x="3514" y="1769"/>
                    </a:cubicBezTo>
                    <a:cubicBezTo>
                      <a:pt x="3490" y="1769"/>
                      <a:pt x="3498" y="1753"/>
                      <a:pt x="3506" y="1753"/>
                    </a:cubicBezTo>
                    <a:close/>
                    <a:moveTo>
                      <a:pt x="3209" y="0"/>
                    </a:moveTo>
                    <a:cubicBezTo>
                      <a:pt x="3115" y="0"/>
                      <a:pt x="3017" y="26"/>
                      <a:pt x="2934" y="67"/>
                    </a:cubicBezTo>
                    <a:cubicBezTo>
                      <a:pt x="2645" y="212"/>
                      <a:pt x="2427" y="429"/>
                      <a:pt x="2282" y="683"/>
                    </a:cubicBezTo>
                    <a:cubicBezTo>
                      <a:pt x="2221" y="775"/>
                      <a:pt x="2166" y="867"/>
                      <a:pt x="2118" y="961"/>
                    </a:cubicBezTo>
                    <a:lnTo>
                      <a:pt x="2118" y="961"/>
                    </a:lnTo>
                    <a:cubicBezTo>
                      <a:pt x="2126" y="929"/>
                      <a:pt x="2132" y="897"/>
                      <a:pt x="2138" y="864"/>
                    </a:cubicBezTo>
                    <a:cubicBezTo>
                      <a:pt x="2174" y="646"/>
                      <a:pt x="2029" y="465"/>
                      <a:pt x="1848" y="393"/>
                    </a:cubicBezTo>
                    <a:cubicBezTo>
                      <a:pt x="1802" y="384"/>
                      <a:pt x="1756" y="380"/>
                      <a:pt x="1711" y="380"/>
                    </a:cubicBezTo>
                    <a:cubicBezTo>
                      <a:pt x="1417" y="380"/>
                      <a:pt x="1159" y="554"/>
                      <a:pt x="1031" y="806"/>
                    </a:cubicBezTo>
                    <a:lnTo>
                      <a:pt x="1031" y="806"/>
                    </a:lnTo>
                    <a:cubicBezTo>
                      <a:pt x="1001" y="848"/>
                      <a:pt x="972" y="892"/>
                      <a:pt x="942" y="936"/>
                    </a:cubicBezTo>
                    <a:cubicBezTo>
                      <a:pt x="962" y="907"/>
                      <a:pt x="971" y="896"/>
                      <a:pt x="974" y="896"/>
                    </a:cubicBezTo>
                    <a:lnTo>
                      <a:pt x="974" y="896"/>
                    </a:lnTo>
                    <a:cubicBezTo>
                      <a:pt x="981" y="896"/>
                      <a:pt x="942" y="972"/>
                      <a:pt x="942" y="972"/>
                    </a:cubicBezTo>
                    <a:cubicBezTo>
                      <a:pt x="906" y="1009"/>
                      <a:pt x="906" y="1009"/>
                      <a:pt x="870" y="1045"/>
                    </a:cubicBezTo>
                    <a:cubicBezTo>
                      <a:pt x="844" y="1150"/>
                      <a:pt x="817" y="1236"/>
                      <a:pt x="805" y="1331"/>
                    </a:cubicBezTo>
                    <a:lnTo>
                      <a:pt x="805" y="1331"/>
                    </a:lnTo>
                    <a:cubicBezTo>
                      <a:pt x="802" y="1332"/>
                      <a:pt x="800" y="1333"/>
                      <a:pt x="797" y="1335"/>
                    </a:cubicBezTo>
                    <a:lnTo>
                      <a:pt x="761" y="1335"/>
                    </a:lnTo>
                    <a:lnTo>
                      <a:pt x="689" y="1371"/>
                    </a:lnTo>
                    <a:lnTo>
                      <a:pt x="580" y="1443"/>
                    </a:lnTo>
                    <a:lnTo>
                      <a:pt x="363" y="1443"/>
                    </a:lnTo>
                    <a:cubicBezTo>
                      <a:pt x="254" y="1443"/>
                      <a:pt x="182" y="1480"/>
                      <a:pt x="109" y="1588"/>
                    </a:cubicBezTo>
                    <a:lnTo>
                      <a:pt x="145" y="1624"/>
                    </a:lnTo>
                    <a:cubicBezTo>
                      <a:pt x="37" y="1733"/>
                      <a:pt x="1" y="1914"/>
                      <a:pt x="109" y="2059"/>
                    </a:cubicBezTo>
                    <a:cubicBezTo>
                      <a:pt x="182" y="2168"/>
                      <a:pt x="327" y="2204"/>
                      <a:pt x="435" y="2204"/>
                    </a:cubicBezTo>
                    <a:lnTo>
                      <a:pt x="399" y="2204"/>
                    </a:lnTo>
                    <a:cubicBezTo>
                      <a:pt x="417" y="2222"/>
                      <a:pt x="444" y="2231"/>
                      <a:pt x="471" y="2231"/>
                    </a:cubicBezTo>
                    <a:cubicBezTo>
                      <a:pt x="499" y="2231"/>
                      <a:pt x="526" y="2222"/>
                      <a:pt x="544" y="2204"/>
                    </a:cubicBezTo>
                    <a:lnTo>
                      <a:pt x="689" y="2204"/>
                    </a:lnTo>
                    <a:cubicBezTo>
                      <a:pt x="725" y="2204"/>
                      <a:pt x="797" y="2204"/>
                      <a:pt x="870" y="2168"/>
                    </a:cubicBezTo>
                    <a:cubicBezTo>
                      <a:pt x="911" y="2151"/>
                      <a:pt x="952" y="2133"/>
                      <a:pt x="993" y="2113"/>
                    </a:cubicBezTo>
                    <a:lnTo>
                      <a:pt x="993" y="2113"/>
                    </a:lnTo>
                    <a:cubicBezTo>
                      <a:pt x="1134" y="2290"/>
                      <a:pt x="1326" y="2358"/>
                      <a:pt x="1533" y="2358"/>
                    </a:cubicBezTo>
                    <a:cubicBezTo>
                      <a:pt x="1666" y="2358"/>
                      <a:pt x="1805" y="2330"/>
                      <a:pt x="1940" y="2285"/>
                    </a:cubicBezTo>
                    <a:lnTo>
                      <a:pt x="1940" y="2285"/>
                    </a:lnTo>
                    <a:cubicBezTo>
                      <a:pt x="1996" y="2470"/>
                      <a:pt x="2102" y="2628"/>
                      <a:pt x="2282" y="2711"/>
                    </a:cubicBezTo>
                    <a:cubicBezTo>
                      <a:pt x="2401" y="2780"/>
                      <a:pt x="2525" y="2809"/>
                      <a:pt x="2650" y="2809"/>
                    </a:cubicBezTo>
                    <a:cubicBezTo>
                      <a:pt x="2808" y="2809"/>
                      <a:pt x="2967" y="2762"/>
                      <a:pt x="3115" y="2694"/>
                    </a:cubicBezTo>
                    <a:lnTo>
                      <a:pt x="3115" y="2694"/>
                    </a:lnTo>
                    <a:cubicBezTo>
                      <a:pt x="3209" y="2886"/>
                      <a:pt x="3359" y="3036"/>
                      <a:pt x="3550" y="3146"/>
                    </a:cubicBezTo>
                    <a:cubicBezTo>
                      <a:pt x="3633" y="3171"/>
                      <a:pt x="3717" y="3183"/>
                      <a:pt x="3800" y="3183"/>
                    </a:cubicBezTo>
                    <a:cubicBezTo>
                      <a:pt x="4188" y="3183"/>
                      <a:pt x="4554" y="2918"/>
                      <a:pt x="4673" y="2530"/>
                    </a:cubicBezTo>
                    <a:cubicBezTo>
                      <a:pt x="4709" y="2457"/>
                      <a:pt x="4673" y="2385"/>
                      <a:pt x="4637" y="2313"/>
                    </a:cubicBezTo>
                    <a:lnTo>
                      <a:pt x="4601" y="2313"/>
                    </a:lnTo>
                    <a:cubicBezTo>
                      <a:pt x="4572" y="2313"/>
                      <a:pt x="4473" y="2266"/>
                      <a:pt x="4472" y="2266"/>
                    </a:cubicBezTo>
                    <a:lnTo>
                      <a:pt x="4472" y="2266"/>
                    </a:lnTo>
                    <a:cubicBezTo>
                      <a:pt x="4472" y="2266"/>
                      <a:pt x="4477" y="2269"/>
                      <a:pt x="4492" y="2276"/>
                    </a:cubicBezTo>
                    <a:lnTo>
                      <a:pt x="4347" y="2276"/>
                    </a:lnTo>
                    <a:cubicBezTo>
                      <a:pt x="4311" y="2276"/>
                      <a:pt x="4238" y="2276"/>
                      <a:pt x="4202" y="2313"/>
                    </a:cubicBezTo>
                    <a:lnTo>
                      <a:pt x="4094" y="2313"/>
                    </a:lnTo>
                    <a:cubicBezTo>
                      <a:pt x="4118" y="2313"/>
                      <a:pt x="4045" y="2296"/>
                      <a:pt x="4016" y="2296"/>
                    </a:cubicBezTo>
                    <a:cubicBezTo>
                      <a:pt x="4001" y="2296"/>
                      <a:pt x="3997" y="2301"/>
                      <a:pt x="4021" y="2313"/>
                    </a:cubicBezTo>
                    <a:lnTo>
                      <a:pt x="3985" y="2313"/>
                    </a:lnTo>
                    <a:cubicBezTo>
                      <a:pt x="3930" y="2285"/>
                      <a:pt x="3875" y="2258"/>
                      <a:pt x="3836" y="2215"/>
                    </a:cubicBezTo>
                    <a:lnTo>
                      <a:pt x="3836" y="2215"/>
                    </a:lnTo>
                    <a:cubicBezTo>
                      <a:pt x="3951" y="2110"/>
                      <a:pt x="4046" y="1988"/>
                      <a:pt x="4130" y="1842"/>
                    </a:cubicBezTo>
                    <a:cubicBezTo>
                      <a:pt x="4202" y="1661"/>
                      <a:pt x="4311" y="1371"/>
                      <a:pt x="4130" y="1190"/>
                    </a:cubicBezTo>
                    <a:cubicBezTo>
                      <a:pt x="4072" y="1142"/>
                      <a:pt x="3999" y="1122"/>
                      <a:pt x="3919" y="1122"/>
                    </a:cubicBezTo>
                    <a:cubicBezTo>
                      <a:pt x="3699" y="1122"/>
                      <a:pt x="3430" y="1274"/>
                      <a:pt x="3297" y="1407"/>
                    </a:cubicBezTo>
                    <a:cubicBezTo>
                      <a:pt x="3260" y="1480"/>
                      <a:pt x="3188" y="1588"/>
                      <a:pt x="3152" y="1661"/>
                    </a:cubicBezTo>
                    <a:cubicBezTo>
                      <a:pt x="3161" y="1643"/>
                      <a:pt x="3163" y="1636"/>
                      <a:pt x="3161" y="1636"/>
                    </a:cubicBezTo>
                    <a:lnTo>
                      <a:pt x="3161" y="1636"/>
                    </a:lnTo>
                    <a:cubicBezTo>
                      <a:pt x="3155" y="1636"/>
                      <a:pt x="3107" y="1706"/>
                      <a:pt x="3079" y="1733"/>
                    </a:cubicBezTo>
                    <a:cubicBezTo>
                      <a:pt x="3043" y="1805"/>
                      <a:pt x="3043" y="1878"/>
                      <a:pt x="3007" y="1950"/>
                    </a:cubicBezTo>
                    <a:cubicBezTo>
                      <a:pt x="3002" y="1975"/>
                      <a:pt x="2998" y="1999"/>
                      <a:pt x="2994" y="2023"/>
                    </a:cubicBezTo>
                    <a:lnTo>
                      <a:pt x="2753" y="2023"/>
                    </a:lnTo>
                    <a:cubicBezTo>
                      <a:pt x="2753" y="2023"/>
                      <a:pt x="2721" y="2007"/>
                      <a:pt x="2700" y="2007"/>
                    </a:cubicBezTo>
                    <a:cubicBezTo>
                      <a:pt x="2694" y="2007"/>
                      <a:pt x="2689" y="2008"/>
                      <a:pt x="2685" y="2011"/>
                    </a:cubicBezTo>
                    <a:lnTo>
                      <a:pt x="2685" y="2011"/>
                    </a:lnTo>
                    <a:cubicBezTo>
                      <a:pt x="2683" y="2003"/>
                      <a:pt x="2681" y="1995"/>
                      <a:pt x="2681" y="1987"/>
                    </a:cubicBezTo>
                    <a:cubicBezTo>
                      <a:pt x="2646" y="1969"/>
                      <a:pt x="2620" y="1944"/>
                      <a:pt x="2602" y="1914"/>
                    </a:cubicBezTo>
                    <a:lnTo>
                      <a:pt x="2602" y="1914"/>
                    </a:lnTo>
                    <a:cubicBezTo>
                      <a:pt x="2733" y="1807"/>
                      <a:pt x="2859" y="1686"/>
                      <a:pt x="2971" y="1552"/>
                    </a:cubicBezTo>
                    <a:cubicBezTo>
                      <a:pt x="3152" y="1371"/>
                      <a:pt x="3333" y="1154"/>
                      <a:pt x="3442" y="936"/>
                    </a:cubicBezTo>
                    <a:cubicBezTo>
                      <a:pt x="3550" y="719"/>
                      <a:pt x="3586" y="465"/>
                      <a:pt x="3550" y="248"/>
                    </a:cubicBezTo>
                    <a:cubicBezTo>
                      <a:pt x="3505" y="68"/>
                      <a:pt x="3363" y="0"/>
                      <a:pt x="3209"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1289;p31">
                <a:extLst>
                  <a:ext uri="{FF2B5EF4-FFF2-40B4-BE49-F238E27FC236}">
                    <a16:creationId xmlns:a16="http://schemas.microsoft.com/office/drawing/2014/main" id="{A0458F31-3174-3AED-7283-07889F6D38D1}"/>
                  </a:ext>
                </a:extLst>
              </p:cNvPr>
              <p:cNvSpPr/>
              <p:nvPr/>
            </p:nvSpPr>
            <p:spPr>
              <a:xfrm>
                <a:off x="3813755" y="1360893"/>
                <a:ext cx="263127" cy="318407"/>
              </a:xfrm>
              <a:custGeom>
                <a:avLst/>
                <a:gdLst/>
                <a:ahLst/>
                <a:cxnLst/>
                <a:rect l="l" t="t" r="r" b="b"/>
                <a:pathLst>
                  <a:path w="11338" h="13720" extrusionOk="0">
                    <a:moveTo>
                      <a:pt x="3116" y="2238"/>
                    </a:moveTo>
                    <a:lnTo>
                      <a:pt x="3116" y="2238"/>
                    </a:lnTo>
                    <a:cubicBezTo>
                      <a:pt x="3068" y="2261"/>
                      <a:pt x="3037" y="2285"/>
                      <a:pt x="3010" y="2309"/>
                    </a:cubicBezTo>
                    <a:lnTo>
                      <a:pt x="3010" y="2309"/>
                    </a:lnTo>
                    <a:lnTo>
                      <a:pt x="3080" y="2274"/>
                    </a:lnTo>
                    <a:lnTo>
                      <a:pt x="3116" y="2238"/>
                    </a:lnTo>
                    <a:close/>
                    <a:moveTo>
                      <a:pt x="9060" y="8840"/>
                    </a:moveTo>
                    <a:cubicBezTo>
                      <a:pt x="9053" y="8840"/>
                      <a:pt x="8997" y="8908"/>
                      <a:pt x="8986" y="8958"/>
                    </a:cubicBezTo>
                    <a:lnTo>
                      <a:pt x="8986" y="8958"/>
                    </a:lnTo>
                    <a:cubicBezTo>
                      <a:pt x="8997" y="8940"/>
                      <a:pt x="9008" y="8921"/>
                      <a:pt x="9020" y="8902"/>
                    </a:cubicBezTo>
                    <a:cubicBezTo>
                      <a:pt x="9054" y="8857"/>
                      <a:pt x="9063" y="8840"/>
                      <a:pt x="9060" y="8840"/>
                    </a:cubicBezTo>
                    <a:close/>
                    <a:moveTo>
                      <a:pt x="8066" y="10070"/>
                    </a:moveTo>
                    <a:cubicBezTo>
                      <a:pt x="8068" y="10070"/>
                      <a:pt x="8062" y="10078"/>
                      <a:pt x="8042" y="10098"/>
                    </a:cubicBezTo>
                    <a:lnTo>
                      <a:pt x="7971" y="10145"/>
                    </a:lnTo>
                    <a:lnTo>
                      <a:pt x="7971" y="10145"/>
                    </a:lnTo>
                    <a:cubicBezTo>
                      <a:pt x="8011" y="10112"/>
                      <a:pt x="8062" y="10070"/>
                      <a:pt x="8066" y="10070"/>
                    </a:cubicBezTo>
                    <a:close/>
                    <a:moveTo>
                      <a:pt x="5565" y="12946"/>
                    </a:moveTo>
                    <a:cubicBezTo>
                      <a:pt x="5569" y="12946"/>
                      <a:pt x="5529" y="12980"/>
                      <a:pt x="5488" y="13013"/>
                    </a:cubicBezTo>
                    <a:lnTo>
                      <a:pt x="5488" y="13013"/>
                    </a:lnTo>
                    <a:lnTo>
                      <a:pt x="5506" y="12995"/>
                    </a:lnTo>
                    <a:lnTo>
                      <a:pt x="5543" y="12959"/>
                    </a:lnTo>
                    <a:cubicBezTo>
                      <a:pt x="5556" y="12950"/>
                      <a:pt x="5563" y="12946"/>
                      <a:pt x="5565" y="12946"/>
                    </a:cubicBezTo>
                    <a:close/>
                    <a:moveTo>
                      <a:pt x="5474" y="12978"/>
                    </a:moveTo>
                    <a:lnTo>
                      <a:pt x="5474" y="12978"/>
                    </a:lnTo>
                    <a:cubicBezTo>
                      <a:pt x="5481" y="12978"/>
                      <a:pt x="5446" y="13035"/>
                      <a:pt x="5361" y="13140"/>
                    </a:cubicBezTo>
                    <a:lnTo>
                      <a:pt x="5325" y="13176"/>
                    </a:lnTo>
                    <a:lnTo>
                      <a:pt x="5398" y="13068"/>
                    </a:lnTo>
                    <a:cubicBezTo>
                      <a:pt x="5443" y="13007"/>
                      <a:pt x="5469" y="12978"/>
                      <a:pt x="5474" y="12978"/>
                    </a:cubicBezTo>
                    <a:close/>
                    <a:moveTo>
                      <a:pt x="5272" y="13204"/>
                    </a:moveTo>
                    <a:cubicBezTo>
                      <a:pt x="5276" y="13204"/>
                      <a:pt x="5266" y="13217"/>
                      <a:pt x="5233" y="13248"/>
                    </a:cubicBezTo>
                    <a:lnTo>
                      <a:pt x="5233" y="13248"/>
                    </a:lnTo>
                    <a:cubicBezTo>
                      <a:pt x="5242" y="13236"/>
                      <a:pt x="5251" y="13223"/>
                      <a:pt x="5259" y="13211"/>
                    </a:cubicBezTo>
                    <a:lnTo>
                      <a:pt x="5259" y="13211"/>
                    </a:lnTo>
                    <a:cubicBezTo>
                      <a:pt x="5266" y="13206"/>
                      <a:pt x="5270" y="13204"/>
                      <a:pt x="5272" y="13204"/>
                    </a:cubicBezTo>
                    <a:close/>
                    <a:moveTo>
                      <a:pt x="5233" y="13248"/>
                    </a:moveTo>
                    <a:cubicBezTo>
                      <a:pt x="5233" y="13248"/>
                      <a:pt x="5233" y="13249"/>
                      <a:pt x="5232" y="13250"/>
                    </a:cubicBezTo>
                    <a:lnTo>
                      <a:pt x="5232" y="13250"/>
                    </a:lnTo>
                    <a:cubicBezTo>
                      <a:pt x="5232" y="13249"/>
                      <a:pt x="5232" y="13249"/>
                      <a:pt x="5233" y="13248"/>
                    </a:cubicBezTo>
                    <a:lnTo>
                      <a:pt x="5233" y="13248"/>
                    </a:lnTo>
                    <a:cubicBezTo>
                      <a:pt x="5233" y="13248"/>
                      <a:pt x="5233" y="13248"/>
                      <a:pt x="5233" y="13248"/>
                    </a:cubicBezTo>
                    <a:close/>
                    <a:moveTo>
                      <a:pt x="5233" y="13248"/>
                    </a:moveTo>
                    <a:cubicBezTo>
                      <a:pt x="5230" y="13251"/>
                      <a:pt x="5228" y="13253"/>
                      <a:pt x="5225" y="13256"/>
                    </a:cubicBezTo>
                    <a:lnTo>
                      <a:pt x="5225" y="13256"/>
                    </a:lnTo>
                    <a:cubicBezTo>
                      <a:pt x="5217" y="13263"/>
                      <a:pt x="5203" y="13274"/>
                      <a:pt x="5181" y="13291"/>
                    </a:cubicBezTo>
                    <a:lnTo>
                      <a:pt x="5181" y="13291"/>
                    </a:lnTo>
                    <a:cubicBezTo>
                      <a:pt x="5183" y="13289"/>
                      <a:pt x="5185" y="13286"/>
                      <a:pt x="5187" y="13284"/>
                    </a:cubicBezTo>
                    <a:lnTo>
                      <a:pt x="5187" y="13284"/>
                    </a:lnTo>
                    <a:cubicBezTo>
                      <a:pt x="5209" y="13266"/>
                      <a:pt x="5229" y="13250"/>
                      <a:pt x="5233" y="13248"/>
                    </a:cubicBezTo>
                    <a:close/>
                    <a:moveTo>
                      <a:pt x="6174" y="0"/>
                    </a:moveTo>
                    <a:cubicBezTo>
                      <a:pt x="5673" y="0"/>
                      <a:pt x="5169" y="72"/>
                      <a:pt x="4673" y="209"/>
                    </a:cubicBezTo>
                    <a:cubicBezTo>
                      <a:pt x="3406" y="571"/>
                      <a:pt x="2283" y="1368"/>
                      <a:pt x="1486" y="2419"/>
                    </a:cubicBezTo>
                    <a:cubicBezTo>
                      <a:pt x="544" y="3650"/>
                      <a:pt x="37" y="5208"/>
                      <a:pt x="1" y="6765"/>
                    </a:cubicBezTo>
                    <a:lnTo>
                      <a:pt x="1" y="7345"/>
                    </a:lnTo>
                    <a:cubicBezTo>
                      <a:pt x="1" y="7453"/>
                      <a:pt x="1" y="7526"/>
                      <a:pt x="37" y="7635"/>
                    </a:cubicBezTo>
                    <a:cubicBezTo>
                      <a:pt x="37" y="7707"/>
                      <a:pt x="37" y="7671"/>
                      <a:pt x="37" y="7707"/>
                    </a:cubicBezTo>
                    <a:lnTo>
                      <a:pt x="37" y="7816"/>
                    </a:lnTo>
                    <a:cubicBezTo>
                      <a:pt x="30" y="7787"/>
                      <a:pt x="26" y="7776"/>
                      <a:pt x="23" y="7776"/>
                    </a:cubicBezTo>
                    <a:lnTo>
                      <a:pt x="23" y="7776"/>
                    </a:lnTo>
                    <a:cubicBezTo>
                      <a:pt x="15" y="7776"/>
                      <a:pt x="44" y="7975"/>
                      <a:pt x="73" y="8033"/>
                    </a:cubicBezTo>
                    <a:cubicBezTo>
                      <a:pt x="109" y="8359"/>
                      <a:pt x="218" y="8685"/>
                      <a:pt x="327" y="9011"/>
                    </a:cubicBezTo>
                    <a:cubicBezTo>
                      <a:pt x="580" y="9591"/>
                      <a:pt x="942" y="10134"/>
                      <a:pt x="1341" y="10641"/>
                    </a:cubicBezTo>
                    <a:lnTo>
                      <a:pt x="1450" y="10786"/>
                    </a:lnTo>
                    <a:lnTo>
                      <a:pt x="1450" y="10786"/>
                    </a:lnTo>
                    <a:lnTo>
                      <a:pt x="1450" y="10786"/>
                    </a:lnTo>
                    <a:cubicBezTo>
                      <a:pt x="1450" y="10807"/>
                      <a:pt x="1462" y="10828"/>
                      <a:pt x="1465" y="10828"/>
                    </a:cubicBezTo>
                    <a:cubicBezTo>
                      <a:pt x="1467" y="10828"/>
                      <a:pt x="1465" y="10816"/>
                      <a:pt x="1450" y="10786"/>
                    </a:cubicBezTo>
                    <a:lnTo>
                      <a:pt x="1450" y="10786"/>
                    </a:lnTo>
                    <a:lnTo>
                      <a:pt x="1558" y="10967"/>
                    </a:lnTo>
                    <a:lnTo>
                      <a:pt x="1776" y="11257"/>
                    </a:lnTo>
                    <a:cubicBezTo>
                      <a:pt x="1809" y="11290"/>
                      <a:pt x="1812" y="11323"/>
                      <a:pt x="1840" y="11328"/>
                    </a:cubicBezTo>
                    <a:lnTo>
                      <a:pt x="1840" y="11328"/>
                    </a:lnTo>
                    <a:cubicBezTo>
                      <a:pt x="1848" y="11348"/>
                      <a:pt x="1884" y="11402"/>
                      <a:pt x="1884" y="11402"/>
                    </a:cubicBezTo>
                    <a:cubicBezTo>
                      <a:pt x="1884" y="11402"/>
                      <a:pt x="1957" y="11510"/>
                      <a:pt x="1993" y="11546"/>
                    </a:cubicBezTo>
                    <a:cubicBezTo>
                      <a:pt x="2029" y="11619"/>
                      <a:pt x="2138" y="11764"/>
                      <a:pt x="2210" y="11836"/>
                    </a:cubicBezTo>
                    <a:cubicBezTo>
                      <a:pt x="2210" y="11872"/>
                      <a:pt x="2210" y="11872"/>
                      <a:pt x="2246" y="11872"/>
                    </a:cubicBezTo>
                    <a:lnTo>
                      <a:pt x="2283" y="11981"/>
                    </a:lnTo>
                    <a:cubicBezTo>
                      <a:pt x="2319" y="12017"/>
                      <a:pt x="2355" y="12054"/>
                      <a:pt x="2391" y="12126"/>
                    </a:cubicBezTo>
                    <a:cubicBezTo>
                      <a:pt x="2428" y="12162"/>
                      <a:pt x="2428" y="12198"/>
                      <a:pt x="2464" y="12235"/>
                    </a:cubicBezTo>
                    <a:lnTo>
                      <a:pt x="2500" y="12271"/>
                    </a:lnTo>
                    <a:lnTo>
                      <a:pt x="2536" y="12343"/>
                    </a:lnTo>
                    <a:cubicBezTo>
                      <a:pt x="2572" y="12416"/>
                      <a:pt x="2609" y="12488"/>
                      <a:pt x="2645" y="12561"/>
                    </a:cubicBezTo>
                    <a:cubicBezTo>
                      <a:pt x="2681" y="12633"/>
                      <a:pt x="2717" y="12706"/>
                      <a:pt x="2754" y="12814"/>
                    </a:cubicBezTo>
                    <a:cubicBezTo>
                      <a:pt x="2790" y="12923"/>
                      <a:pt x="2790" y="13068"/>
                      <a:pt x="2754" y="13213"/>
                    </a:cubicBezTo>
                    <a:cubicBezTo>
                      <a:pt x="2740" y="13267"/>
                      <a:pt x="2757" y="13286"/>
                      <a:pt x="2786" y="13286"/>
                    </a:cubicBezTo>
                    <a:cubicBezTo>
                      <a:pt x="2833" y="13286"/>
                      <a:pt x="2912" y="13235"/>
                      <a:pt x="2935" y="13213"/>
                    </a:cubicBezTo>
                    <a:lnTo>
                      <a:pt x="2971" y="13249"/>
                    </a:lnTo>
                    <a:cubicBezTo>
                      <a:pt x="3152" y="12887"/>
                      <a:pt x="3188" y="12524"/>
                      <a:pt x="3152" y="12162"/>
                    </a:cubicBezTo>
                    <a:cubicBezTo>
                      <a:pt x="3152" y="12054"/>
                      <a:pt x="3116" y="11945"/>
                      <a:pt x="3080" y="11836"/>
                    </a:cubicBezTo>
                    <a:cubicBezTo>
                      <a:pt x="3065" y="11794"/>
                      <a:pt x="3062" y="11785"/>
                      <a:pt x="3064" y="11785"/>
                    </a:cubicBezTo>
                    <a:lnTo>
                      <a:pt x="3064" y="11785"/>
                    </a:lnTo>
                    <a:cubicBezTo>
                      <a:pt x="3065" y="11785"/>
                      <a:pt x="3069" y="11791"/>
                      <a:pt x="3073" y="11791"/>
                    </a:cubicBezTo>
                    <a:cubicBezTo>
                      <a:pt x="3076" y="11791"/>
                      <a:pt x="3080" y="11785"/>
                      <a:pt x="3080" y="11764"/>
                    </a:cubicBezTo>
                    <a:lnTo>
                      <a:pt x="3043" y="11691"/>
                    </a:lnTo>
                    <a:cubicBezTo>
                      <a:pt x="3007" y="11619"/>
                      <a:pt x="3007" y="11583"/>
                      <a:pt x="2971" y="11510"/>
                    </a:cubicBezTo>
                    <a:cubicBezTo>
                      <a:pt x="2898" y="11293"/>
                      <a:pt x="2790" y="11076"/>
                      <a:pt x="2717" y="10858"/>
                    </a:cubicBezTo>
                    <a:cubicBezTo>
                      <a:pt x="2464" y="10387"/>
                      <a:pt x="2246" y="9880"/>
                      <a:pt x="2065" y="9337"/>
                    </a:cubicBezTo>
                    <a:cubicBezTo>
                      <a:pt x="1957" y="9083"/>
                      <a:pt x="1848" y="8794"/>
                      <a:pt x="1776" y="8468"/>
                    </a:cubicBezTo>
                    <a:lnTo>
                      <a:pt x="1739" y="8359"/>
                    </a:lnTo>
                    <a:lnTo>
                      <a:pt x="1739" y="8214"/>
                    </a:lnTo>
                    <a:lnTo>
                      <a:pt x="1739" y="8178"/>
                    </a:lnTo>
                    <a:cubicBezTo>
                      <a:pt x="1739" y="8105"/>
                      <a:pt x="1739" y="8069"/>
                      <a:pt x="1739" y="8033"/>
                    </a:cubicBezTo>
                    <a:cubicBezTo>
                      <a:pt x="1703" y="7997"/>
                      <a:pt x="1703" y="7888"/>
                      <a:pt x="1667" y="7816"/>
                    </a:cubicBezTo>
                    <a:cubicBezTo>
                      <a:pt x="1667" y="7743"/>
                      <a:pt x="1667" y="7707"/>
                      <a:pt x="1631" y="7671"/>
                    </a:cubicBezTo>
                    <a:lnTo>
                      <a:pt x="1631" y="7635"/>
                    </a:lnTo>
                    <a:cubicBezTo>
                      <a:pt x="1594" y="7309"/>
                      <a:pt x="1558" y="6946"/>
                      <a:pt x="1558" y="6620"/>
                    </a:cubicBezTo>
                    <a:lnTo>
                      <a:pt x="1558" y="6041"/>
                    </a:lnTo>
                    <a:lnTo>
                      <a:pt x="1558" y="5751"/>
                    </a:lnTo>
                    <a:lnTo>
                      <a:pt x="1558" y="5606"/>
                    </a:lnTo>
                    <a:cubicBezTo>
                      <a:pt x="1594" y="5208"/>
                      <a:pt x="1703" y="4809"/>
                      <a:pt x="1812" y="4411"/>
                    </a:cubicBezTo>
                    <a:lnTo>
                      <a:pt x="1884" y="4194"/>
                    </a:lnTo>
                    <a:lnTo>
                      <a:pt x="1920" y="4085"/>
                    </a:lnTo>
                    <a:lnTo>
                      <a:pt x="1920" y="4042"/>
                    </a:lnTo>
                    <a:lnTo>
                      <a:pt x="1920" y="4042"/>
                    </a:lnTo>
                    <a:cubicBezTo>
                      <a:pt x="1971" y="3923"/>
                      <a:pt x="2006" y="3799"/>
                      <a:pt x="2065" y="3650"/>
                    </a:cubicBezTo>
                    <a:cubicBezTo>
                      <a:pt x="2138" y="3505"/>
                      <a:pt x="2210" y="3397"/>
                      <a:pt x="2246" y="3288"/>
                    </a:cubicBezTo>
                    <a:lnTo>
                      <a:pt x="2319" y="3179"/>
                    </a:lnTo>
                    <a:cubicBezTo>
                      <a:pt x="2330" y="3163"/>
                      <a:pt x="2334" y="3157"/>
                      <a:pt x="2334" y="3157"/>
                    </a:cubicBezTo>
                    <a:lnTo>
                      <a:pt x="2334" y="3157"/>
                    </a:lnTo>
                    <a:cubicBezTo>
                      <a:pt x="2334" y="3157"/>
                      <a:pt x="2247" y="3290"/>
                      <a:pt x="2252" y="3290"/>
                    </a:cubicBezTo>
                    <a:cubicBezTo>
                      <a:pt x="2253" y="3290"/>
                      <a:pt x="2262" y="3279"/>
                      <a:pt x="2283" y="3252"/>
                    </a:cubicBezTo>
                    <a:lnTo>
                      <a:pt x="2391" y="3071"/>
                    </a:lnTo>
                    <a:cubicBezTo>
                      <a:pt x="2464" y="2962"/>
                      <a:pt x="2536" y="2853"/>
                      <a:pt x="2645" y="2745"/>
                    </a:cubicBezTo>
                    <a:lnTo>
                      <a:pt x="2681" y="2636"/>
                    </a:lnTo>
                    <a:lnTo>
                      <a:pt x="2681" y="2636"/>
                    </a:lnTo>
                    <a:lnTo>
                      <a:pt x="2717" y="2600"/>
                    </a:lnTo>
                    <a:cubicBezTo>
                      <a:pt x="2790" y="2491"/>
                      <a:pt x="2898" y="2419"/>
                      <a:pt x="3007" y="2310"/>
                    </a:cubicBezTo>
                    <a:lnTo>
                      <a:pt x="3007" y="2310"/>
                    </a:lnTo>
                    <a:lnTo>
                      <a:pt x="2971" y="2346"/>
                    </a:lnTo>
                    <a:cubicBezTo>
                      <a:pt x="2983" y="2334"/>
                      <a:pt x="2996" y="2321"/>
                      <a:pt x="3010" y="2309"/>
                    </a:cubicBezTo>
                    <a:lnTo>
                      <a:pt x="3010" y="2309"/>
                    </a:lnTo>
                    <a:lnTo>
                      <a:pt x="3007" y="2310"/>
                    </a:lnTo>
                    <a:lnTo>
                      <a:pt x="3007" y="2310"/>
                    </a:lnTo>
                    <a:lnTo>
                      <a:pt x="3116" y="2201"/>
                    </a:lnTo>
                    <a:cubicBezTo>
                      <a:pt x="3224" y="2129"/>
                      <a:pt x="3333" y="2057"/>
                      <a:pt x="3442" y="1984"/>
                    </a:cubicBezTo>
                    <a:lnTo>
                      <a:pt x="3445" y="1983"/>
                    </a:lnTo>
                    <a:lnTo>
                      <a:pt x="3445" y="1983"/>
                    </a:lnTo>
                    <a:cubicBezTo>
                      <a:pt x="3431" y="1995"/>
                      <a:pt x="3418" y="2008"/>
                      <a:pt x="3406" y="2020"/>
                    </a:cubicBezTo>
                    <a:lnTo>
                      <a:pt x="3587" y="1912"/>
                    </a:lnTo>
                    <a:cubicBezTo>
                      <a:pt x="3695" y="1839"/>
                      <a:pt x="3804" y="1803"/>
                      <a:pt x="3913" y="1767"/>
                    </a:cubicBezTo>
                    <a:lnTo>
                      <a:pt x="4058" y="1694"/>
                    </a:lnTo>
                    <a:lnTo>
                      <a:pt x="4130" y="1658"/>
                    </a:lnTo>
                    <a:lnTo>
                      <a:pt x="4058" y="1731"/>
                    </a:lnTo>
                    <a:lnTo>
                      <a:pt x="4094" y="1731"/>
                    </a:lnTo>
                    <a:cubicBezTo>
                      <a:pt x="4311" y="1622"/>
                      <a:pt x="4565" y="1586"/>
                      <a:pt x="4782" y="1549"/>
                    </a:cubicBezTo>
                    <a:lnTo>
                      <a:pt x="4963" y="1513"/>
                    </a:lnTo>
                    <a:lnTo>
                      <a:pt x="5325" y="1513"/>
                    </a:lnTo>
                    <a:cubicBezTo>
                      <a:pt x="5434" y="1495"/>
                      <a:pt x="5552" y="1486"/>
                      <a:pt x="5669" y="1486"/>
                    </a:cubicBezTo>
                    <a:cubicBezTo>
                      <a:pt x="5787" y="1486"/>
                      <a:pt x="5905" y="1495"/>
                      <a:pt x="6013" y="1513"/>
                    </a:cubicBezTo>
                    <a:cubicBezTo>
                      <a:pt x="6158" y="1513"/>
                      <a:pt x="6267" y="1549"/>
                      <a:pt x="6376" y="1549"/>
                    </a:cubicBezTo>
                    <a:lnTo>
                      <a:pt x="6231" y="1513"/>
                    </a:lnTo>
                    <a:lnTo>
                      <a:pt x="6231" y="1513"/>
                    </a:lnTo>
                    <a:cubicBezTo>
                      <a:pt x="6847" y="1622"/>
                      <a:pt x="7426" y="1839"/>
                      <a:pt x="8006" y="2165"/>
                    </a:cubicBezTo>
                    <a:lnTo>
                      <a:pt x="7861" y="2093"/>
                    </a:lnTo>
                    <a:lnTo>
                      <a:pt x="7861" y="2093"/>
                    </a:lnTo>
                    <a:cubicBezTo>
                      <a:pt x="8440" y="2455"/>
                      <a:pt x="8911" y="2962"/>
                      <a:pt x="9273" y="3542"/>
                    </a:cubicBezTo>
                    <a:lnTo>
                      <a:pt x="9165" y="3397"/>
                    </a:lnTo>
                    <a:lnTo>
                      <a:pt x="9165" y="3397"/>
                    </a:lnTo>
                    <a:cubicBezTo>
                      <a:pt x="9491" y="3904"/>
                      <a:pt x="9708" y="4447"/>
                      <a:pt x="9817" y="5063"/>
                    </a:cubicBezTo>
                    <a:lnTo>
                      <a:pt x="9780" y="4882"/>
                    </a:lnTo>
                    <a:lnTo>
                      <a:pt x="9780" y="4882"/>
                    </a:lnTo>
                    <a:cubicBezTo>
                      <a:pt x="9853" y="5280"/>
                      <a:pt x="9889" y="5642"/>
                      <a:pt x="9853" y="6005"/>
                    </a:cubicBezTo>
                    <a:lnTo>
                      <a:pt x="9853" y="6294"/>
                    </a:lnTo>
                    <a:lnTo>
                      <a:pt x="9853" y="6439"/>
                    </a:lnTo>
                    <a:cubicBezTo>
                      <a:pt x="9853" y="6448"/>
                      <a:pt x="9853" y="6462"/>
                      <a:pt x="9853" y="6476"/>
                    </a:cubicBezTo>
                    <a:cubicBezTo>
                      <a:pt x="9817" y="6693"/>
                      <a:pt x="9780" y="6910"/>
                      <a:pt x="9744" y="7091"/>
                    </a:cubicBezTo>
                    <a:cubicBezTo>
                      <a:pt x="9672" y="7345"/>
                      <a:pt x="9599" y="7598"/>
                      <a:pt x="9527" y="7852"/>
                    </a:cubicBezTo>
                    <a:lnTo>
                      <a:pt x="9512" y="7898"/>
                    </a:lnTo>
                    <a:lnTo>
                      <a:pt x="9512" y="7898"/>
                    </a:lnTo>
                    <a:cubicBezTo>
                      <a:pt x="9516" y="7878"/>
                      <a:pt x="9518" y="7863"/>
                      <a:pt x="9513" y="7863"/>
                    </a:cubicBezTo>
                    <a:lnTo>
                      <a:pt x="9513" y="7863"/>
                    </a:lnTo>
                    <a:cubicBezTo>
                      <a:pt x="9510" y="7863"/>
                      <a:pt x="9503" y="7870"/>
                      <a:pt x="9491" y="7888"/>
                    </a:cubicBezTo>
                    <a:cubicBezTo>
                      <a:pt x="9491" y="7961"/>
                      <a:pt x="9454" y="8033"/>
                      <a:pt x="9418" y="8069"/>
                    </a:cubicBezTo>
                    <a:cubicBezTo>
                      <a:pt x="9418" y="8142"/>
                      <a:pt x="9346" y="8323"/>
                      <a:pt x="9273" y="8431"/>
                    </a:cubicBezTo>
                    <a:lnTo>
                      <a:pt x="9128" y="8721"/>
                    </a:lnTo>
                    <a:cubicBezTo>
                      <a:pt x="9092" y="8794"/>
                      <a:pt x="9092" y="8830"/>
                      <a:pt x="9056" y="8866"/>
                    </a:cubicBezTo>
                    <a:cubicBezTo>
                      <a:pt x="9056" y="8902"/>
                      <a:pt x="9020" y="8939"/>
                      <a:pt x="8984" y="8975"/>
                    </a:cubicBezTo>
                    <a:cubicBezTo>
                      <a:pt x="8984" y="8970"/>
                      <a:pt x="8984" y="8964"/>
                      <a:pt x="8986" y="8958"/>
                    </a:cubicBezTo>
                    <a:lnTo>
                      <a:pt x="8986" y="8958"/>
                    </a:lnTo>
                    <a:cubicBezTo>
                      <a:pt x="8888" y="9114"/>
                      <a:pt x="8787" y="9247"/>
                      <a:pt x="8658" y="9409"/>
                    </a:cubicBezTo>
                    <a:cubicBezTo>
                      <a:pt x="8633" y="9459"/>
                      <a:pt x="8508" y="9608"/>
                      <a:pt x="8510" y="9608"/>
                    </a:cubicBezTo>
                    <a:cubicBezTo>
                      <a:pt x="8511" y="9608"/>
                      <a:pt x="8540" y="9575"/>
                      <a:pt x="8621" y="9482"/>
                    </a:cubicBezTo>
                    <a:lnTo>
                      <a:pt x="8621" y="9482"/>
                    </a:lnTo>
                    <a:lnTo>
                      <a:pt x="8404" y="9735"/>
                    </a:lnTo>
                    <a:cubicBezTo>
                      <a:pt x="8259" y="9880"/>
                      <a:pt x="8114" y="9989"/>
                      <a:pt x="7969" y="10134"/>
                    </a:cubicBezTo>
                    <a:lnTo>
                      <a:pt x="7933" y="10170"/>
                    </a:lnTo>
                    <a:lnTo>
                      <a:pt x="7680" y="10315"/>
                    </a:lnTo>
                    <a:cubicBezTo>
                      <a:pt x="7535" y="10424"/>
                      <a:pt x="7390" y="10532"/>
                      <a:pt x="7209" y="10641"/>
                    </a:cubicBezTo>
                    <a:lnTo>
                      <a:pt x="6774" y="10895"/>
                    </a:lnTo>
                    <a:cubicBezTo>
                      <a:pt x="6755" y="10907"/>
                      <a:pt x="6750" y="10912"/>
                      <a:pt x="6752" y="10912"/>
                    </a:cubicBezTo>
                    <a:cubicBezTo>
                      <a:pt x="6756" y="10912"/>
                      <a:pt x="6776" y="10902"/>
                      <a:pt x="6801" y="10889"/>
                    </a:cubicBezTo>
                    <a:lnTo>
                      <a:pt x="6801" y="10889"/>
                    </a:lnTo>
                    <a:lnTo>
                      <a:pt x="6738" y="10931"/>
                    </a:lnTo>
                    <a:lnTo>
                      <a:pt x="6557" y="11039"/>
                    </a:lnTo>
                    <a:cubicBezTo>
                      <a:pt x="6231" y="11221"/>
                      <a:pt x="5905" y="11402"/>
                      <a:pt x="5615" y="11583"/>
                    </a:cubicBezTo>
                    <a:cubicBezTo>
                      <a:pt x="5325" y="11764"/>
                      <a:pt x="5035" y="11981"/>
                      <a:pt x="4782" y="12198"/>
                    </a:cubicBezTo>
                    <a:cubicBezTo>
                      <a:pt x="4496" y="12432"/>
                      <a:pt x="4303" y="12741"/>
                      <a:pt x="4231" y="13084"/>
                    </a:cubicBezTo>
                    <a:lnTo>
                      <a:pt x="4231" y="13084"/>
                    </a:lnTo>
                    <a:cubicBezTo>
                      <a:pt x="4164" y="13223"/>
                      <a:pt x="4133" y="13363"/>
                      <a:pt x="4202" y="13502"/>
                    </a:cubicBezTo>
                    <a:cubicBezTo>
                      <a:pt x="4239" y="13611"/>
                      <a:pt x="4347" y="13720"/>
                      <a:pt x="4492" y="13720"/>
                    </a:cubicBezTo>
                    <a:cubicBezTo>
                      <a:pt x="4529" y="13712"/>
                      <a:pt x="4565" y="13704"/>
                      <a:pt x="4600" y="13693"/>
                    </a:cubicBezTo>
                    <a:lnTo>
                      <a:pt x="4600" y="13693"/>
                    </a:lnTo>
                    <a:cubicBezTo>
                      <a:pt x="4602" y="13694"/>
                      <a:pt x="4603" y="13694"/>
                      <a:pt x="4605" y="13694"/>
                    </a:cubicBezTo>
                    <a:cubicBezTo>
                      <a:pt x="4641" y="13694"/>
                      <a:pt x="4775" y="13647"/>
                      <a:pt x="4746" y="13647"/>
                    </a:cubicBezTo>
                    <a:cubicBezTo>
                      <a:pt x="4737" y="13651"/>
                      <a:pt x="4733" y="13653"/>
                      <a:pt x="4731" y="13653"/>
                    </a:cubicBezTo>
                    <a:cubicBezTo>
                      <a:pt x="4729" y="13653"/>
                      <a:pt x="4734" y="13648"/>
                      <a:pt x="4743" y="13642"/>
                    </a:cubicBezTo>
                    <a:lnTo>
                      <a:pt x="4743" y="13642"/>
                    </a:lnTo>
                    <a:cubicBezTo>
                      <a:pt x="4697" y="13662"/>
                      <a:pt x="4650" y="13679"/>
                      <a:pt x="4600" y="13693"/>
                    </a:cubicBezTo>
                    <a:lnTo>
                      <a:pt x="4600" y="13693"/>
                    </a:lnTo>
                    <a:cubicBezTo>
                      <a:pt x="4596" y="13692"/>
                      <a:pt x="4595" y="13689"/>
                      <a:pt x="4601" y="13684"/>
                    </a:cubicBezTo>
                    <a:cubicBezTo>
                      <a:pt x="4652" y="13672"/>
                      <a:pt x="4701" y="13657"/>
                      <a:pt x="4747" y="13639"/>
                    </a:cubicBezTo>
                    <a:lnTo>
                      <a:pt x="4747" y="13639"/>
                    </a:lnTo>
                    <a:cubicBezTo>
                      <a:pt x="4746" y="13640"/>
                      <a:pt x="4745" y="13641"/>
                      <a:pt x="4743" y="13642"/>
                    </a:cubicBezTo>
                    <a:lnTo>
                      <a:pt x="4743" y="13642"/>
                    </a:lnTo>
                    <a:cubicBezTo>
                      <a:pt x="4756" y="13636"/>
                      <a:pt x="4769" y="13630"/>
                      <a:pt x="4782" y="13624"/>
                    </a:cubicBezTo>
                    <a:lnTo>
                      <a:pt x="4782" y="13624"/>
                    </a:lnTo>
                    <a:cubicBezTo>
                      <a:pt x="4797" y="13617"/>
                      <a:pt x="4811" y="13610"/>
                      <a:pt x="4826" y="13603"/>
                    </a:cubicBezTo>
                    <a:lnTo>
                      <a:pt x="4826" y="13603"/>
                    </a:lnTo>
                    <a:cubicBezTo>
                      <a:pt x="4824" y="13605"/>
                      <a:pt x="4821" y="13608"/>
                      <a:pt x="4818" y="13611"/>
                    </a:cubicBezTo>
                    <a:lnTo>
                      <a:pt x="4818" y="13611"/>
                    </a:lnTo>
                    <a:cubicBezTo>
                      <a:pt x="4821" y="13608"/>
                      <a:pt x="4824" y="13606"/>
                      <a:pt x="4827" y="13603"/>
                    </a:cubicBezTo>
                    <a:lnTo>
                      <a:pt x="4827" y="13603"/>
                    </a:lnTo>
                    <a:cubicBezTo>
                      <a:pt x="4826" y="13603"/>
                      <a:pt x="4826" y="13603"/>
                      <a:pt x="4826" y="13603"/>
                    </a:cubicBezTo>
                    <a:lnTo>
                      <a:pt x="4826" y="13603"/>
                    </a:lnTo>
                    <a:cubicBezTo>
                      <a:pt x="4826" y="13602"/>
                      <a:pt x="4827" y="13602"/>
                      <a:pt x="4828" y="13601"/>
                    </a:cubicBezTo>
                    <a:lnTo>
                      <a:pt x="4828" y="13601"/>
                    </a:lnTo>
                    <a:cubicBezTo>
                      <a:pt x="4828" y="13601"/>
                      <a:pt x="4828" y="13601"/>
                      <a:pt x="4829" y="13600"/>
                    </a:cubicBezTo>
                    <a:lnTo>
                      <a:pt x="4829" y="13600"/>
                    </a:lnTo>
                    <a:cubicBezTo>
                      <a:pt x="4828" y="13601"/>
                      <a:pt x="4827" y="13602"/>
                      <a:pt x="4827" y="13603"/>
                    </a:cubicBezTo>
                    <a:lnTo>
                      <a:pt x="4827" y="13603"/>
                    </a:lnTo>
                    <a:cubicBezTo>
                      <a:pt x="4869" y="13581"/>
                      <a:pt x="4908" y="13556"/>
                      <a:pt x="4946" y="13529"/>
                    </a:cubicBezTo>
                    <a:lnTo>
                      <a:pt x="4946" y="13529"/>
                    </a:lnTo>
                    <a:cubicBezTo>
                      <a:pt x="5033" y="13469"/>
                      <a:pt x="5111" y="13397"/>
                      <a:pt x="5181" y="13315"/>
                    </a:cubicBezTo>
                    <a:lnTo>
                      <a:pt x="5181" y="13315"/>
                    </a:lnTo>
                    <a:cubicBezTo>
                      <a:pt x="5201" y="13298"/>
                      <a:pt x="5217" y="13285"/>
                      <a:pt x="5217" y="13285"/>
                    </a:cubicBezTo>
                    <a:lnTo>
                      <a:pt x="5325" y="13213"/>
                    </a:lnTo>
                    <a:lnTo>
                      <a:pt x="5456" y="13050"/>
                    </a:lnTo>
                    <a:lnTo>
                      <a:pt x="5456" y="13050"/>
                    </a:lnTo>
                    <a:lnTo>
                      <a:pt x="5651" y="12887"/>
                    </a:lnTo>
                    <a:lnTo>
                      <a:pt x="5905" y="12742"/>
                    </a:lnTo>
                    <a:lnTo>
                      <a:pt x="6050" y="12669"/>
                    </a:lnTo>
                    <a:lnTo>
                      <a:pt x="6050" y="12669"/>
                    </a:lnTo>
                    <a:lnTo>
                      <a:pt x="5941" y="12706"/>
                    </a:lnTo>
                    <a:lnTo>
                      <a:pt x="6013" y="12669"/>
                    </a:lnTo>
                    <a:lnTo>
                      <a:pt x="6629" y="12307"/>
                    </a:lnTo>
                    <a:cubicBezTo>
                      <a:pt x="7173" y="12017"/>
                      <a:pt x="7643" y="11691"/>
                      <a:pt x="8151" y="11329"/>
                    </a:cubicBezTo>
                    <a:cubicBezTo>
                      <a:pt x="8730" y="10895"/>
                      <a:pt x="9273" y="10351"/>
                      <a:pt x="9744" y="9735"/>
                    </a:cubicBezTo>
                    <a:cubicBezTo>
                      <a:pt x="10251" y="9047"/>
                      <a:pt x="10650" y="8250"/>
                      <a:pt x="10903" y="7453"/>
                    </a:cubicBezTo>
                    <a:cubicBezTo>
                      <a:pt x="11157" y="6729"/>
                      <a:pt x="11266" y="5968"/>
                      <a:pt x="11302" y="5244"/>
                    </a:cubicBezTo>
                    <a:cubicBezTo>
                      <a:pt x="11338" y="4049"/>
                      <a:pt x="10976" y="2926"/>
                      <a:pt x="10288" y="1984"/>
                    </a:cubicBezTo>
                    <a:cubicBezTo>
                      <a:pt x="9672" y="1187"/>
                      <a:pt x="8803" y="571"/>
                      <a:pt x="7825" y="282"/>
                    </a:cubicBezTo>
                    <a:cubicBezTo>
                      <a:pt x="7289" y="90"/>
                      <a:pt x="6734" y="0"/>
                      <a:pt x="6174"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1290;p31">
                <a:extLst>
                  <a:ext uri="{FF2B5EF4-FFF2-40B4-BE49-F238E27FC236}">
                    <a16:creationId xmlns:a16="http://schemas.microsoft.com/office/drawing/2014/main" id="{AF36DCCE-5056-929B-3D43-EA3A984343B7}"/>
                  </a:ext>
                </a:extLst>
              </p:cNvPr>
              <p:cNvSpPr/>
              <p:nvPr/>
            </p:nvSpPr>
            <p:spPr>
              <a:xfrm>
                <a:off x="3800319" y="1327080"/>
                <a:ext cx="43723" cy="55489"/>
              </a:xfrm>
              <a:custGeom>
                <a:avLst/>
                <a:gdLst/>
                <a:ahLst/>
                <a:cxnLst/>
                <a:rect l="l" t="t" r="r" b="b"/>
                <a:pathLst>
                  <a:path w="1884" h="2391" extrusionOk="0">
                    <a:moveTo>
                      <a:pt x="254" y="0"/>
                    </a:moveTo>
                    <a:lnTo>
                      <a:pt x="326" y="36"/>
                    </a:lnTo>
                    <a:lnTo>
                      <a:pt x="290" y="36"/>
                    </a:lnTo>
                    <a:cubicBezTo>
                      <a:pt x="276" y="23"/>
                      <a:pt x="259" y="17"/>
                      <a:pt x="240" y="17"/>
                    </a:cubicBezTo>
                    <a:cubicBezTo>
                      <a:pt x="156" y="17"/>
                      <a:pt x="36" y="129"/>
                      <a:pt x="36" y="217"/>
                    </a:cubicBezTo>
                    <a:lnTo>
                      <a:pt x="0" y="217"/>
                    </a:lnTo>
                    <a:cubicBezTo>
                      <a:pt x="0" y="254"/>
                      <a:pt x="0" y="254"/>
                      <a:pt x="0" y="290"/>
                    </a:cubicBezTo>
                    <a:cubicBezTo>
                      <a:pt x="0" y="326"/>
                      <a:pt x="0" y="326"/>
                      <a:pt x="0" y="362"/>
                    </a:cubicBezTo>
                    <a:cubicBezTo>
                      <a:pt x="0" y="398"/>
                      <a:pt x="0" y="435"/>
                      <a:pt x="0" y="435"/>
                    </a:cubicBezTo>
                    <a:lnTo>
                      <a:pt x="0" y="543"/>
                    </a:lnTo>
                    <a:cubicBezTo>
                      <a:pt x="0" y="616"/>
                      <a:pt x="0" y="688"/>
                      <a:pt x="0" y="724"/>
                    </a:cubicBezTo>
                    <a:cubicBezTo>
                      <a:pt x="0" y="797"/>
                      <a:pt x="0" y="833"/>
                      <a:pt x="36" y="869"/>
                    </a:cubicBezTo>
                    <a:cubicBezTo>
                      <a:pt x="73" y="1050"/>
                      <a:pt x="145" y="1232"/>
                      <a:pt x="218" y="1413"/>
                    </a:cubicBezTo>
                    <a:cubicBezTo>
                      <a:pt x="326" y="1594"/>
                      <a:pt x="435" y="1811"/>
                      <a:pt x="543" y="1956"/>
                    </a:cubicBezTo>
                    <a:cubicBezTo>
                      <a:pt x="580" y="2065"/>
                      <a:pt x="652" y="2137"/>
                      <a:pt x="725" y="2210"/>
                    </a:cubicBezTo>
                    <a:cubicBezTo>
                      <a:pt x="761" y="2282"/>
                      <a:pt x="797" y="2318"/>
                      <a:pt x="869" y="2354"/>
                    </a:cubicBezTo>
                    <a:cubicBezTo>
                      <a:pt x="906" y="2391"/>
                      <a:pt x="978" y="2391"/>
                      <a:pt x="1051" y="2391"/>
                    </a:cubicBezTo>
                    <a:lnTo>
                      <a:pt x="1123" y="2391"/>
                    </a:lnTo>
                    <a:cubicBezTo>
                      <a:pt x="1304" y="2391"/>
                      <a:pt x="1485" y="2282"/>
                      <a:pt x="1630" y="2137"/>
                    </a:cubicBezTo>
                    <a:cubicBezTo>
                      <a:pt x="1775" y="1992"/>
                      <a:pt x="1847" y="1811"/>
                      <a:pt x="1884" y="1630"/>
                    </a:cubicBezTo>
                    <a:lnTo>
                      <a:pt x="1884" y="1594"/>
                    </a:lnTo>
                    <a:lnTo>
                      <a:pt x="1872" y="1634"/>
                    </a:lnTo>
                    <a:lnTo>
                      <a:pt x="1872" y="1634"/>
                    </a:lnTo>
                    <a:cubicBezTo>
                      <a:pt x="1879" y="1596"/>
                      <a:pt x="1884" y="1559"/>
                      <a:pt x="1884" y="1521"/>
                    </a:cubicBezTo>
                    <a:cubicBezTo>
                      <a:pt x="1884" y="1413"/>
                      <a:pt x="1847" y="1304"/>
                      <a:pt x="1775" y="1232"/>
                    </a:cubicBezTo>
                    <a:cubicBezTo>
                      <a:pt x="1739" y="1159"/>
                      <a:pt x="1703" y="1087"/>
                      <a:pt x="1630" y="1014"/>
                    </a:cubicBezTo>
                    <a:cubicBezTo>
                      <a:pt x="1521" y="869"/>
                      <a:pt x="1377" y="761"/>
                      <a:pt x="1268" y="652"/>
                    </a:cubicBezTo>
                    <a:cubicBezTo>
                      <a:pt x="1123" y="507"/>
                      <a:pt x="1014" y="398"/>
                      <a:pt x="869" y="290"/>
                    </a:cubicBezTo>
                    <a:lnTo>
                      <a:pt x="797" y="217"/>
                    </a:lnTo>
                    <a:lnTo>
                      <a:pt x="725" y="145"/>
                    </a:lnTo>
                    <a:lnTo>
                      <a:pt x="688" y="109"/>
                    </a:lnTo>
                    <a:cubicBezTo>
                      <a:pt x="609" y="56"/>
                      <a:pt x="529" y="22"/>
                      <a:pt x="436" y="22"/>
                    </a:cubicBezTo>
                    <a:cubicBezTo>
                      <a:pt x="427" y="22"/>
                      <a:pt x="419" y="22"/>
                      <a:pt x="411" y="23"/>
                    </a:cubicBezTo>
                    <a:lnTo>
                      <a:pt x="411" y="23"/>
                    </a:lnTo>
                    <a:cubicBezTo>
                      <a:pt x="392" y="13"/>
                      <a:pt x="384" y="0"/>
                      <a:pt x="362"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1291;p31">
                <a:extLst>
                  <a:ext uri="{FF2B5EF4-FFF2-40B4-BE49-F238E27FC236}">
                    <a16:creationId xmlns:a16="http://schemas.microsoft.com/office/drawing/2014/main" id="{3C63CC24-7907-9CD7-69F3-BA614FCE716E}"/>
                  </a:ext>
                </a:extLst>
              </p:cNvPr>
              <p:cNvSpPr/>
              <p:nvPr/>
            </p:nvSpPr>
            <p:spPr>
              <a:xfrm>
                <a:off x="3891940" y="1301297"/>
                <a:ext cx="15990" cy="38408"/>
              </a:xfrm>
              <a:custGeom>
                <a:avLst/>
                <a:gdLst/>
                <a:ahLst/>
                <a:cxnLst/>
                <a:rect l="l" t="t" r="r" b="b"/>
                <a:pathLst>
                  <a:path w="689" h="1655" extrusionOk="0">
                    <a:moveTo>
                      <a:pt x="254" y="0"/>
                    </a:moveTo>
                    <a:cubicBezTo>
                      <a:pt x="208" y="0"/>
                      <a:pt x="145" y="69"/>
                      <a:pt x="145" y="97"/>
                    </a:cubicBezTo>
                    <a:cubicBezTo>
                      <a:pt x="145" y="133"/>
                      <a:pt x="145" y="206"/>
                      <a:pt x="109" y="242"/>
                    </a:cubicBezTo>
                    <a:cubicBezTo>
                      <a:pt x="109" y="272"/>
                      <a:pt x="83" y="328"/>
                      <a:pt x="75" y="388"/>
                    </a:cubicBezTo>
                    <a:lnTo>
                      <a:pt x="75" y="388"/>
                    </a:lnTo>
                    <a:cubicBezTo>
                      <a:pt x="25" y="509"/>
                      <a:pt x="0" y="635"/>
                      <a:pt x="0" y="785"/>
                    </a:cubicBezTo>
                    <a:cubicBezTo>
                      <a:pt x="0" y="894"/>
                      <a:pt x="0" y="1039"/>
                      <a:pt x="0" y="1147"/>
                    </a:cubicBezTo>
                    <a:cubicBezTo>
                      <a:pt x="0" y="1220"/>
                      <a:pt x="0" y="1292"/>
                      <a:pt x="37" y="1365"/>
                    </a:cubicBezTo>
                    <a:cubicBezTo>
                      <a:pt x="37" y="1437"/>
                      <a:pt x="73" y="1509"/>
                      <a:pt x="109" y="1546"/>
                    </a:cubicBezTo>
                    <a:cubicBezTo>
                      <a:pt x="145" y="1618"/>
                      <a:pt x="218" y="1618"/>
                      <a:pt x="290" y="1654"/>
                    </a:cubicBezTo>
                    <a:cubicBezTo>
                      <a:pt x="435" y="1618"/>
                      <a:pt x="544" y="1509"/>
                      <a:pt x="616" y="1365"/>
                    </a:cubicBezTo>
                    <a:cubicBezTo>
                      <a:pt x="689" y="1111"/>
                      <a:pt x="689" y="821"/>
                      <a:pt x="544" y="568"/>
                    </a:cubicBezTo>
                    <a:cubicBezTo>
                      <a:pt x="507" y="459"/>
                      <a:pt x="471" y="350"/>
                      <a:pt x="435" y="278"/>
                    </a:cubicBezTo>
                    <a:cubicBezTo>
                      <a:pt x="399" y="242"/>
                      <a:pt x="399" y="242"/>
                      <a:pt x="363" y="206"/>
                    </a:cubicBezTo>
                    <a:lnTo>
                      <a:pt x="326" y="169"/>
                    </a:lnTo>
                    <a:cubicBezTo>
                      <a:pt x="290" y="97"/>
                      <a:pt x="290" y="61"/>
                      <a:pt x="290" y="24"/>
                    </a:cubicBezTo>
                    <a:cubicBezTo>
                      <a:pt x="281" y="7"/>
                      <a:pt x="268" y="0"/>
                      <a:pt x="254"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1292;p31">
                <a:extLst>
                  <a:ext uri="{FF2B5EF4-FFF2-40B4-BE49-F238E27FC236}">
                    <a16:creationId xmlns:a16="http://schemas.microsoft.com/office/drawing/2014/main" id="{D585730F-39D7-0368-A738-BC436526B192}"/>
                  </a:ext>
                </a:extLst>
              </p:cNvPr>
              <p:cNvSpPr/>
              <p:nvPr/>
            </p:nvSpPr>
            <p:spPr>
              <a:xfrm>
                <a:off x="3985232" y="1308584"/>
                <a:ext cx="30286" cy="41843"/>
              </a:xfrm>
              <a:custGeom>
                <a:avLst/>
                <a:gdLst/>
                <a:ahLst/>
                <a:cxnLst/>
                <a:rect l="l" t="t" r="r" b="b"/>
                <a:pathLst>
                  <a:path w="1305" h="1803" extrusionOk="0">
                    <a:moveTo>
                      <a:pt x="1051" y="0"/>
                    </a:moveTo>
                    <a:cubicBezTo>
                      <a:pt x="1008" y="0"/>
                      <a:pt x="964" y="4"/>
                      <a:pt x="922" y="13"/>
                    </a:cubicBezTo>
                    <a:lnTo>
                      <a:pt x="922" y="13"/>
                    </a:lnTo>
                    <a:lnTo>
                      <a:pt x="943" y="0"/>
                    </a:lnTo>
                    <a:lnTo>
                      <a:pt x="943" y="0"/>
                    </a:lnTo>
                    <a:cubicBezTo>
                      <a:pt x="930" y="7"/>
                      <a:pt x="917" y="12"/>
                      <a:pt x="904" y="16"/>
                    </a:cubicBezTo>
                    <a:lnTo>
                      <a:pt x="904" y="16"/>
                    </a:lnTo>
                    <a:cubicBezTo>
                      <a:pt x="874" y="23"/>
                      <a:pt x="844" y="32"/>
                      <a:pt x="815" y="43"/>
                    </a:cubicBezTo>
                    <a:lnTo>
                      <a:pt x="815" y="43"/>
                    </a:lnTo>
                    <a:cubicBezTo>
                      <a:pt x="803" y="48"/>
                      <a:pt x="791" y="52"/>
                      <a:pt x="781" y="58"/>
                    </a:cubicBezTo>
                    <a:lnTo>
                      <a:pt x="781" y="58"/>
                    </a:lnTo>
                    <a:cubicBezTo>
                      <a:pt x="703" y="94"/>
                      <a:pt x="633" y="147"/>
                      <a:pt x="580" y="218"/>
                    </a:cubicBezTo>
                    <a:lnTo>
                      <a:pt x="508" y="290"/>
                    </a:lnTo>
                    <a:lnTo>
                      <a:pt x="570" y="243"/>
                    </a:lnTo>
                    <a:lnTo>
                      <a:pt x="570" y="243"/>
                    </a:lnTo>
                    <a:cubicBezTo>
                      <a:pt x="491" y="309"/>
                      <a:pt x="417" y="390"/>
                      <a:pt x="363" y="471"/>
                    </a:cubicBezTo>
                    <a:cubicBezTo>
                      <a:pt x="327" y="544"/>
                      <a:pt x="291" y="616"/>
                      <a:pt x="218" y="688"/>
                    </a:cubicBezTo>
                    <a:cubicBezTo>
                      <a:pt x="182" y="797"/>
                      <a:pt x="110" y="906"/>
                      <a:pt x="73" y="1014"/>
                    </a:cubicBezTo>
                    <a:cubicBezTo>
                      <a:pt x="37" y="1087"/>
                      <a:pt x="37" y="1195"/>
                      <a:pt x="37" y="1268"/>
                    </a:cubicBezTo>
                    <a:cubicBezTo>
                      <a:pt x="1" y="1377"/>
                      <a:pt x="1" y="1521"/>
                      <a:pt x="37" y="1630"/>
                    </a:cubicBezTo>
                    <a:cubicBezTo>
                      <a:pt x="37" y="1703"/>
                      <a:pt x="110" y="1775"/>
                      <a:pt x="182" y="1775"/>
                    </a:cubicBezTo>
                    <a:cubicBezTo>
                      <a:pt x="218" y="1793"/>
                      <a:pt x="263" y="1802"/>
                      <a:pt x="309" y="1802"/>
                    </a:cubicBezTo>
                    <a:cubicBezTo>
                      <a:pt x="354" y="1802"/>
                      <a:pt x="399" y="1793"/>
                      <a:pt x="436" y="1775"/>
                    </a:cubicBezTo>
                    <a:cubicBezTo>
                      <a:pt x="544" y="1775"/>
                      <a:pt x="653" y="1703"/>
                      <a:pt x="762" y="1630"/>
                    </a:cubicBezTo>
                    <a:cubicBezTo>
                      <a:pt x="870" y="1558"/>
                      <a:pt x="943" y="1485"/>
                      <a:pt x="1015" y="1377"/>
                    </a:cubicBezTo>
                    <a:cubicBezTo>
                      <a:pt x="1051" y="1304"/>
                      <a:pt x="1088" y="1268"/>
                      <a:pt x="1124" y="1195"/>
                    </a:cubicBezTo>
                    <a:cubicBezTo>
                      <a:pt x="1160" y="1123"/>
                      <a:pt x="1160" y="1087"/>
                      <a:pt x="1196" y="1014"/>
                    </a:cubicBezTo>
                    <a:lnTo>
                      <a:pt x="1232" y="906"/>
                    </a:lnTo>
                    <a:cubicBezTo>
                      <a:pt x="1232" y="833"/>
                      <a:pt x="1269" y="725"/>
                      <a:pt x="1269" y="616"/>
                    </a:cubicBezTo>
                    <a:lnTo>
                      <a:pt x="1269" y="761"/>
                    </a:lnTo>
                    <a:cubicBezTo>
                      <a:pt x="1269" y="652"/>
                      <a:pt x="1305" y="544"/>
                      <a:pt x="1305" y="435"/>
                    </a:cubicBezTo>
                    <a:lnTo>
                      <a:pt x="1305" y="362"/>
                    </a:lnTo>
                    <a:cubicBezTo>
                      <a:pt x="1305" y="313"/>
                      <a:pt x="1288" y="247"/>
                      <a:pt x="1266" y="187"/>
                    </a:cubicBezTo>
                    <a:lnTo>
                      <a:pt x="1266" y="187"/>
                    </a:lnTo>
                    <a:cubicBezTo>
                      <a:pt x="1248" y="89"/>
                      <a:pt x="1150" y="0"/>
                      <a:pt x="1051"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1293;p31">
                <a:extLst>
                  <a:ext uri="{FF2B5EF4-FFF2-40B4-BE49-F238E27FC236}">
                    <a16:creationId xmlns:a16="http://schemas.microsoft.com/office/drawing/2014/main" id="{4AC96004-A589-8E73-135A-9AB19F668EE1}"/>
                  </a:ext>
                </a:extLst>
              </p:cNvPr>
              <p:cNvSpPr/>
              <p:nvPr/>
            </p:nvSpPr>
            <p:spPr>
              <a:xfrm>
                <a:off x="4076854" y="1371614"/>
                <a:ext cx="35345" cy="34486"/>
              </a:xfrm>
              <a:custGeom>
                <a:avLst/>
                <a:gdLst/>
                <a:ahLst/>
                <a:cxnLst/>
                <a:rect l="l" t="t" r="r" b="b"/>
                <a:pathLst>
                  <a:path w="1523" h="1486" extrusionOk="0">
                    <a:moveTo>
                      <a:pt x="689" y="1341"/>
                    </a:moveTo>
                    <a:lnTo>
                      <a:pt x="615" y="1368"/>
                    </a:lnTo>
                    <a:lnTo>
                      <a:pt x="615" y="1368"/>
                    </a:lnTo>
                    <a:cubicBezTo>
                      <a:pt x="628" y="1359"/>
                      <a:pt x="641" y="1350"/>
                      <a:pt x="653" y="1341"/>
                    </a:cubicBezTo>
                    <a:close/>
                    <a:moveTo>
                      <a:pt x="1269" y="1"/>
                    </a:moveTo>
                    <a:cubicBezTo>
                      <a:pt x="1051" y="1"/>
                      <a:pt x="834" y="73"/>
                      <a:pt x="653" y="254"/>
                    </a:cubicBezTo>
                    <a:cubicBezTo>
                      <a:pt x="581" y="327"/>
                      <a:pt x="472" y="399"/>
                      <a:pt x="399" y="472"/>
                    </a:cubicBezTo>
                    <a:cubicBezTo>
                      <a:pt x="255" y="617"/>
                      <a:pt x="146" y="761"/>
                      <a:pt x="73" y="906"/>
                    </a:cubicBezTo>
                    <a:cubicBezTo>
                      <a:pt x="37" y="979"/>
                      <a:pt x="1" y="1087"/>
                      <a:pt x="1" y="1196"/>
                    </a:cubicBezTo>
                    <a:cubicBezTo>
                      <a:pt x="1" y="1269"/>
                      <a:pt x="37" y="1341"/>
                      <a:pt x="73" y="1413"/>
                    </a:cubicBezTo>
                    <a:lnTo>
                      <a:pt x="70" y="1379"/>
                    </a:lnTo>
                    <a:lnTo>
                      <a:pt x="70" y="1379"/>
                    </a:lnTo>
                    <a:cubicBezTo>
                      <a:pt x="99" y="1413"/>
                      <a:pt x="137" y="1438"/>
                      <a:pt x="182" y="1450"/>
                    </a:cubicBezTo>
                    <a:cubicBezTo>
                      <a:pt x="223" y="1470"/>
                      <a:pt x="266" y="1479"/>
                      <a:pt x="310" y="1479"/>
                    </a:cubicBezTo>
                    <a:lnTo>
                      <a:pt x="310" y="1479"/>
                    </a:lnTo>
                    <a:lnTo>
                      <a:pt x="291" y="1486"/>
                    </a:lnTo>
                    <a:cubicBezTo>
                      <a:pt x="399" y="1486"/>
                      <a:pt x="472" y="1450"/>
                      <a:pt x="581" y="1413"/>
                    </a:cubicBezTo>
                    <a:cubicBezTo>
                      <a:pt x="617" y="1413"/>
                      <a:pt x="689" y="1377"/>
                      <a:pt x="725" y="1305"/>
                    </a:cubicBezTo>
                    <a:cubicBezTo>
                      <a:pt x="798" y="1269"/>
                      <a:pt x="870" y="1196"/>
                      <a:pt x="943" y="1160"/>
                    </a:cubicBezTo>
                    <a:lnTo>
                      <a:pt x="1160" y="906"/>
                    </a:lnTo>
                    <a:lnTo>
                      <a:pt x="1015" y="1051"/>
                    </a:lnTo>
                    <a:lnTo>
                      <a:pt x="1015" y="1051"/>
                    </a:lnTo>
                    <a:lnTo>
                      <a:pt x="1233" y="780"/>
                    </a:lnTo>
                    <a:lnTo>
                      <a:pt x="1269" y="725"/>
                    </a:lnTo>
                    <a:cubicBezTo>
                      <a:pt x="1273" y="723"/>
                      <a:pt x="1277" y="721"/>
                      <a:pt x="1282" y="718"/>
                    </a:cubicBezTo>
                    <a:lnTo>
                      <a:pt x="1282" y="718"/>
                    </a:lnTo>
                    <a:lnTo>
                      <a:pt x="1233" y="780"/>
                    </a:lnTo>
                    <a:lnTo>
                      <a:pt x="1196" y="834"/>
                    </a:lnTo>
                    <a:lnTo>
                      <a:pt x="1284" y="717"/>
                    </a:lnTo>
                    <a:lnTo>
                      <a:pt x="1284" y="717"/>
                    </a:lnTo>
                    <a:cubicBezTo>
                      <a:pt x="1283" y="717"/>
                      <a:pt x="1283" y="718"/>
                      <a:pt x="1282" y="718"/>
                    </a:cubicBezTo>
                    <a:lnTo>
                      <a:pt x="1282" y="718"/>
                    </a:lnTo>
                    <a:lnTo>
                      <a:pt x="1305" y="689"/>
                    </a:lnTo>
                    <a:lnTo>
                      <a:pt x="1305" y="689"/>
                    </a:lnTo>
                    <a:lnTo>
                      <a:pt x="1284" y="717"/>
                    </a:lnTo>
                    <a:lnTo>
                      <a:pt x="1284" y="717"/>
                    </a:lnTo>
                    <a:cubicBezTo>
                      <a:pt x="1347" y="678"/>
                      <a:pt x="1380" y="611"/>
                      <a:pt x="1414" y="544"/>
                    </a:cubicBezTo>
                    <a:cubicBezTo>
                      <a:pt x="1450" y="472"/>
                      <a:pt x="1486" y="399"/>
                      <a:pt x="1486" y="327"/>
                    </a:cubicBezTo>
                    <a:cubicBezTo>
                      <a:pt x="1522" y="254"/>
                      <a:pt x="1486" y="146"/>
                      <a:pt x="1450" y="109"/>
                    </a:cubicBezTo>
                    <a:cubicBezTo>
                      <a:pt x="1450" y="73"/>
                      <a:pt x="1450" y="37"/>
                      <a:pt x="1414" y="37"/>
                    </a:cubicBezTo>
                    <a:cubicBezTo>
                      <a:pt x="1377" y="1"/>
                      <a:pt x="1341" y="1"/>
                      <a:pt x="1305"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1294;p31">
                <a:extLst>
                  <a:ext uri="{FF2B5EF4-FFF2-40B4-BE49-F238E27FC236}">
                    <a16:creationId xmlns:a16="http://schemas.microsoft.com/office/drawing/2014/main" id="{216C1184-DCD1-5862-5E7F-4DED31EAE39A}"/>
                  </a:ext>
                </a:extLst>
              </p:cNvPr>
              <p:cNvSpPr/>
              <p:nvPr/>
            </p:nvSpPr>
            <p:spPr>
              <a:xfrm>
                <a:off x="4091149" y="1452328"/>
                <a:ext cx="56348" cy="33976"/>
              </a:xfrm>
              <a:custGeom>
                <a:avLst/>
                <a:gdLst/>
                <a:ahLst/>
                <a:cxnLst/>
                <a:rect l="l" t="t" r="r" b="b"/>
                <a:pathLst>
                  <a:path w="2428" h="1464" extrusionOk="0">
                    <a:moveTo>
                      <a:pt x="1558" y="0"/>
                    </a:moveTo>
                    <a:cubicBezTo>
                      <a:pt x="1413" y="0"/>
                      <a:pt x="1269" y="36"/>
                      <a:pt x="1160" y="36"/>
                    </a:cubicBezTo>
                    <a:cubicBezTo>
                      <a:pt x="943" y="72"/>
                      <a:pt x="725" y="181"/>
                      <a:pt x="580" y="290"/>
                    </a:cubicBezTo>
                    <a:cubicBezTo>
                      <a:pt x="327" y="435"/>
                      <a:pt x="182" y="688"/>
                      <a:pt x="73" y="942"/>
                    </a:cubicBezTo>
                    <a:cubicBezTo>
                      <a:pt x="1" y="1123"/>
                      <a:pt x="109" y="1340"/>
                      <a:pt x="291" y="1449"/>
                    </a:cubicBezTo>
                    <a:cubicBezTo>
                      <a:pt x="358" y="1459"/>
                      <a:pt x="426" y="1463"/>
                      <a:pt x="494" y="1463"/>
                    </a:cubicBezTo>
                    <a:cubicBezTo>
                      <a:pt x="680" y="1463"/>
                      <a:pt x="866" y="1429"/>
                      <a:pt x="1051" y="1376"/>
                    </a:cubicBezTo>
                    <a:cubicBezTo>
                      <a:pt x="1124" y="1340"/>
                      <a:pt x="1232" y="1340"/>
                      <a:pt x="1305" y="1304"/>
                    </a:cubicBezTo>
                    <a:cubicBezTo>
                      <a:pt x="1413" y="1268"/>
                      <a:pt x="1486" y="1232"/>
                      <a:pt x="1594" y="1195"/>
                    </a:cubicBezTo>
                    <a:cubicBezTo>
                      <a:pt x="1642" y="1171"/>
                      <a:pt x="1706" y="1148"/>
                      <a:pt x="1764" y="1113"/>
                    </a:cubicBezTo>
                    <a:lnTo>
                      <a:pt x="1764" y="1113"/>
                    </a:lnTo>
                    <a:lnTo>
                      <a:pt x="1703" y="1159"/>
                    </a:lnTo>
                    <a:cubicBezTo>
                      <a:pt x="1768" y="1127"/>
                      <a:pt x="1861" y="1066"/>
                      <a:pt x="1958" y="1027"/>
                    </a:cubicBezTo>
                    <a:lnTo>
                      <a:pt x="1958" y="1027"/>
                    </a:lnTo>
                    <a:cubicBezTo>
                      <a:pt x="1967" y="1024"/>
                      <a:pt x="1978" y="1020"/>
                      <a:pt x="1993" y="1014"/>
                    </a:cubicBezTo>
                    <a:lnTo>
                      <a:pt x="1993" y="1014"/>
                    </a:lnTo>
                    <a:cubicBezTo>
                      <a:pt x="1993" y="1014"/>
                      <a:pt x="1993" y="1014"/>
                      <a:pt x="1993" y="1014"/>
                    </a:cubicBezTo>
                    <a:cubicBezTo>
                      <a:pt x="2033" y="974"/>
                      <a:pt x="2073" y="939"/>
                      <a:pt x="2111" y="906"/>
                    </a:cubicBezTo>
                    <a:lnTo>
                      <a:pt x="2138" y="906"/>
                    </a:lnTo>
                    <a:cubicBezTo>
                      <a:pt x="2246" y="833"/>
                      <a:pt x="2319" y="724"/>
                      <a:pt x="2355" y="580"/>
                    </a:cubicBezTo>
                    <a:cubicBezTo>
                      <a:pt x="2391" y="507"/>
                      <a:pt x="2428" y="362"/>
                      <a:pt x="2355" y="290"/>
                    </a:cubicBezTo>
                    <a:lnTo>
                      <a:pt x="2355" y="254"/>
                    </a:lnTo>
                    <a:cubicBezTo>
                      <a:pt x="2375" y="263"/>
                      <a:pt x="2386" y="268"/>
                      <a:pt x="2392" y="268"/>
                    </a:cubicBezTo>
                    <a:cubicBezTo>
                      <a:pt x="2408" y="268"/>
                      <a:pt x="2382" y="234"/>
                      <a:pt x="2355" y="181"/>
                    </a:cubicBezTo>
                    <a:lnTo>
                      <a:pt x="2300" y="163"/>
                    </a:lnTo>
                    <a:lnTo>
                      <a:pt x="2300" y="163"/>
                    </a:lnTo>
                    <a:cubicBezTo>
                      <a:pt x="2252" y="119"/>
                      <a:pt x="2205" y="92"/>
                      <a:pt x="2157" y="80"/>
                    </a:cubicBezTo>
                    <a:lnTo>
                      <a:pt x="2157" y="80"/>
                    </a:lnTo>
                    <a:cubicBezTo>
                      <a:pt x="2115" y="55"/>
                      <a:pt x="2082" y="36"/>
                      <a:pt x="2029" y="36"/>
                    </a:cubicBezTo>
                    <a:cubicBezTo>
                      <a:pt x="1957" y="0"/>
                      <a:pt x="1848" y="0"/>
                      <a:pt x="1776"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1" name="Google Shape;1295;p31">
              <a:extLst>
                <a:ext uri="{FF2B5EF4-FFF2-40B4-BE49-F238E27FC236}">
                  <a16:creationId xmlns:a16="http://schemas.microsoft.com/office/drawing/2014/main" id="{8DBCAAED-9C3D-EB93-142D-6491EBB7CDAC}"/>
                </a:ext>
              </a:extLst>
            </p:cNvPr>
            <p:cNvGrpSpPr/>
            <p:nvPr/>
          </p:nvGrpSpPr>
          <p:grpSpPr>
            <a:xfrm>
              <a:off x="2023815" y="2895070"/>
              <a:ext cx="178233" cy="163427"/>
              <a:chOff x="3771182" y="3166373"/>
              <a:chExt cx="178233" cy="163427"/>
            </a:xfrm>
          </p:grpSpPr>
          <p:sp>
            <p:nvSpPr>
              <p:cNvPr id="24" name="Google Shape;1296;p31">
                <a:extLst>
                  <a:ext uri="{FF2B5EF4-FFF2-40B4-BE49-F238E27FC236}">
                    <a16:creationId xmlns:a16="http://schemas.microsoft.com/office/drawing/2014/main" id="{99A1FD3C-DEDC-25B1-FE9B-6570C5F6D5C8}"/>
                  </a:ext>
                </a:extLst>
              </p:cNvPr>
              <p:cNvSpPr/>
              <p:nvPr/>
            </p:nvSpPr>
            <p:spPr>
              <a:xfrm>
                <a:off x="3780001" y="3180506"/>
                <a:ext cx="169415" cy="137435"/>
              </a:xfrm>
              <a:custGeom>
                <a:avLst/>
                <a:gdLst/>
                <a:ahLst/>
                <a:cxnLst/>
                <a:rect l="l" t="t" r="r" b="b"/>
                <a:pathLst>
                  <a:path w="7300" h="5922" extrusionOk="0">
                    <a:moveTo>
                      <a:pt x="3228" y="1"/>
                    </a:moveTo>
                    <a:cubicBezTo>
                      <a:pt x="2123" y="1"/>
                      <a:pt x="1136" y="552"/>
                      <a:pt x="629" y="1491"/>
                    </a:cubicBezTo>
                    <a:lnTo>
                      <a:pt x="629" y="1491"/>
                    </a:lnTo>
                    <a:cubicBezTo>
                      <a:pt x="1" y="2441"/>
                      <a:pt x="103" y="3729"/>
                      <a:pt x="703" y="4671"/>
                    </a:cubicBezTo>
                    <a:lnTo>
                      <a:pt x="703" y="4671"/>
                    </a:lnTo>
                    <a:cubicBezTo>
                      <a:pt x="872" y="4969"/>
                      <a:pt x="1090" y="5222"/>
                      <a:pt x="1355" y="5394"/>
                    </a:cubicBezTo>
                    <a:lnTo>
                      <a:pt x="1355" y="5394"/>
                    </a:lnTo>
                    <a:cubicBezTo>
                      <a:pt x="1774" y="5721"/>
                      <a:pt x="2291" y="5922"/>
                      <a:pt x="2882" y="5922"/>
                    </a:cubicBezTo>
                    <a:cubicBezTo>
                      <a:pt x="2930" y="5922"/>
                      <a:pt x="2977" y="5921"/>
                      <a:pt x="3025" y="5918"/>
                    </a:cubicBezTo>
                    <a:cubicBezTo>
                      <a:pt x="5814" y="5773"/>
                      <a:pt x="7299" y="1499"/>
                      <a:pt x="4474" y="231"/>
                    </a:cubicBezTo>
                    <a:cubicBezTo>
                      <a:pt x="4055" y="75"/>
                      <a:pt x="3634" y="1"/>
                      <a:pt x="3228" y="1"/>
                    </a:cubicBezTo>
                    <a:close/>
                  </a:path>
                </a:pathLst>
              </a:custGeom>
              <a:solidFill>
                <a:srgbClr val="F8961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1297;p31">
                <a:extLst>
                  <a:ext uri="{FF2B5EF4-FFF2-40B4-BE49-F238E27FC236}">
                    <a16:creationId xmlns:a16="http://schemas.microsoft.com/office/drawing/2014/main" id="{D60DBB90-D8B9-C7D6-7E25-17F49AF5C5D8}"/>
                  </a:ext>
                </a:extLst>
              </p:cNvPr>
              <p:cNvSpPr/>
              <p:nvPr/>
            </p:nvSpPr>
            <p:spPr>
              <a:xfrm>
                <a:off x="3771182" y="3166373"/>
                <a:ext cx="164773" cy="163427"/>
              </a:xfrm>
              <a:custGeom>
                <a:avLst/>
                <a:gdLst/>
                <a:ahLst/>
                <a:cxnLst/>
                <a:rect l="l" t="t" r="r" b="b"/>
                <a:pathLst>
                  <a:path w="7100" h="7042" extrusionOk="0">
                    <a:moveTo>
                      <a:pt x="1853" y="1471"/>
                    </a:moveTo>
                    <a:lnTo>
                      <a:pt x="1853" y="1471"/>
                    </a:lnTo>
                    <a:cubicBezTo>
                      <a:pt x="1856" y="1471"/>
                      <a:pt x="1834" y="1506"/>
                      <a:pt x="1812" y="1528"/>
                    </a:cubicBezTo>
                    <a:cubicBezTo>
                      <a:pt x="1840" y="1486"/>
                      <a:pt x="1852" y="1471"/>
                      <a:pt x="1853" y="1471"/>
                    </a:cubicBezTo>
                    <a:close/>
                    <a:moveTo>
                      <a:pt x="5441" y="4833"/>
                    </a:moveTo>
                    <a:cubicBezTo>
                      <a:pt x="5439" y="4833"/>
                      <a:pt x="5430" y="4853"/>
                      <a:pt x="5419" y="4875"/>
                    </a:cubicBezTo>
                    <a:lnTo>
                      <a:pt x="5419" y="4875"/>
                    </a:lnTo>
                    <a:lnTo>
                      <a:pt x="5434" y="4861"/>
                    </a:lnTo>
                    <a:cubicBezTo>
                      <a:pt x="5440" y="4841"/>
                      <a:pt x="5442" y="4833"/>
                      <a:pt x="5441" y="4833"/>
                    </a:cubicBezTo>
                    <a:close/>
                    <a:moveTo>
                      <a:pt x="3423" y="1139"/>
                    </a:moveTo>
                    <a:cubicBezTo>
                      <a:pt x="3478" y="1139"/>
                      <a:pt x="3532" y="1148"/>
                      <a:pt x="3586" y="1166"/>
                    </a:cubicBezTo>
                    <a:lnTo>
                      <a:pt x="3876" y="1166"/>
                    </a:lnTo>
                    <a:cubicBezTo>
                      <a:pt x="4130" y="1202"/>
                      <a:pt x="4383" y="1275"/>
                      <a:pt x="4601" y="1384"/>
                    </a:cubicBezTo>
                    <a:lnTo>
                      <a:pt x="4709" y="1456"/>
                    </a:lnTo>
                    <a:cubicBezTo>
                      <a:pt x="4709" y="1456"/>
                      <a:pt x="4811" y="1517"/>
                      <a:pt x="4816" y="1517"/>
                    </a:cubicBezTo>
                    <a:cubicBezTo>
                      <a:pt x="4818" y="1517"/>
                      <a:pt x="4809" y="1510"/>
                      <a:pt x="4782" y="1492"/>
                    </a:cubicBezTo>
                    <a:lnTo>
                      <a:pt x="4782" y="1492"/>
                    </a:lnTo>
                    <a:cubicBezTo>
                      <a:pt x="4854" y="1528"/>
                      <a:pt x="4927" y="1601"/>
                      <a:pt x="4999" y="1673"/>
                    </a:cubicBezTo>
                    <a:cubicBezTo>
                      <a:pt x="5144" y="1782"/>
                      <a:pt x="5289" y="1891"/>
                      <a:pt x="5398" y="2036"/>
                    </a:cubicBezTo>
                    <a:cubicBezTo>
                      <a:pt x="5434" y="2072"/>
                      <a:pt x="5434" y="2108"/>
                      <a:pt x="5470" y="2144"/>
                    </a:cubicBezTo>
                    <a:lnTo>
                      <a:pt x="5506" y="2217"/>
                    </a:lnTo>
                    <a:cubicBezTo>
                      <a:pt x="5542" y="2289"/>
                      <a:pt x="5579" y="2362"/>
                      <a:pt x="5615" y="2434"/>
                    </a:cubicBezTo>
                    <a:cubicBezTo>
                      <a:pt x="5687" y="2579"/>
                      <a:pt x="5724" y="2760"/>
                      <a:pt x="5760" y="2941"/>
                    </a:cubicBezTo>
                    <a:cubicBezTo>
                      <a:pt x="5760" y="2966"/>
                      <a:pt x="5793" y="3040"/>
                      <a:pt x="5792" y="3040"/>
                    </a:cubicBezTo>
                    <a:cubicBezTo>
                      <a:pt x="5791" y="3040"/>
                      <a:pt x="5783" y="3024"/>
                      <a:pt x="5760" y="2977"/>
                    </a:cubicBezTo>
                    <a:cubicBezTo>
                      <a:pt x="5760" y="3013"/>
                      <a:pt x="5760" y="3050"/>
                      <a:pt x="5760" y="3086"/>
                    </a:cubicBezTo>
                    <a:cubicBezTo>
                      <a:pt x="5760" y="3195"/>
                      <a:pt x="5760" y="3267"/>
                      <a:pt x="5796" y="3376"/>
                    </a:cubicBezTo>
                    <a:cubicBezTo>
                      <a:pt x="5796" y="3448"/>
                      <a:pt x="5796" y="3521"/>
                      <a:pt x="5796" y="3629"/>
                    </a:cubicBezTo>
                    <a:cubicBezTo>
                      <a:pt x="5796" y="3629"/>
                      <a:pt x="5796" y="3702"/>
                      <a:pt x="5796" y="3738"/>
                    </a:cubicBezTo>
                    <a:lnTo>
                      <a:pt x="5796" y="3810"/>
                    </a:lnTo>
                    <a:cubicBezTo>
                      <a:pt x="5760" y="3955"/>
                      <a:pt x="5724" y="4136"/>
                      <a:pt x="5651" y="4317"/>
                    </a:cubicBezTo>
                    <a:cubicBezTo>
                      <a:pt x="5651" y="4346"/>
                      <a:pt x="5651" y="4374"/>
                      <a:pt x="5634" y="4403"/>
                    </a:cubicBezTo>
                    <a:lnTo>
                      <a:pt x="5634" y="4403"/>
                    </a:lnTo>
                    <a:cubicBezTo>
                      <a:pt x="5643" y="4381"/>
                      <a:pt x="5651" y="4355"/>
                      <a:pt x="5645" y="4355"/>
                    </a:cubicBezTo>
                    <a:cubicBezTo>
                      <a:pt x="5641" y="4355"/>
                      <a:pt x="5632" y="4364"/>
                      <a:pt x="5615" y="4390"/>
                    </a:cubicBezTo>
                    <a:lnTo>
                      <a:pt x="5615" y="4426"/>
                    </a:lnTo>
                    <a:cubicBezTo>
                      <a:pt x="5579" y="4535"/>
                      <a:pt x="5542" y="4607"/>
                      <a:pt x="5506" y="4716"/>
                    </a:cubicBezTo>
                    <a:lnTo>
                      <a:pt x="5398" y="4933"/>
                    </a:lnTo>
                    <a:cubicBezTo>
                      <a:pt x="5393" y="4943"/>
                      <a:pt x="5391" y="4946"/>
                      <a:pt x="5390" y="4946"/>
                    </a:cubicBezTo>
                    <a:cubicBezTo>
                      <a:pt x="5389" y="4946"/>
                      <a:pt x="5405" y="4907"/>
                      <a:pt x="5419" y="4875"/>
                    </a:cubicBezTo>
                    <a:lnTo>
                      <a:pt x="5419" y="4875"/>
                    </a:lnTo>
                    <a:lnTo>
                      <a:pt x="5398" y="4897"/>
                    </a:lnTo>
                    <a:lnTo>
                      <a:pt x="5325" y="5042"/>
                    </a:lnTo>
                    <a:cubicBezTo>
                      <a:pt x="5283" y="5084"/>
                      <a:pt x="5252" y="5127"/>
                      <a:pt x="5220" y="5170"/>
                    </a:cubicBezTo>
                    <a:lnTo>
                      <a:pt x="5220" y="5170"/>
                    </a:lnTo>
                    <a:cubicBezTo>
                      <a:pt x="5220" y="5170"/>
                      <a:pt x="5221" y="5169"/>
                      <a:pt x="5221" y="5169"/>
                    </a:cubicBezTo>
                    <a:cubicBezTo>
                      <a:pt x="5224" y="5169"/>
                      <a:pt x="5223" y="5174"/>
                      <a:pt x="5216" y="5187"/>
                    </a:cubicBezTo>
                    <a:lnTo>
                      <a:pt x="5201" y="5194"/>
                    </a:lnTo>
                    <a:lnTo>
                      <a:pt x="5201" y="5194"/>
                    </a:lnTo>
                    <a:cubicBezTo>
                      <a:pt x="5208" y="5186"/>
                      <a:pt x="5214" y="5178"/>
                      <a:pt x="5220" y="5170"/>
                    </a:cubicBezTo>
                    <a:lnTo>
                      <a:pt x="5220" y="5170"/>
                    </a:lnTo>
                    <a:cubicBezTo>
                      <a:pt x="5215" y="5171"/>
                      <a:pt x="5202" y="5185"/>
                      <a:pt x="5187" y="5201"/>
                    </a:cubicBezTo>
                    <a:lnTo>
                      <a:pt x="5187" y="5201"/>
                    </a:lnTo>
                    <a:lnTo>
                      <a:pt x="5201" y="5194"/>
                    </a:lnTo>
                    <a:lnTo>
                      <a:pt x="5201" y="5194"/>
                    </a:lnTo>
                    <a:cubicBezTo>
                      <a:pt x="5184" y="5216"/>
                      <a:pt x="5166" y="5238"/>
                      <a:pt x="5144" y="5259"/>
                    </a:cubicBezTo>
                    <a:cubicBezTo>
                      <a:pt x="5141" y="5263"/>
                      <a:pt x="5139" y="5264"/>
                      <a:pt x="5138" y="5264"/>
                    </a:cubicBezTo>
                    <a:cubicBezTo>
                      <a:pt x="5136" y="5264"/>
                      <a:pt x="5163" y="5229"/>
                      <a:pt x="5187" y="5201"/>
                    </a:cubicBezTo>
                    <a:lnTo>
                      <a:pt x="5187" y="5201"/>
                    </a:lnTo>
                    <a:lnTo>
                      <a:pt x="5144" y="5223"/>
                    </a:lnTo>
                    <a:lnTo>
                      <a:pt x="5072" y="5332"/>
                    </a:lnTo>
                    <a:lnTo>
                      <a:pt x="4963" y="5440"/>
                    </a:lnTo>
                    <a:cubicBezTo>
                      <a:pt x="4963" y="5440"/>
                      <a:pt x="4854" y="5513"/>
                      <a:pt x="4854" y="5513"/>
                    </a:cubicBezTo>
                    <a:lnTo>
                      <a:pt x="4927" y="5477"/>
                    </a:lnTo>
                    <a:lnTo>
                      <a:pt x="4890" y="5513"/>
                    </a:lnTo>
                    <a:lnTo>
                      <a:pt x="4746" y="5585"/>
                    </a:lnTo>
                    <a:lnTo>
                      <a:pt x="4637" y="5658"/>
                    </a:lnTo>
                    <a:lnTo>
                      <a:pt x="4601" y="5694"/>
                    </a:lnTo>
                    <a:cubicBezTo>
                      <a:pt x="4578" y="5709"/>
                      <a:pt x="4570" y="5714"/>
                      <a:pt x="4570" y="5714"/>
                    </a:cubicBezTo>
                    <a:cubicBezTo>
                      <a:pt x="4570" y="5714"/>
                      <a:pt x="4667" y="5652"/>
                      <a:pt x="4676" y="5652"/>
                    </a:cubicBezTo>
                    <a:cubicBezTo>
                      <a:pt x="4678" y="5652"/>
                      <a:pt x="4677" y="5654"/>
                      <a:pt x="4673" y="5658"/>
                    </a:cubicBezTo>
                    <a:lnTo>
                      <a:pt x="4420" y="5803"/>
                    </a:lnTo>
                    <a:lnTo>
                      <a:pt x="4275" y="5839"/>
                    </a:lnTo>
                    <a:cubicBezTo>
                      <a:pt x="4202" y="5875"/>
                      <a:pt x="4094" y="5911"/>
                      <a:pt x="3985" y="5947"/>
                    </a:cubicBezTo>
                    <a:lnTo>
                      <a:pt x="3079" y="5947"/>
                    </a:lnTo>
                    <a:cubicBezTo>
                      <a:pt x="2898" y="5911"/>
                      <a:pt x="2717" y="5839"/>
                      <a:pt x="2572" y="5766"/>
                    </a:cubicBezTo>
                    <a:cubicBezTo>
                      <a:pt x="2500" y="5730"/>
                      <a:pt x="2427" y="5694"/>
                      <a:pt x="2355" y="5658"/>
                    </a:cubicBezTo>
                    <a:lnTo>
                      <a:pt x="2355" y="5658"/>
                    </a:lnTo>
                    <a:cubicBezTo>
                      <a:pt x="2366" y="5663"/>
                      <a:pt x="2372" y="5665"/>
                      <a:pt x="2374" y="5665"/>
                    </a:cubicBezTo>
                    <a:cubicBezTo>
                      <a:pt x="2384" y="5665"/>
                      <a:pt x="2342" y="5632"/>
                      <a:pt x="2335" y="5632"/>
                    </a:cubicBezTo>
                    <a:cubicBezTo>
                      <a:pt x="2332" y="5632"/>
                      <a:pt x="2336" y="5639"/>
                      <a:pt x="2355" y="5658"/>
                    </a:cubicBezTo>
                    <a:lnTo>
                      <a:pt x="2283" y="5621"/>
                    </a:lnTo>
                    <a:lnTo>
                      <a:pt x="2174" y="5513"/>
                    </a:lnTo>
                    <a:cubicBezTo>
                      <a:pt x="2065" y="5404"/>
                      <a:pt x="1920" y="5295"/>
                      <a:pt x="1812" y="5151"/>
                    </a:cubicBezTo>
                    <a:cubicBezTo>
                      <a:pt x="1739" y="5114"/>
                      <a:pt x="1703" y="5042"/>
                      <a:pt x="1631" y="4969"/>
                    </a:cubicBezTo>
                    <a:lnTo>
                      <a:pt x="1558" y="4861"/>
                    </a:lnTo>
                    <a:lnTo>
                      <a:pt x="1558" y="4861"/>
                    </a:lnTo>
                    <a:cubicBezTo>
                      <a:pt x="1579" y="4871"/>
                      <a:pt x="1588" y="4876"/>
                      <a:pt x="1590" y="4876"/>
                    </a:cubicBezTo>
                    <a:cubicBezTo>
                      <a:pt x="1594" y="4876"/>
                      <a:pt x="1558" y="4850"/>
                      <a:pt x="1558" y="4825"/>
                    </a:cubicBezTo>
                    <a:cubicBezTo>
                      <a:pt x="1486" y="4680"/>
                      <a:pt x="1413" y="4499"/>
                      <a:pt x="1341" y="4354"/>
                    </a:cubicBezTo>
                    <a:cubicBezTo>
                      <a:pt x="1268" y="4173"/>
                      <a:pt x="1232" y="3991"/>
                      <a:pt x="1196" y="3847"/>
                    </a:cubicBezTo>
                    <a:lnTo>
                      <a:pt x="1196" y="3810"/>
                    </a:lnTo>
                    <a:cubicBezTo>
                      <a:pt x="1196" y="3738"/>
                      <a:pt x="1196" y="3702"/>
                      <a:pt x="1196" y="3665"/>
                    </a:cubicBezTo>
                    <a:lnTo>
                      <a:pt x="1196" y="3412"/>
                    </a:lnTo>
                    <a:cubicBezTo>
                      <a:pt x="1196" y="3303"/>
                      <a:pt x="1196" y="3231"/>
                      <a:pt x="1196" y="3158"/>
                    </a:cubicBezTo>
                    <a:lnTo>
                      <a:pt x="1196" y="3025"/>
                    </a:lnTo>
                    <a:cubicBezTo>
                      <a:pt x="1196" y="3025"/>
                      <a:pt x="1196" y="2983"/>
                      <a:pt x="1196" y="2941"/>
                    </a:cubicBezTo>
                    <a:cubicBezTo>
                      <a:pt x="1196" y="2869"/>
                      <a:pt x="1232" y="2796"/>
                      <a:pt x="1232" y="2724"/>
                    </a:cubicBezTo>
                    <a:cubicBezTo>
                      <a:pt x="1232" y="2651"/>
                      <a:pt x="1268" y="2615"/>
                      <a:pt x="1268" y="2615"/>
                    </a:cubicBezTo>
                    <a:lnTo>
                      <a:pt x="1268" y="2579"/>
                    </a:lnTo>
                    <a:cubicBezTo>
                      <a:pt x="1305" y="2506"/>
                      <a:pt x="1341" y="2434"/>
                      <a:pt x="1377" y="2362"/>
                    </a:cubicBezTo>
                    <a:cubicBezTo>
                      <a:pt x="1409" y="2297"/>
                      <a:pt x="1413" y="2261"/>
                      <a:pt x="1413" y="2229"/>
                    </a:cubicBezTo>
                    <a:lnTo>
                      <a:pt x="1413" y="2229"/>
                    </a:lnTo>
                    <a:lnTo>
                      <a:pt x="1486" y="2108"/>
                    </a:lnTo>
                    <a:cubicBezTo>
                      <a:pt x="1486" y="2081"/>
                      <a:pt x="1544" y="1996"/>
                      <a:pt x="1547" y="1996"/>
                    </a:cubicBezTo>
                    <a:lnTo>
                      <a:pt x="1547" y="1996"/>
                    </a:lnTo>
                    <a:cubicBezTo>
                      <a:pt x="1548" y="1996"/>
                      <a:pt x="1541" y="2007"/>
                      <a:pt x="1522" y="2036"/>
                    </a:cubicBezTo>
                    <a:lnTo>
                      <a:pt x="1594" y="1927"/>
                    </a:lnTo>
                    <a:cubicBezTo>
                      <a:pt x="1604" y="1917"/>
                      <a:pt x="1609" y="1913"/>
                      <a:pt x="1609" y="1913"/>
                    </a:cubicBezTo>
                    <a:lnTo>
                      <a:pt x="1609" y="1913"/>
                    </a:lnTo>
                    <a:cubicBezTo>
                      <a:pt x="1611" y="1913"/>
                      <a:pt x="1585" y="1946"/>
                      <a:pt x="1558" y="1999"/>
                    </a:cubicBezTo>
                    <a:cubicBezTo>
                      <a:pt x="1594" y="1963"/>
                      <a:pt x="1594" y="1927"/>
                      <a:pt x="1631" y="1891"/>
                    </a:cubicBezTo>
                    <a:cubicBezTo>
                      <a:pt x="1665" y="1839"/>
                      <a:pt x="1691" y="1787"/>
                      <a:pt x="1713" y="1735"/>
                    </a:cubicBezTo>
                    <a:lnTo>
                      <a:pt x="1713" y="1735"/>
                    </a:lnTo>
                    <a:lnTo>
                      <a:pt x="1812" y="1637"/>
                    </a:lnTo>
                    <a:cubicBezTo>
                      <a:pt x="1848" y="1601"/>
                      <a:pt x="1884" y="1565"/>
                      <a:pt x="1957" y="1528"/>
                    </a:cubicBezTo>
                    <a:lnTo>
                      <a:pt x="2065" y="1456"/>
                    </a:lnTo>
                    <a:lnTo>
                      <a:pt x="2065" y="1456"/>
                    </a:lnTo>
                    <a:lnTo>
                      <a:pt x="2101" y="1420"/>
                    </a:lnTo>
                    <a:cubicBezTo>
                      <a:pt x="2210" y="1384"/>
                      <a:pt x="2319" y="1347"/>
                      <a:pt x="2391" y="1311"/>
                    </a:cubicBezTo>
                    <a:cubicBezTo>
                      <a:pt x="2406" y="1301"/>
                      <a:pt x="2416" y="1294"/>
                      <a:pt x="2421" y="1289"/>
                    </a:cubicBezTo>
                    <a:lnTo>
                      <a:pt x="2421" y="1289"/>
                    </a:lnTo>
                    <a:cubicBezTo>
                      <a:pt x="2448" y="1275"/>
                      <a:pt x="2474" y="1275"/>
                      <a:pt x="2500" y="1275"/>
                    </a:cubicBezTo>
                    <a:lnTo>
                      <a:pt x="2645" y="1202"/>
                    </a:lnTo>
                    <a:cubicBezTo>
                      <a:pt x="2753" y="1202"/>
                      <a:pt x="2862" y="1166"/>
                      <a:pt x="2971" y="1166"/>
                    </a:cubicBezTo>
                    <a:lnTo>
                      <a:pt x="3260" y="1166"/>
                    </a:lnTo>
                    <a:cubicBezTo>
                      <a:pt x="3315" y="1148"/>
                      <a:pt x="3369" y="1139"/>
                      <a:pt x="3423" y="1139"/>
                    </a:cubicBezTo>
                    <a:close/>
                    <a:moveTo>
                      <a:pt x="3888" y="0"/>
                    </a:moveTo>
                    <a:cubicBezTo>
                      <a:pt x="2890" y="0"/>
                      <a:pt x="1933" y="399"/>
                      <a:pt x="1232" y="1130"/>
                    </a:cubicBezTo>
                    <a:cubicBezTo>
                      <a:pt x="951" y="1411"/>
                      <a:pt x="715" y="1738"/>
                      <a:pt x="544" y="2091"/>
                    </a:cubicBezTo>
                    <a:lnTo>
                      <a:pt x="544" y="2091"/>
                    </a:lnTo>
                    <a:cubicBezTo>
                      <a:pt x="338" y="2409"/>
                      <a:pt x="205" y="2771"/>
                      <a:pt x="145" y="3158"/>
                    </a:cubicBezTo>
                    <a:cubicBezTo>
                      <a:pt x="1" y="3991"/>
                      <a:pt x="145" y="4825"/>
                      <a:pt x="544" y="5549"/>
                    </a:cubicBezTo>
                    <a:cubicBezTo>
                      <a:pt x="979" y="6273"/>
                      <a:pt x="1667" y="6781"/>
                      <a:pt x="2464" y="6998"/>
                    </a:cubicBezTo>
                    <a:cubicBezTo>
                      <a:pt x="2650" y="7027"/>
                      <a:pt x="2839" y="7041"/>
                      <a:pt x="3029" y="7041"/>
                    </a:cubicBezTo>
                    <a:cubicBezTo>
                      <a:pt x="3797" y="7041"/>
                      <a:pt x="4570" y="6803"/>
                      <a:pt x="5180" y="6310"/>
                    </a:cubicBezTo>
                    <a:cubicBezTo>
                      <a:pt x="5977" y="5730"/>
                      <a:pt x="6520" y="4933"/>
                      <a:pt x="6810" y="3991"/>
                    </a:cubicBezTo>
                    <a:cubicBezTo>
                      <a:pt x="7100" y="3195"/>
                      <a:pt x="7064" y="2362"/>
                      <a:pt x="6702" y="1601"/>
                    </a:cubicBezTo>
                    <a:cubicBezTo>
                      <a:pt x="6557" y="1239"/>
                      <a:pt x="6267" y="913"/>
                      <a:pt x="5941" y="659"/>
                    </a:cubicBezTo>
                    <a:cubicBezTo>
                      <a:pt x="5506" y="333"/>
                      <a:pt x="4999" y="116"/>
                      <a:pt x="4456" y="43"/>
                    </a:cubicBezTo>
                    <a:cubicBezTo>
                      <a:pt x="4266" y="15"/>
                      <a:pt x="4077" y="0"/>
                      <a:pt x="3888"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2" name="Google Shape;1298;p31">
              <a:extLst>
                <a:ext uri="{FF2B5EF4-FFF2-40B4-BE49-F238E27FC236}">
                  <a16:creationId xmlns:a16="http://schemas.microsoft.com/office/drawing/2014/main" id="{344FF93D-D6A8-DF73-ECC3-18707A5E3B84}"/>
                </a:ext>
              </a:extLst>
            </p:cNvPr>
            <p:cNvSpPr txBox="1"/>
            <p:nvPr/>
          </p:nvSpPr>
          <p:spPr>
            <a:xfrm>
              <a:off x="1143386" y="3357894"/>
              <a:ext cx="1937400" cy="340500"/>
            </a:xfrm>
            <a:prstGeom prst="rect">
              <a:avLst/>
            </a:prstGeom>
            <a:no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2000" b="0" i="0" u="none" strike="noStrike" kern="0" cap="none" spc="0" normalizeH="0" baseline="0" noProof="0" dirty="0">
                  <a:ln>
                    <a:noFill/>
                  </a:ln>
                  <a:solidFill>
                    <a:srgbClr val="F8961E"/>
                  </a:solidFill>
                  <a:effectLst/>
                  <a:uLnTx/>
                  <a:uFillTx/>
                  <a:latin typeface="Fira Sans Extra Condensed Medium"/>
                  <a:ea typeface="Fira Sans Extra Condensed Medium"/>
                  <a:cs typeface="Fira Sans Extra Condensed Medium"/>
                  <a:sym typeface="Fira Sans Extra Condensed Medium"/>
                </a:rPr>
                <a:t>Abre Arduino en tu PC</a:t>
              </a:r>
              <a:endParaRPr kumimoji="0" sz="2000" b="0" i="0" u="none" strike="noStrike" kern="0" cap="none" spc="0" normalizeH="0" baseline="0" noProof="0" dirty="0">
                <a:ln>
                  <a:noFill/>
                </a:ln>
                <a:solidFill>
                  <a:srgbClr val="F8961E"/>
                </a:solidFill>
                <a:effectLst/>
                <a:uLnTx/>
                <a:uFillTx/>
                <a:latin typeface="Fira Sans Extra Condensed Medium"/>
                <a:ea typeface="Fira Sans Extra Condensed Medium"/>
                <a:cs typeface="Fira Sans Extra Condensed Medium"/>
                <a:sym typeface="Fira Sans Extra Condensed Medium"/>
              </a:endParaRPr>
            </a:p>
          </p:txBody>
        </p:sp>
      </p:grpSp>
      <p:grpSp>
        <p:nvGrpSpPr>
          <p:cNvPr id="41" name="Google Shape;1300;p31">
            <a:extLst>
              <a:ext uri="{FF2B5EF4-FFF2-40B4-BE49-F238E27FC236}">
                <a16:creationId xmlns:a16="http://schemas.microsoft.com/office/drawing/2014/main" id="{313ED8D0-5112-E273-9DAD-E1C36BBB9A25}"/>
              </a:ext>
            </a:extLst>
          </p:cNvPr>
          <p:cNvGrpSpPr/>
          <p:nvPr/>
        </p:nvGrpSpPr>
        <p:grpSpPr>
          <a:xfrm>
            <a:off x="4246797" y="627860"/>
            <a:ext cx="1937400" cy="2515767"/>
            <a:chOff x="4430000" y="1182627"/>
            <a:chExt cx="1937400" cy="2515767"/>
          </a:xfrm>
        </p:grpSpPr>
        <p:grpSp>
          <p:nvGrpSpPr>
            <p:cNvPr id="42" name="Google Shape;1301;p31">
              <a:extLst>
                <a:ext uri="{FF2B5EF4-FFF2-40B4-BE49-F238E27FC236}">
                  <a16:creationId xmlns:a16="http://schemas.microsoft.com/office/drawing/2014/main" id="{B188E64C-B820-1F48-AEB2-D854DE3237D8}"/>
                </a:ext>
              </a:extLst>
            </p:cNvPr>
            <p:cNvGrpSpPr/>
            <p:nvPr/>
          </p:nvGrpSpPr>
          <p:grpSpPr>
            <a:xfrm>
              <a:off x="5256621" y="1398741"/>
              <a:ext cx="284149" cy="405202"/>
              <a:chOff x="5895891" y="1326221"/>
              <a:chExt cx="284149" cy="405202"/>
            </a:xfrm>
          </p:grpSpPr>
          <p:sp>
            <p:nvSpPr>
              <p:cNvPr id="59" name="Google Shape;1302;p31">
                <a:extLst>
                  <a:ext uri="{FF2B5EF4-FFF2-40B4-BE49-F238E27FC236}">
                    <a16:creationId xmlns:a16="http://schemas.microsoft.com/office/drawing/2014/main" id="{6E28FAB8-28EF-98BC-6ED4-61B0B32FDBA8}"/>
                  </a:ext>
                </a:extLst>
              </p:cNvPr>
              <p:cNvSpPr/>
              <p:nvPr/>
            </p:nvSpPr>
            <p:spPr>
              <a:xfrm>
                <a:off x="5895891" y="1435503"/>
                <a:ext cx="89975" cy="295083"/>
              </a:xfrm>
              <a:custGeom>
                <a:avLst/>
                <a:gdLst/>
                <a:ahLst/>
                <a:cxnLst/>
                <a:rect l="l" t="t" r="r" b="b"/>
                <a:pathLst>
                  <a:path w="3877" h="12715" extrusionOk="0">
                    <a:moveTo>
                      <a:pt x="3257" y="725"/>
                    </a:moveTo>
                    <a:cubicBezTo>
                      <a:pt x="3253" y="795"/>
                      <a:pt x="3244" y="863"/>
                      <a:pt x="3225" y="942"/>
                    </a:cubicBezTo>
                    <a:cubicBezTo>
                      <a:pt x="3152" y="1015"/>
                      <a:pt x="3152" y="1087"/>
                      <a:pt x="3116" y="1196"/>
                    </a:cubicBezTo>
                    <a:cubicBezTo>
                      <a:pt x="3080" y="1413"/>
                      <a:pt x="3044" y="1594"/>
                      <a:pt x="3044" y="1812"/>
                    </a:cubicBezTo>
                    <a:lnTo>
                      <a:pt x="2935" y="3043"/>
                    </a:lnTo>
                    <a:cubicBezTo>
                      <a:pt x="2862" y="3840"/>
                      <a:pt x="2826" y="4637"/>
                      <a:pt x="2826" y="5434"/>
                    </a:cubicBezTo>
                    <a:cubicBezTo>
                      <a:pt x="2754" y="6955"/>
                      <a:pt x="2826" y="8513"/>
                      <a:pt x="2826" y="10034"/>
                    </a:cubicBezTo>
                    <a:lnTo>
                      <a:pt x="2826" y="11628"/>
                    </a:lnTo>
                    <a:lnTo>
                      <a:pt x="1196" y="11628"/>
                    </a:lnTo>
                    <a:cubicBezTo>
                      <a:pt x="1194" y="8718"/>
                      <a:pt x="1160" y="5807"/>
                      <a:pt x="1160" y="2862"/>
                    </a:cubicBezTo>
                    <a:cubicBezTo>
                      <a:pt x="1160" y="2270"/>
                      <a:pt x="1160" y="1679"/>
                      <a:pt x="1171" y="1087"/>
                    </a:cubicBezTo>
                    <a:lnTo>
                      <a:pt x="1884" y="1087"/>
                    </a:lnTo>
                    <a:cubicBezTo>
                      <a:pt x="2029" y="1051"/>
                      <a:pt x="2174" y="1015"/>
                      <a:pt x="2319" y="979"/>
                    </a:cubicBezTo>
                    <a:cubicBezTo>
                      <a:pt x="2450" y="952"/>
                      <a:pt x="2580" y="926"/>
                      <a:pt x="2697" y="873"/>
                    </a:cubicBezTo>
                    <a:lnTo>
                      <a:pt x="2697" y="873"/>
                    </a:lnTo>
                    <a:cubicBezTo>
                      <a:pt x="2794" y="852"/>
                      <a:pt x="2890" y="828"/>
                      <a:pt x="2986" y="796"/>
                    </a:cubicBezTo>
                    <a:lnTo>
                      <a:pt x="2986" y="796"/>
                    </a:lnTo>
                    <a:cubicBezTo>
                      <a:pt x="3079" y="789"/>
                      <a:pt x="3171" y="764"/>
                      <a:pt x="3257" y="725"/>
                    </a:cubicBezTo>
                    <a:close/>
                    <a:moveTo>
                      <a:pt x="906" y="1"/>
                    </a:moveTo>
                    <a:cubicBezTo>
                      <a:pt x="472" y="37"/>
                      <a:pt x="146" y="363"/>
                      <a:pt x="73" y="761"/>
                    </a:cubicBezTo>
                    <a:cubicBezTo>
                      <a:pt x="1" y="3840"/>
                      <a:pt x="37" y="6919"/>
                      <a:pt x="73" y="9998"/>
                    </a:cubicBezTo>
                    <a:lnTo>
                      <a:pt x="73" y="12424"/>
                    </a:lnTo>
                    <a:cubicBezTo>
                      <a:pt x="73" y="12569"/>
                      <a:pt x="182" y="12714"/>
                      <a:pt x="363" y="12714"/>
                    </a:cubicBezTo>
                    <a:lnTo>
                      <a:pt x="3080" y="12714"/>
                    </a:lnTo>
                    <a:cubicBezTo>
                      <a:pt x="3514" y="12678"/>
                      <a:pt x="3840" y="12316"/>
                      <a:pt x="3877" y="11881"/>
                    </a:cubicBezTo>
                    <a:cubicBezTo>
                      <a:pt x="3877" y="10432"/>
                      <a:pt x="3877" y="8947"/>
                      <a:pt x="3877" y="7498"/>
                    </a:cubicBezTo>
                    <a:cubicBezTo>
                      <a:pt x="3877" y="5977"/>
                      <a:pt x="3877" y="4420"/>
                      <a:pt x="3732" y="2898"/>
                    </a:cubicBezTo>
                    <a:cubicBezTo>
                      <a:pt x="3696" y="2500"/>
                      <a:pt x="3659" y="2065"/>
                      <a:pt x="3623" y="1667"/>
                    </a:cubicBezTo>
                    <a:cubicBezTo>
                      <a:pt x="3623" y="1449"/>
                      <a:pt x="3623" y="1268"/>
                      <a:pt x="3587" y="1051"/>
                    </a:cubicBezTo>
                    <a:cubicBezTo>
                      <a:pt x="3551" y="979"/>
                      <a:pt x="3514" y="906"/>
                      <a:pt x="3478" y="797"/>
                    </a:cubicBezTo>
                    <a:cubicBezTo>
                      <a:pt x="3459" y="741"/>
                      <a:pt x="3440" y="684"/>
                      <a:pt x="3427" y="628"/>
                    </a:cubicBezTo>
                    <a:lnTo>
                      <a:pt x="3427" y="628"/>
                    </a:lnTo>
                    <a:cubicBezTo>
                      <a:pt x="3432" y="624"/>
                      <a:pt x="3437" y="620"/>
                      <a:pt x="3442" y="616"/>
                    </a:cubicBezTo>
                    <a:lnTo>
                      <a:pt x="3442" y="616"/>
                    </a:lnTo>
                    <a:lnTo>
                      <a:pt x="3426" y="623"/>
                    </a:lnTo>
                    <a:lnTo>
                      <a:pt x="3426" y="623"/>
                    </a:lnTo>
                    <a:cubicBezTo>
                      <a:pt x="3425" y="619"/>
                      <a:pt x="3424" y="615"/>
                      <a:pt x="3423" y="612"/>
                    </a:cubicBezTo>
                    <a:lnTo>
                      <a:pt x="3423" y="612"/>
                    </a:lnTo>
                    <a:cubicBezTo>
                      <a:pt x="3446" y="583"/>
                      <a:pt x="3465" y="548"/>
                      <a:pt x="3478" y="508"/>
                    </a:cubicBezTo>
                    <a:cubicBezTo>
                      <a:pt x="3493" y="478"/>
                      <a:pt x="3502" y="448"/>
                      <a:pt x="3502" y="423"/>
                    </a:cubicBezTo>
                    <a:lnTo>
                      <a:pt x="3502" y="423"/>
                    </a:lnTo>
                    <a:lnTo>
                      <a:pt x="3514" y="435"/>
                    </a:lnTo>
                    <a:cubicBezTo>
                      <a:pt x="3514" y="343"/>
                      <a:pt x="3358" y="277"/>
                      <a:pt x="3244" y="259"/>
                    </a:cubicBezTo>
                    <a:lnTo>
                      <a:pt x="3244" y="259"/>
                    </a:lnTo>
                    <a:cubicBezTo>
                      <a:pt x="3189" y="230"/>
                      <a:pt x="3128" y="208"/>
                      <a:pt x="3069" y="188"/>
                    </a:cubicBezTo>
                    <a:lnTo>
                      <a:pt x="3069" y="188"/>
                    </a:lnTo>
                    <a:cubicBezTo>
                      <a:pt x="2989" y="116"/>
                      <a:pt x="2831" y="65"/>
                      <a:pt x="2718" y="37"/>
                    </a:cubicBezTo>
                    <a:lnTo>
                      <a:pt x="2718" y="37"/>
                    </a:lnTo>
                    <a:cubicBezTo>
                      <a:pt x="2766" y="49"/>
                      <a:pt x="2786" y="53"/>
                      <a:pt x="2790" y="53"/>
                    </a:cubicBezTo>
                    <a:cubicBezTo>
                      <a:pt x="2798" y="53"/>
                      <a:pt x="2742" y="37"/>
                      <a:pt x="2718" y="37"/>
                    </a:cubicBezTo>
                    <a:lnTo>
                      <a:pt x="2645" y="37"/>
                    </a:lnTo>
                    <a:lnTo>
                      <a:pt x="2428" y="1"/>
                    </a:ln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1303;p31">
                <a:extLst>
                  <a:ext uri="{FF2B5EF4-FFF2-40B4-BE49-F238E27FC236}">
                    <a16:creationId xmlns:a16="http://schemas.microsoft.com/office/drawing/2014/main" id="{EAD52DBF-A98E-5A34-A74C-2F471659CE8F}"/>
                  </a:ext>
                </a:extLst>
              </p:cNvPr>
              <p:cNvSpPr/>
              <p:nvPr/>
            </p:nvSpPr>
            <p:spPr>
              <a:xfrm>
                <a:off x="5993407" y="1379180"/>
                <a:ext cx="89975" cy="352243"/>
              </a:xfrm>
              <a:custGeom>
                <a:avLst/>
                <a:gdLst/>
                <a:ahLst/>
                <a:cxnLst/>
                <a:rect l="l" t="t" r="r" b="b"/>
                <a:pathLst>
                  <a:path w="3877" h="15178" extrusionOk="0">
                    <a:moveTo>
                      <a:pt x="3250" y="744"/>
                    </a:moveTo>
                    <a:cubicBezTo>
                      <a:pt x="3239" y="824"/>
                      <a:pt x="3224" y="909"/>
                      <a:pt x="3224" y="979"/>
                    </a:cubicBezTo>
                    <a:cubicBezTo>
                      <a:pt x="3188" y="1087"/>
                      <a:pt x="3116" y="1232"/>
                      <a:pt x="3116" y="1341"/>
                    </a:cubicBezTo>
                    <a:cubicBezTo>
                      <a:pt x="3043" y="1595"/>
                      <a:pt x="3043" y="1848"/>
                      <a:pt x="3007" y="2102"/>
                    </a:cubicBezTo>
                    <a:cubicBezTo>
                      <a:pt x="2971" y="2572"/>
                      <a:pt x="2971" y="3080"/>
                      <a:pt x="2898" y="3550"/>
                    </a:cubicBezTo>
                    <a:cubicBezTo>
                      <a:pt x="2826" y="4492"/>
                      <a:pt x="2826" y="5434"/>
                      <a:pt x="2790" y="6412"/>
                    </a:cubicBezTo>
                    <a:cubicBezTo>
                      <a:pt x="2753" y="8259"/>
                      <a:pt x="2790" y="10107"/>
                      <a:pt x="2790" y="11954"/>
                    </a:cubicBezTo>
                    <a:lnTo>
                      <a:pt x="2790" y="14055"/>
                    </a:lnTo>
                    <a:lnTo>
                      <a:pt x="1160" y="14055"/>
                    </a:lnTo>
                    <a:lnTo>
                      <a:pt x="1160" y="9056"/>
                    </a:lnTo>
                    <a:lnTo>
                      <a:pt x="1160" y="3442"/>
                    </a:lnTo>
                    <a:cubicBezTo>
                      <a:pt x="1160" y="2669"/>
                      <a:pt x="1179" y="1896"/>
                      <a:pt x="1190" y="1124"/>
                    </a:cubicBezTo>
                    <a:lnTo>
                      <a:pt x="1190" y="1124"/>
                    </a:lnTo>
                    <a:cubicBezTo>
                      <a:pt x="1427" y="1123"/>
                      <a:pt x="1689" y="1121"/>
                      <a:pt x="1920" y="1087"/>
                    </a:cubicBezTo>
                    <a:cubicBezTo>
                      <a:pt x="2148" y="1059"/>
                      <a:pt x="2375" y="1008"/>
                      <a:pt x="2602" y="918"/>
                    </a:cubicBezTo>
                    <a:lnTo>
                      <a:pt x="2602" y="918"/>
                    </a:lnTo>
                    <a:cubicBezTo>
                      <a:pt x="2699" y="895"/>
                      <a:pt x="2805" y="869"/>
                      <a:pt x="2914" y="832"/>
                    </a:cubicBezTo>
                    <a:lnTo>
                      <a:pt x="2914" y="832"/>
                    </a:lnTo>
                    <a:cubicBezTo>
                      <a:pt x="3024" y="824"/>
                      <a:pt x="3144" y="792"/>
                      <a:pt x="3250" y="744"/>
                    </a:cubicBezTo>
                    <a:close/>
                    <a:moveTo>
                      <a:pt x="870" y="1"/>
                    </a:moveTo>
                    <a:cubicBezTo>
                      <a:pt x="435" y="37"/>
                      <a:pt x="73" y="399"/>
                      <a:pt x="37" y="834"/>
                    </a:cubicBezTo>
                    <a:cubicBezTo>
                      <a:pt x="1" y="2681"/>
                      <a:pt x="1" y="4565"/>
                      <a:pt x="1" y="6412"/>
                    </a:cubicBezTo>
                    <a:cubicBezTo>
                      <a:pt x="1" y="8295"/>
                      <a:pt x="1" y="10107"/>
                      <a:pt x="37" y="11954"/>
                    </a:cubicBezTo>
                    <a:lnTo>
                      <a:pt x="37" y="14888"/>
                    </a:lnTo>
                    <a:cubicBezTo>
                      <a:pt x="37" y="15033"/>
                      <a:pt x="145" y="15177"/>
                      <a:pt x="327" y="15177"/>
                    </a:cubicBezTo>
                    <a:lnTo>
                      <a:pt x="3043" y="15177"/>
                    </a:lnTo>
                    <a:cubicBezTo>
                      <a:pt x="3478" y="15105"/>
                      <a:pt x="3804" y="14779"/>
                      <a:pt x="3876" y="14344"/>
                    </a:cubicBezTo>
                    <a:cubicBezTo>
                      <a:pt x="3876" y="12570"/>
                      <a:pt x="3876" y="10831"/>
                      <a:pt x="3840" y="9056"/>
                    </a:cubicBezTo>
                    <a:cubicBezTo>
                      <a:pt x="3840" y="7209"/>
                      <a:pt x="3804" y="5362"/>
                      <a:pt x="3695" y="3478"/>
                    </a:cubicBezTo>
                    <a:cubicBezTo>
                      <a:pt x="3695" y="3007"/>
                      <a:pt x="3623" y="2500"/>
                      <a:pt x="3587" y="1993"/>
                    </a:cubicBezTo>
                    <a:cubicBezTo>
                      <a:pt x="3587" y="1739"/>
                      <a:pt x="3587" y="1486"/>
                      <a:pt x="3550" y="1269"/>
                    </a:cubicBezTo>
                    <a:cubicBezTo>
                      <a:pt x="3514" y="1160"/>
                      <a:pt x="3478" y="1051"/>
                      <a:pt x="3442" y="943"/>
                    </a:cubicBezTo>
                    <a:cubicBezTo>
                      <a:pt x="3420" y="857"/>
                      <a:pt x="3399" y="771"/>
                      <a:pt x="3392" y="692"/>
                    </a:cubicBezTo>
                    <a:lnTo>
                      <a:pt x="3392" y="692"/>
                    </a:lnTo>
                    <a:cubicBezTo>
                      <a:pt x="3448" y="664"/>
                      <a:pt x="3493" y="622"/>
                      <a:pt x="3514" y="580"/>
                    </a:cubicBezTo>
                    <a:cubicBezTo>
                      <a:pt x="3549" y="511"/>
                      <a:pt x="3550" y="410"/>
                      <a:pt x="3457" y="400"/>
                    </a:cubicBezTo>
                    <a:lnTo>
                      <a:pt x="3457" y="400"/>
                    </a:lnTo>
                    <a:cubicBezTo>
                      <a:pt x="3399" y="350"/>
                      <a:pt x="3237" y="306"/>
                      <a:pt x="3153" y="294"/>
                    </a:cubicBezTo>
                    <a:lnTo>
                      <a:pt x="3153" y="294"/>
                    </a:lnTo>
                    <a:cubicBezTo>
                      <a:pt x="3066" y="258"/>
                      <a:pt x="2980" y="235"/>
                      <a:pt x="2894" y="224"/>
                    </a:cubicBezTo>
                    <a:lnTo>
                      <a:pt x="2894" y="224"/>
                    </a:lnTo>
                    <a:cubicBezTo>
                      <a:pt x="2758" y="97"/>
                      <a:pt x="2532" y="73"/>
                      <a:pt x="2355" y="73"/>
                    </a:cubicBezTo>
                    <a:cubicBezTo>
                      <a:pt x="2101" y="1"/>
                      <a:pt x="1848" y="1"/>
                      <a:pt x="1631"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1304;p31">
                <a:extLst>
                  <a:ext uri="{FF2B5EF4-FFF2-40B4-BE49-F238E27FC236}">
                    <a16:creationId xmlns:a16="http://schemas.microsoft.com/office/drawing/2014/main" id="{05CB6153-86EE-3637-4F48-DCE76BDF5328}"/>
                  </a:ext>
                </a:extLst>
              </p:cNvPr>
              <p:cNvSpPr/>
              <p:nvPr/>
            </p:nvSpPr>
            <p:spPr>
              <a:xfrm>
                <a:off x="6090923" y="1326221"/>
                <a:ext cx="89117" cy="404367"/>
              </a:xfrm>
              <a:custGeom>
                <a:avLst/>
                <a:gdLst/>
                <a:ahLst/>
                <a:cxnLst/>
                <a:rect l="l" t="t" r="r" b="b"/>
                <a:pathLst>
                  <a:path w="3840" h="17424" extrusionOk="0">
                    <a:moveTo>
                      <a:pt x="2681" y="1087"/>
                    </a:moveTo>
                    <a:lnTo>
                      <a:pt x="2681" y="6955"/>
                    </a:lnTo>
                    <a:lnTo>
                      <a:pt x="2681" y="13475"/>
                    </a:lnTo>
                    <a:cubicBezTo>
                      <a:pt x="2681" y="14434"/>
                      <a:pt x="2681" y="15371"/>
                      <a:pt x="2664" y="16320"/>
                    </a:cubicBezTo>
                    <a:lnTo>
                      <a:pt x="2664" y="16320"/>
                    </a:lnTo>
                    <a:cubicBezTo>
                      <a:pt x="2244" y="16345"/>
                      <a:pt x="1822" y="16421"/>
                      <a:pt x="1411" y="16554"/>
                    </a:cubicBezTo>
                    <a:lnTo>
                      <a:pt x="1411" y="16554"/>
                    </a:lnTo>
                    <a:cubicBezTo>
                      <a:pt x="1316" y="16556"/>
                      <a:pt x="1208" y="16562"/>
                      <a:pt x="1123" y="16590"/>
                    </a:cubicBezTo>
                    <a:lnTo>
                      <a:pt x="1014" y="16590"/>
                    </a:lnTo>
                    <a:cubicBezTo>
                      <a:pt x="978" y="16590"/>
                      <a:pt x="942" y="16626"/>
                      <a:pt x="906" y="16626"/>
                    </a:cubicBezTo>
                    <a:cubicBezTo>
                      <a:pt x="806" y="16626"/>
                      <a:pt x="705" y="16661"/>
                      <a:pt x="617" y="16694"/>
                    </a:cubicBezTo>
                    <a:lnTo>
                      <a:pt x="617" y="16694"/>
                    </a:lnTo>
                    <a:cubicBezTo>
                      <a:pt x="620" y="16586"/>
                      <a:pt x="628" y="16471"/>
                      <a:pt x="652" y="16373"/>
                    </a:cubicBezTo>
                    <a:cubicBezTo>
                      <a:pt x="688" y="16228"/>
                      <a:pt x="725" y="16083"/>
                      <a:pt x="761" y="15938"/>
                    </a:cubicBezTo>
                    <a:cubicBezTo>
                      <a:pt x="797" y="15648"/>
                      <a:pt x="833" y="15359"/>
                      <a:pt x="833" y="15069"/>
                    </a:cubicBezTo>
                    <a:cubicBezTo>
                      <a:pt x="870" y="14779"/>
                      <a:pt x="870" y="14526"/>
                      <a:pt x="906" y="14272"/>
                    </a:cubicBezTo>
                    <a:cubicBezTo>
                      <a:pt x="942" y="13982"/>
                      <a:pt x="942" y="13692"/>
                      <a:pt x="942" y="13403"/>
                    </a:cubicBezTo>
                    <a:cubicBezTo>
                      <a:pt x="1051" y="12316"/>
                      <a:pt x="1051" y="11193"/>
                      <a:pt x="1087" y="10107"/>
                    </a:cubicBezTo>
                    <a:cubicBezTo>
                      <a:pt x="1087" y="7970"/>
                      <a:pt x="1087" y="5832"/>
                      <a:pt x="1087" y="3659"/>
                    </a:cubicBezTo>
                    <a:lnTo>
                      <a:pt x="1087" y="1087"/>
                    </a:lnTo>
                    <a:close/>
                    <a:moveTo>
                      <a:pt x="833" y="1"/>
                    </a:moveTo>
                    <a:cubicBezTo>
                      <a:pt x="399" y="37"/>
                      <a:pt x="37" y="399"/>
                      <a:pt x="0" y="834"/>
                    </a:cubicBezTo>
                    <a:cubicBezTo>
                      <a:pt x="0" y="2862"/>
                      <a:pt x="0" y="4891"/>
                      <a:pt x="37" y="6955"/>
                    </a:cubicBezTo>
                    <a:cubicBezTo>
                      <a:pt x="37" y="9129"/>
                      <a:pt x="73" y="11266"/>
                      <a:pt x="145" y="13403"/>
                    </a:cubicBezTo>
                    <a:cubicBezTo>
                      <a:pt x="181" y="14018"/>
                      <a:pt x="254" y="14598"/>
                      <a:pt x="254" y="15178"/>
                    </a:cubicBezTo>
                    <a:cubicBezTo>
                      <a:pt x="290" y="15467"/>
                      <a:pt x="290" y="15757"/>
                      <a:pt x="326" y="16083"/>
                    </a:cubicBezTo>
                    <a:cubicBezTo>
                      <a:pt x="326" y="16156"/>
                      <a:pt x="326" y="16228"/>
                      <a:pt x="362" y="16264"/>
                    </a:cubicBezTo>
                    <a:cubicBezTo>
                      <a:pt x="362" y="16337"/>
                      <a:pt x="399" y="16409"/>
                      <a:pt x="435" y="16445"/>
                    </a:cubicBezTo>
                    <a:cubicBezTo>
                      <a:pt x="458" y="16538"/>
                      <a:pt x="481" y="16631"/>
                      <a:pt x="486" y="16734"/>
                    </a:cubicBezTo>
                    <a:lnTo>
                      <a:pt x="486" y="16734"/>
                    </a:lnTo>
                    <a:cubicBezTo>
                      <a:pt x="429" y="16765"/>
                      <a:pt x="384" y="16817"/>
                      <a:pt x="362" y="16880"/>
                    </a:cubicBezTo>
                    <a:cubicBezTo>
                      <a:pt x="326" y="16952"/>
                      <a:pt x="326" y="17061"/>
                      <a:pt x="435" y="17061"/>
                    </a:cubicBezTo>
                    <a:lnTo>
                      <a:pt x="468" y="17061"/>
                    </a:lnTo>
                    <a:cubicBezTo>
                      <a:pt x="527" y="17090"/>
                      <a:pt x="609" y="17112"/>
                      <a:pt x="652" y="17133"/>
                    </a:cubicBezTo>
                    <a:lnTo>
                      <a:pt x="761" y="17170"/>
                    </a:lnTo>
                    <a:lnTo>
                      <a:pt x="833" y="17170"/>
                    </a:lnTo>
                    <a:cubicBezTo>
                      <a:pt x="912" y="17170"/>
                      <a:pt x="971" y="17188"/>
                      <a:pt x="1039" y="17199"/>
                    </a:cubicBezTo>
                    <a:lnTo>
                      <a:pt x="1039" y="17199"/>
                    </a:lnTo>
                    <a:cubicBezTo>
                      <a:pt x="1236" y="17291"/>
                      <a:pt x="1436" y="17354"/>
                      <a:pt x="1666" y="17387"/>
                    </a:cubicBezTo>
                    <a:cubicBezTo>
                      <a:pt x="1884" y="17387"/>
                      <a:pt x="2065" y="17423"/>
                      <a:pt x="2282" y="17423"/>
                    </a:cubicBezTo>
                    <a:lnTo>
                      <a:pt x="2970" y="17423"/>
                    </a:lnTo>
                    <a:cubicBezTo>
                      <a:pt x="3441" y="17387"/>
                      <a:pt x="3767" y="17025"/>
                      <a:pt x="3804" y="16590"/>
                    </a:cubicBezTo>
                    <a:cubicBezTo>
                      <a:pt x="3840" y="14417"/>
                      <a:pt x="3840" y="12244"/>
                      <a:pt x="3840" y="10107"/>
                    </a:cubicBezTo>
                    <a:cubicBezTo>
                      <a:pt x="3840" y="7933"/>
                      <a:pt x="3840" y="5796"/>
                      <a:pt x="3840" y="3659"/>
                    </a:cubicBezTo>
                    <a:lnTo>
                      <a:pt x="3840" y="291"/>
                    </a:lnTo>
                    <a:cubicBezTo>
                      <a:pt x="3840" y="146"/>
                      <a:pt x="3695" y="1"/>
                      <a:pt x="3550"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43" name="Google Shape;1305;p31">
              <a:extLst>
                <a:ext uri="{FF2B5EF4-FFF2-40B4-BE49-F238E27FC236}">
                  <a16:creationId xmlns:a16="http://schemas.microsoft.com/office/drawing/2014/main" id="{4B483174-6293-77B0-593B-0EF484E10117}"/>
                </a:ext>
              </a:extLst>
            </p:cNvPr>
            <p:cNvGrpSpPr/>
            <p:nvPr/>
          </p:nvGrpSpPr>
          <p:grpSpPr>
            <a:xfrm>
              <a:off x="4985108" y="1182627"/>
              <a:ext cx="827185" cy="1466077"/>
              <a:chOff x="4656877" y="1164051"/>
              <a:chExt cx="827185" cy="1466077"/>
            </a:xfrm>
          </p:grpSpPr>
          <p:sp>
            <p:nvSpPr>
              <p:cNvPr id="49" name="Google Shape;1306;p31">
                <a:extLst>
                  <a:ext uri="{FF2B5EF4-FFF2-40B4-BE49-F238E27FC236}">
                    <a16:creationId xmlns:a16="http://schemas.microsoft.com/office/drawing/2014/main" id="{833D1951-37EB-EC18-F59B-F33ACF05377D}"/>
                  </a:ext>
                </a:extLst>
              </p:cNvPr>
              <p:cNvSpPr/>
              <p:nvPr/>
            </p:nvSpPr>
            <p:spPr>
              <a:xfrm>
                <a:off x="4665278" y="1179066"/>
                <a:ext cx="817090" cy="1439700"/>
              </a:xfrm>
              <a:custGeom>
                <a:avLst/>
                <a:gdLst/>
                <a:ahLst/>
                <a:cxnLst/>
                <a:rect l="l" t="t" r="r" b="b"/>
                <a:pathLst>
                  <a:path w="35208" h="62036" extrusionOk="0">
                    <a:moveTo>
                      <a:pt x="17156" y="5857"/>
                    </a:moveTo>
                    <a:cubicBezTo>
                      <a:pt x="19956" y="5857"/>
                      <a:pt x="22738" y="6597"/>
                      <a:pt x="25211" y="8030"/>
                    </a:cubicBezTo>
                    <a:cubicBezTo>
                      <a:pt x="27964" y="9696"/>
                      <a:pt x="29992" y="12340"/>
                      <a:pt x="30970" y="15383"/>
                    </a:cubicBezTo>
                    <a:cubicBezTo>
                      <a:pt x="31405" y="16868"/>
                      <a:pt x="31550" y="18425"/>
                      <a:pt x="31405" y="19983"/>
                    </a:cubicBezTo>
                    <a:cubicBezTo>
                      <a:pt x="31332" y="20780"/>
                      <a:pt x="31187" y="21540"/>
                      <a:pt x="30970" y="22301"/>
                    </a:cubicBezTo>
                    <a:cubicBezTo>
                      <a:pt x="30825" y="22699"/>
                      <a:pt x="30716" y="23062"/>
                      <a:pt x="30644" y="23460"/>
                    </a:cubicBezTo>
                    <a:cubicBezTo>
                      <a:pt x="30608" y="23750"/>
                      <a:pt x="30608" y="24003"/>
                      <a:pt x="30644" y="24293"/>
                    </a:cubicBezTo>
                    <a:cubicBezTo>
                      <a:pt x="30535" y="24511"/>
                      <a:pt x="30390" y="24728"/>
                      <a:pt x="30282" y="24945"/>
                    </a:cubicBezTo>
                    <a:cubicBezTo>
                      <a:pt x="29557" y="26068"/>
                      <a:pt x="28652" y="27118"/>
                      <a:pt x="27674" y="27988"/>
                    </a:cubicBezTo>
                    <a:cubicBezTo>
                      <a:pt x="25718" y="29835"/>
                      <a:pt x="23327" y="31139"/>
                      <a:pt x="20719" y="31791"/>
                    </a:cubicBezTo>
                    <a:cubicBezTo>
                      <a:pt x="19686" y="32048"/>
                      <a:pt x="18625" y="32172"/>
                      <a:pt x="17565" y="32172"/>
                    </a:cubicBezTo>
                    <a:cubicBezTo>
                      <a:pt x="13242" y="32172"/>
                      <a:pt x="8935" y="30096"/>
                      <a:pt x="6521" y="26430"/>
                    </a:cubicBezTo>
                    <a:cubicBezTo>
                      <a:pt x="5832" y="25344"/>
                      <a:pt x="5289" y="24221"/>
                      <a:pt x="4818" y="23025"/>
                    </a:cubicBezTo>
                    <a:cubicBezTo>
                      <a:pt x="4311" y="21794"/>
                      <a:pt x="3876" y="20526"/>
                      <a:pt x="3587" y="19258"/>
                    </a:cubicBezTo>
                    <a:cubicBezTo>
                      <a:pt x="3297" y="18063"/>
                      <a:pt x="3225" y="16832"/>
                      <a:pt x="3333" y="15636"/>
                    </a:cubicBezTo>
                    <a:cubicBezTo>
                      <a:pt x="3369" y="15419"/>
                      <a:pt x="3406" y="15238"/>
                      <a:pt x="3442" y="15021"/>
                    </a:cubicBezTo>
                    <a:cubicBezTo>
                      <a:pt x="3550" y="14984"/>
                      <a:pt x="3623" y="14912"/>
                      <a:pt x="3695" y="14839"/>
                    </a:cubicBezTo>
                    <a:cubicBezTo>
                      <a:pt x="4275" y="13898"/>
                      <a:pt x="4673" y="12847"/>
                      <a:pt x="5289" y="11906"/>
                    </a:cubicBezTo>
                    <a:cubicBezTo>
                      <a:pt x="5796" y="11036"/>
                      <a:pt x="6412" y="10239"/>
                      <a:pt x="7136" y="9515"/>
                    </a:cubicBezTo>
                    <a:cubicBezTo>
                      <a:pt x="8658" y="8175"/>
                      <a:pt x="10469" y="7161"/>
                      <a:pt x="12425" y="6581"/>
                    </a:cubicBezTo>
                    <a:cubicBezTo>
                      <a:pt x="13972" y="6096"/>
                      <a:pt x="15567" y="5857"/>
                      <a:pt x="17156" y="5857"/>
                    </a:cubicBezTo>
                    <a:close/>
                    <a:moveTo>
                      <a:pt x="20054" y="0"/>
                    </a:moveTo>
                    <a:cubicBezTo>
                      <a:pt x="19628" y="0"/>
                      <a:pt x="19207" y="73"/>
                      <a:pt x="18800" y="242"/>
                    </a:cubicBezTo>
                    <a:lnTo>
                      <a:pt x="18727" y="279"/>
                    </a:lnTo>
                    <a:cubicBezTo>
                      <a:pt x="18097" y="159"/>
                      <a:pt x="17442" y="88"/>
                      <a:pt x="16803" y="88"/>
                    </a:cubicBezTo>
                    <a:cubicBezTo>
                      <a:pt x="16671" y="88"/>
                      <a:pt x="16540" y="91"/>
                      <a:pt x="16409" y="97"/>
                    </a:cubicBezTo>
                    <a:cubicBezTo>
                      <a:pt x="15069" y="134"/>
                      <a:pt x="13729" y="387"/>
                      <a:pt x="12461" y="822"/>
                    </a:cubicBezTo>
                    <a:cubicBezTo>
                      <a:pt x="9672" y="1691"/>
                      <a:pt x="6774" y="3212"/>
                      <a:pt x="4854" y="5458"/>
                    </a:cubicBezTo>
                    <a:cubicBezTo>
                      <a:pt x="4021" y="6472"/>
                      <a:pt x="3297" y="7559"/>
                      <a:pt x="2645" y="8682"/>
                    </a:cubicBezTo>
                    <a:cubicBezTo>
                      <a:pt x="1957" y="9732"/>
                      <a:pt x="1413" y="10891"/>
                      <a:pt x="1051" y="12087"/>
                    </a:cubicBezTo>
                    <a:cubicBezTo>
                      <a:pt x="1015" y="12159"/>
                      <a:pt x="1051" y="12232"/>
                      <a:pt x="1124" y="12232"/>
                    </a:cubicBezTo>
                    <a:cubicBezTo>
                      <a:pt x="363" y="15165"/>
                      <a:pt x="1" y="18172"/>
                      <a:pt x="73" y="21214"/>
                    </a:cubicBezTo>
                    <a:cubicBezTo>
                      <a:pt x="73" y="24547"/>
                      <a:pt x="798" y="27879"/>
                      <a:pt x="1413" y="31175"/>
                    </a:cubicBezTo>
                    <a:cubicBezTo>
                      <a:pt x="2609" y="37333"/>
                      <a:pt x="4202" y="43418"/>
                      <a:pt x="7064" y="48996"/>
                    </a:cubicBezTo>
                    <a:cubicBezTo>
                      <a:pt x="8513" y="51677"/>
                      <a:pt x="10143" y="54321"/>
                      <a:pt x="11954" y="56856"/>
                    </a:cubicBezTo>
                    <a:cubicBezTo>
                      <a:pt x="12714" y="58015"/>
                      <a:pt x="13584" y="59174"/>
                      <a:pt x="14526" y="60225"/>
                    </a:cubicBezTo>
                    <a:cubicBezTo>
                      <a:pt x="15250" y="61058"/>
                      <a:pt x="16192" y="61891"/>
                      <a:pt x="17351" y="62036"/>
                    </a:cubicBezTo>
                    <a:cubicBezTo>
                      <a:pt x="17568" y="62036"/>
                      <a:pt x="17785" y="61963"/>
                      <a:pt x="17967" y="61782"/>
                    </a:cubicBezTo>
                    <a:cubicBezTo>
                      <a:pt x="18872" y="61492"/>
                      <a:pt x="19850" y="60442"/>
                      <a:pt x="20321" y="59899"/>
                    </a:cubicBezTo>
                    <a:cubicBezTo>
                      <a:pt x="21625" y="58377"/>
                      <a:pt x="22820" y="56784"/>
                      <a:pt x="23871" y="55081"/>
                    </a:cubicBezTo>
                    <a:cubicBezTo>
                      <a:pt x="26732" y="50843"/>
                      <a:pt x="29087" y="46316"/>
                      <a:pt x="30898" y="41571"/>
                    </a:cubicBezTo>
                    <a:cubicBezTo>
                      <a:pt x="32817" y="36355"/>
                      <a:pt x="34158" y="30922"/>
                      <a:pt x="34846" y="25380"/>
                    </a:cubicBezTo>
                    <a:cubicBezTo>
                      <a:pt x="35208" y="22627"/>
                      <a:pt x="35208" y="19838"/>
                      <a:pt x="34773" y="17085"/>
                    </a:cubicBezTo>
                    <a:cubicBezTo>
                      <a:pt x="34737" y="16904"/>
                      <a:pt x="34701" y="16687"/>
                      <a:pt x="34665" y="16469"/>
                    </a:cubicBezTo>
                    <a:cubicBezTo>
                      <a:pt x="34665" y="15781"/>
                      <a:pt x="34628" y="15057"/>
                      <a:pt x="34520" y="14369"/>
                    </a:cubicBezTo>
                    <a:cubicBezTo>
                      <a:pt x="34484" y="13608"/>
                      <a:pt x="34266" y="12884"/>
                      <a:pt x="33868" y="12195"/>
                    </a:cubicBezTo>
                    <a:cubicBezTo>
                      <a:pt x="33832" y="11688"/>
                      <a:pt x="33687" y="11217"/>
                      <a:pt x="33506" y="10746"/>
                    </a:cubicBezTo>
                    <a:cubicBezTo>
                      <a:pt x="33506" y="10674"/>
                      <a:pt x="33469" y="10602"/>
                      <a:pt x="33433" y="10565"/>
                    </a:cubicBezTo>
                    <a:cubicBezTo>
                      <a:pt x="33324" y="10022"/>
                      <a:pt x="33216" y="9515"/>
                      <a:pt x="33035" y="9008"/>
                    </a:cubicBezTo>
                    <a:cubicBezTo>
                      <a:pt x="33026" y="8981"/>
                      <a:pt x="33007" y="8969"/>
                      <a:pt x="32985" y="8969"/>
                    </a:cubicBezTo>
                    <a:cubicBezTo>
                      <a:pt x="32919" y="8969"/>
                      <a:pt x="32817" y="9071"/>
                      <a:pt x="32817" y="9153"/>
                    </a:cubicBezTo>
                    <a:cubicBezTo>
                      <a:pt x="32817" y="9196"/>
                      <a:pt x="32817" y="9227"/>
                      <a:pt x="32825" y="9252"/>
                    </a:cubicBezTo>
                    <a:lnTo>
                      <a:pt x="32825" y="9252"/>
                    </a:lnTo>
                    <a:cubicBezTo>
                      <a:pt x="32653" y="8974"/>
                      <a:pt x="32480" y="8667"/>
                      <a:pt x="32274" y="8392"/>
                    </a:cubicBezTo>
                    <a:cubicBezTo>
                      <a:pt x="32020" y="7994"/>
                      <a:pt x="31731" y="7595"/>
                      <a:pt x="31405" y="7197"/>
                    </a:cubicBezTo>
                    <a:cubicBezTo>
                      <a:pt x="31006" y="6545"/>
                      <a:pt x="30535" y="5893"/>
                      <a:pt x="30065" y="5277"/>
                    </a:cubicBezTo>
                    <a:cubicBezTo>
                      <a:pt x="29449" y="4444"/>
                      <a:pt x="28761" y="3683"/>
                      <a:pt x="27964" y="2995"/>
                    </a:cubicBezTo>
                    <a:cubicBezTo>
                      <a:pt x="27260" y="2362"/>
                      <a:pt x="26419" y="1762"/>
                      <a:pt x="25408" y="1762"/>
                    </a:cubicBezTo>
                    <a:cubicBezTo>
                      <a:pt x="25379" y="1762"/>
                      <a:pt x="25349" y="1763"/>
                      <a:pt x="25320" y="1764"/>
                    </a:cubicBezTo>
                    <a:cubicBezTo>
                      <a:pt x="25211" y="1764"/>
                      <a:pt x="25066" y="1908"/>
                      <a:pt x="25066" y="2053"/>
                    </a:cubicBezTo>
                    <a:cubicBezTo>
                      <a:pt x="24740" y="1836"/>
                      <a:pt x="24414" y="1655"/>
                      <a:pt x="24052" y="1438"/>
                    </a:cubicBezTo>
                    <a:cubicBezTo>
                      <a:pt x="22887" y="772"/>
                      <a:pt x="21446" y="0"/>
                      <a:pt x="20054" y="0"/>
                    </a:cubicBezTo>
                    <a:close/>
                  </a:path>
                </a:pathLst>
              </a:custGeom>
              <a:solidFill>
                <a:srgbClr val="43AA8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1307;p31">
                <a:extLst>
                  <a:ext uri="{FF2B5EF4-FFF2-40B4-BE49-F238E27FC236}">
                    <a16:creationId xmlns:a16="http://schemas.microsoft.com/office/drawing/2014/main" id="{F03E739B-70B1-3559-A063-F541AD118C69}"/>
                  </a:ext>
                </a:extLst>
              </p:cNvPr>
              <p:cNvSpPr/>
              <p:nvPr/>
            </p:nvSpPr>
            <p:spPr>
              <a:xfrm>
                <a:off x="4752699" y="1249384"/>
                <a:ext cx="667471" cy="248181"/>
              </a:xfrm>
              <a:custGeom>
                <a:avLst/>
                <a:gdLst/>
                <a:ahLst/>
                <a:cxnLst/>
                <a:rect l="l" t="t" r="r" b="b"/>
                <a:pathLst>
                  <a:path w="28761" h="10694" extrusionOk="0">
                    <a:moveTo>
                      <a:pt x="13915" y="0"/>
                    </a:moveTo>
                    <a:cubicBezTo>
                      <a:pt x="13853" y="0"/>
                      <a:pt x="13791" y="1"/>
                      <a:pt x="13729" y="1"/>
                    </a:cubicBezTo>
                    <a:cubicBezTo>
                      <a:pt x="10614" y="38"/>
                      <a:pt x="7571" y="943"/>
                      <a:pt x="4963" y="2646"/>
                    </a:cubicBezTo>
                    <a:cubicBezTo>
                      <a:pt x="3080" y="3841"/>
                      <a:pt x="1" y="6811"/>
                      <a:pt x="544" y="9310"/>
                    </a:cubicBezTo>
                    <a:cubicBezTo>
                      <a:pt x="572" y="9407"/>
                      <a:pt x="648" y="9441"/>
                      <a:pt x="735" y="9441"/>
                    </a:cubicBezTo>
                    <a:cubicBezTo>
                      <a:pt x="874" y="9441"/>
                      <a:pt x="1043" y="9355"/>
                      <a:pt x="1087" y="9310"/>
                    </a:cubicBezTo>
                    <a:lnTo>
                      <a:pt x="1196" y="9238"/>
                    </a:lnTo>
                    <a:cubicBezTo>
                      <a:pt x="1305" y="9165"/>
                      <a:pt x="1413" y="9057"/>
                      <a:pt x="1450" y="8912"/>
                    </a:cubicBezTo>
                    <a:cubicBezTo>
                      <a:pt x="2971" y="7101"/>
                      <a:pt x="3985" y="5253"/>
                      <a:pt x="6231" y="4022"/>
                    </a:cubicBezTo>
                    <a:cubicBezTo>
                      <a:pt x="8295" y="2882"/>
                      <a:pt x="10648" y="2423"/>
                      <a:pt x="12977" y="2423"/>
                    </a:cubicBezTo>
                    <a:cubicBezTo>
                      <a:pt x="13386" y="2423"/>
                      <a:pt x="13794" y="2437"/>
                      <a:pt x="14200" y="2464"/>
                    </a:cubicBezTo>
                    <a:cubicBezTo>
                      <a:pt x="16952" y="2646"/>
                      <a:pt x="19633" y="3479"/>
                      <a:pt x="21987" y="4927"/>
                    </a:cubicBezTo>
                    <a:cubicBezTo>
                      <a:pt x="23219" y="5761"/>
                      <a:pt x="24305" y="6775"/>
                      <a:pt x="25211" y="7970"/>
                    </a:cubicBezTo>
                    <a:cubicBezTo>
                      <a:pt x="25899" y="8839"/>
                      <a:pt x="26261" y="10216"/>
                      <a:pt x="27275" y="10687"/>
                    </a:cubicBezTo>
                    <a:cubicBezTo>
                      <a:pt x="27285" y="10692"/>
                      <a:pt x="27296" y="10694"/>
                      <a:pt x="27307" y="10694"/>
                    </a:cubicBezTo>
                    <a:cubicBezTo>
                      <a:pt x="27376" y="10694"/>
                      <a:pt x="27462" y="10604"/>
                      <a:pt x="27493" y="10542"/>
                    </a:cubicBezTo>
                    <a:cubicBezTo>
                      <a:pt x="28761" y="7608"/>
                      <a:pt x="25102" y="4529"/>
                      <a:pt x="23001" y="3044"/>
                    </a:cubicBezTo>
                    <a:cubicBezTo>
                      <a:pt x="20082" y="1015"/>
                      <a:pt x="17443" y="0"/>
                      <a:pt x="13915" y="0"/>
                    </a:cubicBezTo>
                    <a:close/>
                  </a:path>
                </a:pathLst>
              </a:custGeom>
              <a:solidFill>
                <a:srgbClr val="2B856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1308;p31">
                <a:extLst>
                  <a:ext uri="{FF2B5EF4-FFF2-40B4-BE49-F238E27FC236}">
                    <a16:creationId xmlns:a16="http://schemas.microsoft.com/office/drawing/2014/main" id="{EE9E23FC-D933-20BD-095C-E2FB98A7DF33}"/>
                  </a:ext>
                </a:extLst>
              </p:cNvPr>
              <p:cNvSpPr/>
              <p:nvPr/>
            </p:nvSpPr>
            <p:spPr>
              <a:xfrm>
                <a:off x="4730188" y="1991404"/>
                <a:ext cx="693603" cy="628297"/>
              </a:xfrm>
              <a:custGeom>
                <a:avLst/>
                <a:gdLst/>
                <a:ahLst/>
                <a:cxnLst/>
                <a:rect l="l" t="t" r="r" b="b"/>
                <a:pathLst>
                  <a:path w="29887" h="27073" extrusionOk="0">
                    <a:moveTo>
                      <a:pt x="29858" y="1"/>
                    </a:moveTo>
                    <a:cubicBezTo>
                      <a:pt x="29815" y="1"/>
                      <a:pt x="29720" y="69"/>
                      <a:pt x="29694" y="119"/>
                    </a:cubicBezTo>
                    <a:cubicBezTo>
                      <a:pt x="28789" y="2039"/>
                      <a:pt x="28209" y="4140"/>
                      <a:pt x="27340" y="6096"/>
                    </a:cubicBezTo>
                    <a:cubicBezTo>
                      <a:pt x="26362" y="8342"/>
                      <a:pt x="25275" y="10515"/>
                      <a:pt x="24116" y="12652"/>
                    </a:cubicBezTo>
                    <a:cubicBezTo>
                      <a:pt x="21689" y="16962"/>
                      <a:pt x="18792" y="21345"/>
                      <a:pt x="15061" y="24533"/>
                    </a:cubicBezTo>
                    <a:cubicBezTo>
                      <a:pt x="14988" y="24569"/>
                      <a:pt x="14952" y="24605"/>
                      <a:pt x="14916" y="24641"/>
                    </a:cubicBezTo>
                    <a:cubicBezTo>
                      <a:pt x="14083" y="23844"/>
                      <a:pt x="12924" y="23120"/>
                      <a:pt x="12344" y="22504"/>
                    </a:cubicBezTo>
                    <a:cubicBezTo>
                      <a:pt x="10461" y="20512"/>
                      <a:pt x="8795" y="18266"/>
                      <a:pt x="7382" y="15912"/>
                    </a:cubicBezTo>
                    <a:cubicBezTo>
                      <a:pt x="4847" y="11674"/>
                      <a:pt x="2782" y="7183"/>
                      <a:pt x="246" y="2981"/>
                    </a:cubicBezTo>
                    <a:cubicBezTo>
                      <a:pt x="231" y="2957"/>
                      <a:pt x="210" y="2947"/>
                      <a:pt x="187" y="2947"/>
                    </a:cubicBezTo>
                    <a:cubicBezTo>
                      <a:pt x="106" y="2947"/>
                      <a:pt x="1" y="3077"/>
                      <a:pt x="29" y="3162"/>
                    </a:cubicBezTo>
                    <a:cubicBezTo>
                      <a:pt x="1514" y="8378"/>
                      <a:pt x="3579" y="13702"/>
                      <a:pt x="6440" y="18302"/>
                    </a:cubicBezTo>
                    <a:cubicBezTo>
                      <a:pt x="7708" y="20367"/>
                      <a:pt x="9193" y="22287"/>
                      <a:pt x="10823" y="24062"/>
                    </a:cubicBezTo>
                    <a:cubicBezTo>
                      <a:pt x="11887" y="25189"/>
                      <a:pt x="13276" y="27073"/>
                      <a:pt x="14873" y="27073"/>
                    </a:cubicBezTo>
                    <a:cubicBezTo>
                      <a:pt x="15124" y="27073"/>
                      <a:pt x="15380" y="27026"/>
                      <a:pt x="15640" y="26923"/>
                    </a:cubicBezTo>
                    <a:cubicBezTo>
                      <a:pt x="15822" y="26851"/>
                      <a:pt x="15966" y="26670"/>
                      <a:pt x="16003" y="26488"/>
                    </a:cubicBezTo>
                    <a:cubicBezTo>
                      <a:pt x="16003" y="26380"/>
                      <a:pt x="16003" y="26307"/>
                      <a:pt x="15966" y="26199"/>
                    </a:cubicBezTo>
                    <a:lnTo>
                      <a:pt x="16039" y="26162"/>
                    </a:lnTo>
                    <a:cubicBezTo>
                      <a:pt x="16944" y="25329"/>
                      <a:pt x="17814" y="24424"/>
                      <a:pt x="18647" y="23482"/>
                    </a:cubicBezTo>
                    <a:cubicBezTo>
                      <a:pt x="18973" y="23229"/>
                      <a:pt x="19226" y="22939"/>
                      <a:pt x="19407" y="22577"/>
                    </a:cubicBezTo>
                    <a:cubicBezTo>
                      <a:pt x="21508" y="19932"/>
                      <a:pt x="23319" y="17107"/>
                      <a:pt x="24841" y="14101"/>
                    </a:cubicBezTo>
                    <a:cubicBezTo>
                      <a:pt x="26036" y="11746"/>
                      <a:pt x="27086" y="9320"/>
                      <a:pt x="27992" y="6857"/>
                    </a:cubicBezTo>
                    <a:cubicBezTo>
                      <a:pt x="28789" y="4719"/>
                      <a:pt x="29767" y="2329"/>
                      <a:pt x="29875" y="47"/>
                    </a:cubicBezTo>
                    <a:cubicBezTo>
                      <a:pt x="29886" y="14"/>
                      <a:pt x="29877" y="1"/>
                      <a:pt x="29858" y="1"/>
                    </a:cubicBezTo>
                    <a:close/>
                  </a:path>
                </a:pathLst>
              </a:custGeom>
              <a:solidFill>
                <a:srgbClr val="2B856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1309;p31">
                <a:extLst>
                  <a:ext uri="{FF2B5EF4-FFF2-40B4-BE49-F238E27FC236}">
                    <a16:creationId xmlns:a16="http://schemas.microsoft.com/office/drawing/2014/main" id="{8890CE07-4122-7047-C68A-9B74EED61176}"/>
                  </a:ext>
                </a:extLst>
              </p:cNvPr>
              <p:cNvSpPr/>
              <p:nvPr/>
            </p:nvSpPr>
            <p:spPr>
              <a:xfrm>
                <a:off x="4719072" y="1227476"/>
                <a:ext cx="701934" cy="700542"/>
              </a:xfrm>
              <a:custGeom>
                <a:avLst/>
                <a:gdLst/>
                <a:ahLst/>
                <a:cxnLst/>
                <a:rect l="l" t="t" r="r" b="b"/>
                <a:pathLst>
                  <a:path w="30246" h="30186" extrusionOk="0">
                    <a:moveTo>
                      <a:pt x="14750" y="996"/>
                    </a:moveTo>
                    <a:cubicBezTo>
                      <a:pt x="15034" y="996"/>
                      <a:pt x="15321" y="1005"/>
                      <a:pt x="15612" y="1018"/>
                    </a:cubicBezTo>
                    <a:cubicBezTo>
                      <a:pt x="15975" y="1018"/>
                      <a:pt x="16373" y="1054"/>
                      <a:pt x="16735" y="1126"/>
                    </a:cubicBezTo>
                    <a:cubicBezTo>
                      <a:pt x="17134" y="1163"/>
                      <a:pt x="17423" y="1199"/>
                      <a:pt x="17786" y="1271"/>
                    </a:cubicBezTo>
                    <a:cubicBezTo>
                      <a:pt x="19234" y="1597"/>
                      <a:pt x="20647" y="2104"/>
                      <a:pt x="21915" y="2829"/>
                    </a:cubicBezTo>
                    <a:cubicBezTo>
                      <a:pt x="22567" y="3191"/>
                      <a:pt x="23146" y="3590"/>
                      <a:pt x="23690" y="4024"/>
                    </a:cubicBezTo>
                    <a:cubicBezTo>
                      <a:pt x="24269" y="4459"/>
                      <a:pt x="24813" y="4930"/>
                      <a:pt x="25283" y="5473"/>
                    </a:cubicBezTo>
                    <a:cubicBezTo>
                      <a:pt x="25791" y="5980"/>
                      <a:pt x="26261" y="6560"/>
                      <a:pt x="26660" y="7139"/>
                    </a:cubicBezTo>
                    <a:cubicBezTo>
                      <a:pt x="27058" y="7719"/>
                      <a:pt x="27421" y="8334"/>
                      <a:pt x="27747" y="8986"/>
                    </a:cubicBezTo>
                    <a:cubicBezTo>
                      <a:pt x="28072" y="9638"/>
                      <a:pt x="28362" y="10327"/>
                      <a:pt x="28580" y="11015"/>
                    </a:cubicBezTo>
                    <a:cubicBezTo>
                      <a:pt x="28688" y="11377"/>
                      <a:pt x="28797" y="11739"/>
                      <a:pt x="28869" y="12101"/>
                    </a:cubicBezTo>
                    <a:cubicBezTo>
                      <a:pt x="28906" y="12283"/>
                      <a:pt x="28942" y="12464"/>
                      <a:pt x="28978" y="12645"/>
                    </a:cubicBezTo>
                    <a:cubicBezTo>
                      <a:pt x="29014" y="12826"/>
                      <a:pt x="29050" y="12935"/>
                      <a:pt x="29087" y="13152"/>
                    </a:cubicBezTo>
                    <a:cubicBezTo>
                      <a:pt x="29195" y="13840"/>
                      <a:pt x="29304" y="14565"/>
                      <a:pt x="29304" y="15325"/>
                    </a:cubicBezTo>
                    <a:cubicBezTo>
                      <a:pt x="29304" y="15687"/>
                      <a:pt x="29304" y="16086"/>
                      <a:pt x="29268" y="16484"/>
                    </a:cubicBezTo>
                    <a:cubicBezTo>
                      <a:pt x="29268" y="16665"/>
                      <a:pt x="29232" y="16846"/>
                      <a:pt x="29195" y="17064"/>
                    </a:cubicBezTo>
                    <a:lnTo>
                      <a:pt x="29195" y="17100"/>
                    </a:lnTo>
                    <a:lnTo>
                      <a:pt x="29195" y="17245"/>
                    </a:lnTo>
                    <a:lnTo>
                      <a:pt x="29159" y="17535"/>
                    </a:lnTo>
                    <a:cubicBezTo>
                      <a:pt x="29050" y="18259"/>
                      <a:pt x="28869" y="18984"/>
                      <a:pt x="28652" y="19708"/>
                    </a:cubicBezTo>
                    <a:lnTo>
                      <a:pt x="28543" y="19962"/>
                    </a:lnTo>
                    <a:cubicBezTo>
                      <a:pt x="28543" y="19998"/>
                      <a:pt x="28543" y="20034"/>
                      <a:pt x="28507" y="20106"/>
                    </a:cubicBezTo>
                    <a:lnTo>
                      <a:pt x="28507" y="20143"/>
                    </a:lnTo>
                    <a:cubicBezTo>
                      <a:pt x="28435" y="20324"/>
                      <a:pt x="28398" y="20469"/>
                      <a:pt x="28290" y="20650"/>
                    </a:cubicBezTo>
                    <a:cubicBezTo>
                      <a:pt x="28181" y="21012"/>
                      <a:pt x="28000" y="21338"/>
                      <a:pt x="27855" y="21664"/>
                    </a:cubicBezTo>
                    <a:cubicBezTo>
                      <a:pt x="27783" y="21809"/>
                      <a:pt x="27674" y="21990"/>
                      <a:pt x="27602" y="22135"/>
                    </a:cubicBezTo>
                    <a:lnTo>
                      <a:pt x="27457" y="22388"/>
                    </a:lnTo>
                    <a:lnTo>
                      <a:pt x="27384" y="22497"/>
                    </a:lnTo>
                    <a:lnTo>
                      <a:pt x="27421" y="22461"/>
                    </a:lnTo>
                    <a:lnTo>
                      <a:pt x="27384" y="22533"/>
                    </a:lnTo>
                    <a:cubicBezTo>
                      <a:pt x="27203" y="22823"/>
                      <a:pt x="26986" y="23149"/>
                      <a:pt x="26769" y="23439"/>
                    </a:cubicBezTo>
                    <a:cubicBezTo>
                      <a:pt x="26587" y="23729"/>
                      <a:pt x="26334" y="24018"/>
                      <a:pt x="26117" y="24272"/>
                    </a:cubicBezTo>
                    <a:lnTo>
                      <a:pt x="26080" y="24344"/>
                    </a:lnTo>
                    <a:cubicBezTo>
                      <a:pt x="26089" y="24326"/>
                      <a:pt x="26092" y="24319"/>
                      <a:pt x="26090" y="24319"/>
                    </a:cubicBezTo>
                    <a:lnTo>
                      <a:pt x="26090" y="24319"/>
                    </a:lnTo>
                    <a:cubicBezTo>
                      <a:pt x="26085" y="24319"/>
                      <a:pt x="26044" y="24381"/>
                      <a:pt x="26044" y="24381"/>
                    </a:cubicBezTo>
                    <a:cubicBezTo>
                      <a:pt x="26008" y="24417"/>
                      <a:pt x="25899" y="24525"/>
                      <a:pt x="25827" y="24598"/>
                    </a:cubicBezTo>
                    <a:cubicBezTo>
                      <a:pt x="25754" y="24670"/>
                      <a:pt x="25609" y="24851"/>
                      <a:pt x="25465" y="24996"/>
                    </a:cubicBezTo>
                    <a:cubicBezTo>
                      <a:pt x="25211" y="25250"/>
                      <a:pt x="24957" y="25503"/>
                      <a:pt x="24668" y="25757"/>
                    </a:cubicBezTo>
                    <a:lnTo>
                      <a:pt x="24523" y="25902"/>
                    </a:lnTo>
                    <a:lnTo>
                      <a:pt x="24523" y="25902"/>
                    </a:lnTo>
                    <a:cubicBezTo>
                      <a:pt x="24523" y="25902"/>
                      <a:pt x="24487" y="25902"/>
                      <a:pt x="24487" y="25938"/>
                    </a:cubicBezTo>
                    <a:cubicBezTo>
                      <a:pt x="24450" y="25974"/>
                      <a:pt x="24414" y="26010"/>
                      <a:pt x="24342" y="26010"/>
                    </a:cubicBezTo>
                    <a:cubicBezTo>
                      <a:pt x="24233" y="26155"/>
                      <a:pt x="24088" y="26264"/>
                      <a:pt x="23907" y="26373"/>
                    </a:cubicBezTo>
                    <a:cubicBezTo>
                      <a:pt x="23617" y="26590"/>
                      <a:pt x="23328" y="26807"/>
                      <a:pt x="23038" y="26988"/>
                    </a:cubicBezTo>
                    <a:lnTo>
                      <a:pt x="22784" y="27133"/>
                    </a:lnTo>
                    <a:lnTo>
                      <a:pt x="22676" y="27206"/>
                    </a:lnTo>
                    <a:lnTo>
                      <a:pt x="22639" y="27242"/>
                    </a:lnTo>
                    <a:lnTo>
                      <a:pt x="22603" y="27242"/>
                    </a:lnTo>
                    <a:lnTo>
                      <a:pt x="22531" y="27278"/>
                    </a:lnTo>
                    <a:lnTo>
                      <a:pt x="22422" y="27351"/>
                    </a:lnTo>
                    <a:lnTo>
                      <a:pt x="22168" y="27496"/>
                    </a:lnTo>
                    <a:cubicBezTo>
                      <a:pt x="21842" y="27677"/>
                      <a:pt x="21516" y="27858"/>
                      <a:pt x="21190" y="28003"/>
                    </a:cubicBezTo>
                    <a:lnTo>
                      <a:pt x="20683" y="28220"/>
                    </a:lnTo>
                    <a:lnTo>
                      <a:pt x="20430" y="28292"/>
                    </a:lnTo>
                    <a:lnTo>
                      <a:pt x="20321" y="28329"/>
                    </a:lnTo>
                    <a:lnTo>
                      <a:pt x="20249" y="28365"/>
                    </a:lnTo>
                    <a:cubicBezTo>
                      <a:pt x="19560" y="28618"/>
                      <a:pt x="18836" y="28836"/>
                      <a:pt x="18112" y="28944"/>
                    </a:cubicBezTo>
                    <a:lnTo>
                      <a:pt x="17532" y="29053"/>
                    </a:lnTo>
                    <a:lnTo>
                      <a:pt x="17279" y="29089"/>
                    </a:lnTo>
                    <a:lnTo>
                      <a:pt x="17061" y="29089"/>
                    </a:lnTo>
                    <a:cubicBezTo>
                      <a:pt x="16663" y="29125"/>
                      <a:pt x="16264" y="29162"/>
                      <a:pt x="15902" y="29162"/>
                    </a:cubicBezTo>
                    <a:cubicBezTo>
                      <a:pt x="15689" y="29171"/>
                      <a:pt x="15478" y="29176"/>
                      <a:pt x="15269" y="29176"/>
                    </a:cubicBezTo>
                    <a:cubicBezTo>
                      <a:pt x="14698" y="29176"/>
                      <a:pt x="14141" y="29142"/>
                      <a:pt x="13584" y="29089"/>
                    </a:cubicBezTo>
                    <a:cubicBezTo>
                      <a:pt x="13403" y="29089"/>
                      <a:pt x="13222" y="29017"/>
                      <a:pt x="13041" y="28981"/>
                    </a:cubicBezTo>
                    <a:lnTo>
                      <a:pt x="12534" y="28908"/>
                    </a:lnTo>
                    <a:cubicBezTo>
                      <a:pt x="12171" y="28836"/>
                      <a:pt x="11809" y="28727"/>
                      <a:pt x="11447" y="28618"/>
                    </a:cubicBezTo>
                    <a:cubicBezTo>
                      <a:pt x="10722" y="28437"/>
                      <a:pt x="10034" y="28184"/>
                      <a:pt x="9382" y="27858"/>
                    </a:cubicBezTo>
                    <a:cubicBezTo>
                      <a:pt x="9056" y="27713"/>
                      <a:pt x="8730" y="27532"/>
                      <a:pt x="8404" y="27351"/>
                    </a:cubicBezTo>
                    <a:cubicBezTo>
                      <a:pt x="8078" y="27170"/>
                      <a:pt x="7789" y="26988"/>
                      <a:pt x="7499" y="26807"/>
                    </a:cubicBezTo>
                    <a:cubicBezTo>
                      <a:pt x="6303" y="26010"/>
                      <a:pt x="5217" y="25032"/>
                      <a:pt x="4275" y="23910"/>
                    </a:cubicBezTo>
                    <a:cubicBezTo>
                      <a:pt x="3370" y="22823"/>
                      <a:pt x="2609" y="21591"/>
                      <a:pt x="2066" y="20288"/>
                    </a:cubicBezTo>
                    <a:cubicBezTo>
                      <a:pt x="1776" y="19599"/>
                      <a:pt x="1558" y="18911"/>
                      <a:pt x="1414" y="18187"/>
                    </a:cubicBezTo>
                    <a:cubicBezTo>
                      <a:pt x="1305" y="17824"/>
                      <a:pt x="1232" y="17462"/>
                      <a:pt x="1196" y="17136"/>
                    </a:cubicBezTo>
                    <a:cubicBezTo>
                      <a:pt x="1124" y="16810"/>
                      <a:pt x="1088" y="16376"/>
                      <a:pt x="1051" y="16013"/>
                    </a:cubicBezTo>
                    <a:cubicBezTo>
                      <a:pt x="1015" y="15217"/>
                      <a:pt x="1015" y="14456"/>
                      <a:pt x="1051" y="13695"/>
                    </a:cubicBezTo>
                    <a:cubicBezTo>
                      <a:pt x="1051" y="13478"/>
                      <a:pt x="1088" y="13297"/>
                      <a:pt x="1124" y="13116"/>
                    </a:cubicBezTo>
                    <a:cubicBezTo>
                      <a:pt x="1124" y="13079"/>
                      <a:pt x="1124" y="13043"/>
                      <a:pt x="1124" y="13043"/>
                    </a:cubicBezTo>
                    <a:cubicBezTo>
                      <a:pt x="1124" y="12971"/>
                      <a:pt x="1124" y="12935"/>
                      <a:pt x="1124" y="12898"/>
                    </a:cubicBezTo>
                    <a:cubicBezTo>
                      <a:pt x="1124" y="12826"/>
                      <a:pt x="1124" y="12717"/>
                      <a:pt x="1160" y="12609"/>
                    </a:cubicBezTo>
                    <a:cubicBezTo>
                      <a:pt x="1232" y="12246"/>
                      <a:pt x="1305" y="11884"/>
                      <a:pt x="1377" y="11486"/>
                    </a:cubicBezTo>
                    <a:cubicBezTo>
                      <a:pt x="1486" y="11124"/>
                      <a:pt x="1558" y="10798"/>
                      <a:pt x="1703" y="10435"/>
                    </a:cubicBezTo>
                    <a:cubicBezTo>
                      <a:pt x="1703" y="10363"/>
                      <a:pt x="1740" y="10254"/>
                      <a:pt x="1776" y="10182"/>
                    </a:cubicBezTo>
                    <a:lnTo>
                      <a:pt x="1812" y="10037"/>
                    </a:lnTo>
                    <a:cubicBezTo>
                      <a:pt x="1812" y="10031"/>
                      <a:pt x="1812" y="10019"/>
                      <a:pt x="1812" y="10001"/>
                    </a:cubicBezTo>
                    <a:cubicBezTo>
                      <a:pt x="1884" y="9820"/>
                      <a:pt x="1957" y="9675"/>
                      <a:pt x="2029" y="9494"/>
                    </a:cubicBezTo>
                    <a:cubicBezTo>
                      <a:pt x="2174" y="9168"/>
                      <a:pt x="2319" y="8805"/>
                      <a:pt x="2464" y="8479"/>
                    </a:cubicBezTo>
                    <a:cubicBezTo>
                      <a:pt x="2536" y="8334"/>
                      <a:pt x="2645" y="8153"/>
                      <a:pt x="2718" y="8008"/>
                    </a:cubicBezTo>
                    <a:lnTo>
                      <a:pt x="2862" y="7791"/>
                    </a:lnTo>
                    <a:lnTo>
                      <a:pt x="2899" y="7683"/>
                    </a:lnTo>
                    <a:lnTo>
                      <a:pt x="2935" y="7646"/>
                    </a:lnTo>
                    <a:cubicBezTo>
                      <a:pt x="3333" y="6994"/>
                      <a:pt x="3768" y="6415"/>
                      <a:pt x="4239" y="5871"/>
                    </a:cubicBezTo>
                    <a:cubicBezTo>
                      <a:pt x="4239" y="5799"/>
                      <a:pt x="4275" y="5763"/>
                      <a:pt x="4311" y="5763"/>
                    </a:cubicBezTo>
                    <a:cubicBezTo>
                      <a:pt x="4384" y="5690"/>
                      <a:pt x="4456" y="5618"/>
                      <a:pt x="4492" y="5545"/>
                    </a:cubicBezTo>
                    <a:cubicBezTo>
                      <a:pt x="4637" y="5401"/>
                      <a:pt x="4746" y="5292"/>
                      <a:pt x="4855" y="5147"/>
                    </a:cubicBezTo>
                    <a:cubicBezTo>
                      <a:pt x="5108" y="4893"/>
                      <a:pt x="5398" y="4640"/>
                      <a:pt x="5651" y="4386"/>
                    </a:cubicBezTo>
                    <a:cubicBezTo>
                      <a:pt x="5724" y="4314"/>
                      <a:pt x="5796" y="4278"/>
                      <a:pt x="5833" y="4241"/>
                    </a:cubicBezTo>
                    <a:lnTo>
                      <a:pt x="5869" y="4205"/>
                    </a:lnTo>
                    <a:lnTo>
                      <a:pt x="5977" y="4133"/>
                    </a:lnTo>
                    <a:cubicBezTo>
                      <a:pt x="6122" y="3988"/>
                      <a:pt x="6267" y="3879"/>
                      <a:pt x="6412" y="3771"/>
                    </a:cubicBezTo>
                    <a:cubicBezTo>
                      <a:pt x="6702" y="3553"/>
                      <a:pt x="6992" y="3372"/>
                      <a:pt x="7318" y="3155"/>
                    </a:cubicBezTo>
                    <a:lnTo>
                      <a:pt x="7535" y="3010"/>
                    </a:lnTo>
                    <a:lnTo>
                      <a:pt x="7644" y="2938"/>
                    </a:lnTo>
                    <a:lnTo>
                      <a:pt x="7716" y="2901"/>
                    </a:lnTo>
                    <a:cubicBezTo>
                      <a:pt x="7861" y="2793"/>
                      <a:pt x="8006" y="2720"/>
                      <a:pt x="8187" y="2648"/>
                    </a:cubicBezTo>
                    <a:cubicBezTo>
                      <a:pt x="8513" y="2467"/>
                      <a:pt x="8839" y="2322"/>
                      <a:pt x="9165" y="2141"/>
                    </a:cubicBezTo>
                    <a:lnTo>
                      <a:pt x="9672" y="1923"/>
                    </a:lnTo>
                    <a:lnTo>
                      <a:pt x="9926" y="1851"/>
                    </a:lnTo>
                    <a:lnTo>
                      <a:pt x="10034" y="1778"/>
                    </a:lnTo>
                    <a:lnTo>
                      <a:pt x="10107" y="1778"/>
                    </a:lnTo>
                    <a:cubicBezTo>
                      <a:pt x="10433" y="1670"/>
                      <a:pt x="10795" y="1561"/>
                      <a:pt x="11157" y="1452"/>
                    </a:cubicBezTo>
                    <a:cubicBezTo>
                      <a:pt x="11483" y="1380"/>
                      <a:pt x="11882" y="1271"/>
                      <a:pt x="12244" y="1199"/>
                    </a:cubicBezTo>
                    <a:cubicBezTo>
                      <a:pt x="12425" y="1163"/>
                      <a:pt x="12606" y="1126"/>
                      <a:pt x="12787" y="1126"/>
                    </a:cubicBezTo>
                    <a:lnTo>
                      <a:pt x="13077" y="1090"/>
                    </a:lnTo>
                    <a:lnTo>
                      <a:pt x="13294" y="1090"/>
                    </a:lnTo>
                    <a:cubicBezTo>
                      <a:pt x="13776" y="1021"/>
                      <a:pt x="14259" y="996"/>
                      <a:pt x="14750" y="996"/>
                    </a:cubicBezTo>
                    <a:close/>
                    <a:moveTo>
                      <a:pt x="15390" y="0"/>
                    </a:moveTo>
                    <a:cubicBezTo>
                      <a:pt x="13993" y="0"/>
                      <a:pt x="12593" y="194"/>
                      <a:pt x="11230" y="583"/>
                    </a:cubicBezTo>
                    <a:cubicBezTo>
                      <a:pt x="9745" y="1018"/>
                      <a:pt x="8296" y="1706"/>
                      <a:pt x="6992" y="2539"/>
                    </a:cubicBezTo>
                    <a:cubicBezTo>
                      <a:pt x="5724" y="3408"/>
                      <a:pt x="4565" y="4459"/>
                      <a:pt x="3551" y="5690"/>
                    </a:cubicBezTo>
                    <a:cubicBezTo>
                      <a:pt x="1558" y="8081"/>
                      <a:pt x="363" y="11051"/>
                      <a:pt x="110" y="14166"/>
                    </a:cubicBezTo>
                    <a:cubicBezTo>
                      <a:pt x="1" y="15724"/>
                      <a:pt x="110" y="17317"/>
                      <a:pt x="508" y="18875"/>
                    </a:cubicBezTo>
                    <a:cubicBezTo>
                      <a:pt x="870" y="20324"/>
                      <a:pt x="1450" y="21736"/>
                      <a:pt x="2210" y="23004"/>
                    </a:cubicBezTo>
                    <a:cubicBezTo>
                      <a:pt x="3804" y="25612"/>
                      <a:pt x="6122" y="27640"/>
                      <a:pt x="8875" y="28908"/>
                    </a:cubicBezTo>
                    <a:cubicBezTo>
                      <a:pt x="10288" y="29524"/>
                      <a:pt x="11773" y="29922"/>
                      <a:pt x="13330" y="30103"/>
                    </a:cubicBezTo>
                    <a:cubicBezTo>
                      <a:pt x="13854" y="30158"/>
                      <a:pt x="14380" y="30185"/>
                      <a:pt x="14904" y="30185"/>
                    </a:cubicBezTo>
                    <a:cubicBezTo>
                      <a:pt x="17495" y="30185"/>
                      <a:pt x="20060" y="29522"/>
                      <a:pt x="22350" y="28256"/>
                    </a:cubicBezTo>
                    <a:cubicBezTo>
                      <a:pt x="25066" y="26735"/>
                      <a:pt x="27276" y="24417"/>
                      <a:pt x="28688" y="21628"/>
                    </a:cubicBezTo>
                    <a:cubicBezTo>
                      <a:pt x="29376" y="20215"/>
                      <a:pt x="29847" y="18730"/>
                      <a:pt x="30065" y="17209"/>
                    </a:cubicBezTo>
                    <a:cubicBezTo>
                      <a:pt x="30173" y="16448"/>
                      <a:pt x="30246" y="15651"/>
                      <a:pt x="30246" y="14891"/>
                    </a:cubicBezTo>
                    <a:cubicBezTo>
                      <a:pt x="30246" y="14881"/>
                      <a:pt x="30245" y="14872"/>
                      <a:pt x="30245" y="14863"/>
                    </a:cubicBezTo>
                    <a:lnTo>
                      <a:pt x="30245" y="14863"/>
                    </a:lnTo>
                    <a:cubicBezTo>
                      <a:pt x="30245" y="14860"/>
                      <a:pt x="30245" y="14857"/>
                      <a:pt x="30246" y="14854"/>
                    </a:cubicBezTo>
                    <a:cubicBezTo>
                      <a:pt x="30246" y="13297"/>
                      <a:pt x="30028" y="11739"/>
                      <a:pt x="29558" y="10254"/>
                    </a:cubicBezTo>
                    <a:cubicBezTo>
                      <a:pt x="29087" y="8805"/>
                      <a:pt x="28398" y="7465"/>
                      <a:pt x="27493" y="6234"/>
                    </a:cubicBezTo>
                    <a:cubicBezTo>
                      <a:pt x="26660" y="5002"/>
                      <a:pt x="25609" y="3952"/>
                      <a:pt x="24414" y="3046"/>
                    </a:cubicBezTo>
                    <a:cubicBezTo>
                      <a:pt x="23219" y="2141"/>
                      <a:pt x="21879" y="1416"/>
                      <a:pt x="20466" y="873"/>
                    </a:cubicBezTo>
                    <a:cubicBezTo>
                      <a:pt x="18827" y="293"/>
                      <a:pt x="17111" y="0"/>
                      <a:pt x="15390"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1310;p31">
                <a:extLst>
                  <a:ext uri="{FF2B5EF4-FFF2-40B4-BE49-F238E27FC236}">
                    <a16:creationId xmlns:a16="http://schemas.microsoft.com/office/drawing/2014/main" id="{D4C85247-D077-F093-2483-4613EE04CDD8}"/>
                  </a:ext>
                </a:extLst>
              </p:cNvPr>
              <p:cNvSpPr/>
              <p:nvPr/>
            </p:nvSpPr>
            <p:spPr>
              <a:xfrm>
                <a:off x="4656877" y="1164051"/>
                <a:ext cx="827185" cy="1400619"/>
              </a:xfrm>
              <a:custGeom>
                <a:avLst/>
                <a:gdLst/>
                <a:ahLst/>
                <a:cxnLst/>
                <a:rect l="l" t="t" r="r" b="b"/>
                <a:pathLst>
                  <a:path w="35643" h="60352" extrusionOk="0">
                    <a:moveTo>
                      <a:pt x="17703" y="757"/>
                    </a:moveTo>
                    <a:cubicBezTo>
                      <a:pt x="25433" y="757"/>
                      <a:pt x="32661" y="6039"/>
                      <a:pt x="34483" y="14183"/>
                    </a:cubicBezTo>
                    <a:cubicBezTo>
                      <a:pt x="34773" y="15450"/>
                      <a:pt x="34918" y="16718"/>
                      <a:pt x="34918" y="17986"/>
                    </a:cubicBezTo>
                    <a:cubicBezTo>
                      <a:pt x="34882" y="24180"/>
                      <a:pt x="33940" y="30337"/>
                      <a:pt x="32093" y="36241"/>
                    </a:cubicBezTo>
                    <a:cubicBezTo>
                      <a:pt x="30571" y="41059"/>
                      <a:pt x="28507" y="45695"/>
                      <a:pt x="25935" y="50042"/>
                    </a:cubicBezTo>
                    <a:cubicBezTo>
                      <a:pt x="24957" y="51708"/>
                      <a:pt x="23870" y="53338"/>
                      <a:pt x="22711" y="54895"/>
                    </a:cubicBezTo>
                    <a:cubicBezTo>
                      <a:pt x="21878" y="56054"/>
                      <a:pt x="20973" y="57141"/>
                      <a:pt x="19995" y="58191"/>
                    </a:cubicBezTo>
                    <a:cubicBezTo>
                      <a:pt x="19633" y="58626"/>
                      <a:pt x="19234" y="59024"/>
                      <a:pt x="18799" y="59387"/>
                    </a:cubicBezTo>
                    <a:cubicBezTo>
                      <a:pt x="18551" y="59533"/>
                      <a:pt x="18273" y="59602"/>
                      <a:pt x="17997" y="59602"/>
                    </a:cubicBezTo>
                    <a:cubicBezTo>
                      <a:pt x="17588" y="59602"/>
                      <a:pt x="17182" y="59450"/>
                      <a:pt x="16880" y="59169"/>
                    </a:cubicBezTo>
                    <a:cubicBezTo>
                      <a:pt x="16662" y="58988"/>
                      <a:pt x="16481" y="58771"/>
                      <a:pt x="16300" y="58590"/>
                    </a:cubicBezTo>
                    <a:cubicBezTo>
                      <a:pt x="15395" y="57720"/>
                      <a:pt x="14598" y="56779"/>
                      <a:pt x="13801" y="55801"/>
                    </a:cubicBezTo>
                    <a:cubicBezTo>
                      <a:pt x="11410" y="52794"/>
                      <a:pt x="9309" y="49571"/>
                      <a:pt x="7607" y="46130"/>
                    </a:cubicBezTo>
                    <a:cubicBezTo>
                      <a:pt x="5216" y="41493"/>
                      <a:pt x="3442" y="36531"/>
                      <a:pt x="2283" y="31424"/>
                    </a:cubicBezTo>
                    <a:cubicBezTo>
                      <a:pt x="1594" y="28454"/>
                      <a:pt x="1160" y="25411"/>
                      <a:pt x="942" y="22332"/>
                    </a:cubicBezTo>
                    <a:cubicBezTo>
                      <a:pt x="725" y="19398"/>
                      <a:pt x="544" y="16392"/>
                      <a:pt x="1268" y="13531"/>
                    </a:cubicBezTo>
                    <a:cubicBezTo>
                      <a:pt x="2500" y="8604"/>
                      <a:pt x="5868" y="4511"/>
                      <a:pt x="10469" y="2374"/>
                    </a:cubicBezTo>
                    <a:cubicBezTo>
                      <a:pt x="12829" y="1271"/>
                      <a:pt x="15291" y="757"/>
                      <a:pt x="17703" y="757"/>
                    </a:cubicBezTo>
                    <a:close/>
                    <a:moveTo>
                      <a:pt x="18094" y="0"/>
                    </a:moveTo>
                    <a:cubicBezTo>
                      <a:pt x="16791" y="0"/>
                      <a:pt x="15463" y="147"/>
                      <a:pt x="14127" y="455"/>
                    </a:cubicBezTo>
                    <a:cubicBezTo>
                      <a:pt x="8983" y="1614"/>
                      <a:pt x="4601" y="4982"/>
                      <a:pt x="2101" y="9655"/>
                    </a:cubicBezTo>
                    <a:cubicBezTo>
                      <a:pt x="870" y="12045"/>
                      <a:pt x="145" y="14653"/>
                      <a:pt x="73" y="17334"/>
                    </a:cubicBezTo>
                    <a:cubicBezTo>
                      <a:pt x="1" y="18964"/>
                      <a:pt x="37" y="20594"/>
                      <a:pt x="182" y="22224"/>
                    </a:cubicBezTo>
                    <a:cubicBezTo>
                      <a:pt x="290" y="23817"/>
                      <a:pt x="435" y="25447"/>
                      <a:pt x="689" y="27077"/>
                    </a:cubicBezTo>
                    <a:cubicBezTo>
                      <a:pt x="1486" y="32692"/>
                      <a:pt x="3043" y="38197"/>
                      <a:pt x="5325" y="43413"/>
                    </a:cubicBezTo>
                    <a:cubicBezTo>
                      <a:pt x="7064" y="47361"/>
                      <a:pt x="9201" y="51092"/>
                      <a:pt x="11773" y="54605"/>
                    </a:cubicBezTo>
                    <a:cubicBezTo>
                      <a:pt x="12678" y="55801"/>
                      <a:pt x="13620" y="56996"/>
                      <a:pt x="14634" y="58155"/>
                    </a:cubicBezTo>
                    <a:cubicBezTo>
                      <a:pt x="14996" y="58554"/>
                      <a:pt x="15358" y="58952"/>
                      <a:pt x="15757" y="59350"/>
                    </a:cubicBezTo>
                    <a:cubicBezTo>
                      <a:pt x="16047" y="59640"/>
                      <a:pt x="16373" y="59894"/>
                      <a:pt x="16699" y="60111"/>
                    </a:cubicBezTo>
                    <a:cubicBezTo>
                      <a:pt x="17016" y="60270"/>
                      <a:pt x="17359" y="60351"/>
                      <a:pt x="17703" y="60351"/>
                    </a:cubicBezTo>
                    <a:cubicBezTo>
                      <a:pt x="18065" y="60351"/>
                      <a:pt x="18429" y="60261"/>
                      <a:pt x="18763" y="60075"/>
                    </a:cubicBezTo>
                    <a:cubicBezTo>
                      <a:pt x="19343" y="59713"/>
                      <a:pt x="19850" y="59242"/>
                      <a:pt x="20321" y="58698"/>
                    </a:cubicBezTo>
                    <a:cubicBezTo>
                      <a:pt x="20755" y="58191"/>
                      <a:pt x="21226" y="57684"/>
                      <a:pt x="21625" y="57141"/>
                    </a:cubicBezTo>
                    <a:cubicBezTo>
                      <a:pt x="22748" y="55801"/>
                      <a:pt x="23798" y="54388"/>
                      <a:pt x="24776" y="52939"/>
                    </a:cubicBezTo>
                    <a:cubicBezTo>
                      <a:pt x="27420" y="48919"/>
                      <a:pt x="29630" y="44645"/>
                      <a:pt x="31368" y="40189"/>
                    </a:cubicBezTo>
                    <a:cubicBezTo>
                      <a:pt x="33542" y="34503"/>
                      <a:pt x="34918" y="28562"/>
                      <a:pt x="35425" y="22513"/>
                    </a:cubicBezTo>
                    <a:cubicBezTo>
                      <a:pt x="35570" y="20883"/>
                      <a:pt x="35642" y="19290"/>
                      <a:pt x="35642" y="17660"/>
                    </a:cubicBezTo>
                    <a:cubicBezTo>
                      <a:pt x="35642" y="17655"/>
                      <a:pt x="35642" y="17650"/>
                      <a:pt x="35642" y="17646"/>
                    </a:cubicBezTo>
                    <a:lnTo>
                      <a:pt x="35642" y="17646"/>
                    </a:lnTo>
                    <a:cubicBezTo>
                      <a:pt x="35642" y="17638"/>
                      <a:pt x="35642" y="17631"/>
                      <a:pt x="35642" y="17624"/>
                    </a:cubicBezTo>
                    <a:cubicBezTo>
                      <a:pt x="35642" y="7693"/>
                      <a:pt x="27532" y="0"/>
                      <a:pt x="18094"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 name="Google Shape;1311;p31">
                <a:extLst>
                  <a:ext uri="{FF2B5EF4-FFF2-40B4-BE49-F238E27FC236}">
                    <a16:creationId xmlns:a16="http://schemas.microsoft.com/office/drawing/2014/main" id="{F11DD9C5-B408-E161-1E8C-B35825BB993D}"/>
                  </a:ext>
                </a:extLst>
              </p:cNvPr>
              <p:cNvSpPr/>
              <p:nvPr/>
            </p:nvSpPr>
            <p:spPr>
              <a:xfrm>
                <a:off x="4722437" y="1366857"/>
                <a:ext cx="694368" cy="560925"/>
              </a:xfrm>
              <a:custGeom>
                <a:avLst/>
                <a:gdLst/>
                <a:ahLst/>
                <a:cxnLst/>
                <a:rect l="l" t="t" r="r" b="b"/>
                <a:pathLst>
                  <a:path w="29920" h="24170" extrusionOk="0">
                    <a:moveTo>
                      <a:pt x="28290" y="14137"/>
                    </a:moveTo>
                    <a:cubicBezTo>
                      <a:pt x="28290" y="14144"/>
                      <a:pt x="28287" y="14154"/>
                      <a:pt x="28282" y="14167"/>
                    </a:cubicBezTo>
                    <a:lnTo>
                      <a:pt x="28282" y="14167"/>
                    </a:lnTo>
                    <a:cubicBezTo>
                      <a:pt x="28286" y="14150"/>
                      <a:pt x="28290" y="14137"/>
                      <a:pt x="28290" y="14137"/>
                    </a:cubicBezTo>
                    <a:close/>
                    <a:moveTo>
                      <a:pt x="26931" y="16582"/>
                    </a:moveTo>
                    <a:lnTo>
                      <a:pt x="26913" y="16636"/>
                    </a:lnTo>
                    <a:cubicBezTo>
                      <a:pt x="26903" y="16652"/>
                      <a:pt x="26898" y="16658"/>
                      <a:pt x="26896" y="16658"/>
                    </a:cubicBezTo>
                    <a:cubicBezTo>
                      <a:pt x="26893" y="16658"/>
                      <a:pt x="26912" y="16620"/>
                      <a:pt x="26931" y="16582"/>
                    </a:cubicBezTo>
                    <a:close/>
                    <a:moveTo>
                      <a:pt x="3475" y="1"/>
                    </a:moveTo>
                    <a:cubicBezTo>
                      <a:pt x="3417" y="1"/>
                      <a:pt x="3363" y="60"/>
                      <a:pt x="3333" y="119"/>
                    </a:cubicBezTo>
                    <a:lnTo>
                      <a:pt x="3406" y="119"/>
                    </a:lnTo>
                    <a:cubicBezTo>
                      <a:pt x="2790" y="916"/>
                      <a:pt x="2247" y="1821"/>
                      <a:pt x="1776" y="2727"/>
                    </a:cubicBezTo>
                    <a:cubicBezTo>
                      <a:pt x="1341" y="3596"/>
                      <a:pt x="943" y="4466"/>
                      <a:pt x="653" y="5407"/>
                    </a:cubicBezTo>
                    <a:cubicBezTo>
                      <a:pt x="646" y="5435"/>
                      <a:pt x="644" y="5446"/>
                      <a:pt x="646" y="5446"/>
                    </a:cubicBezTo>
                    <a:cubicBezTo>
                      <a:pt x="650" y="5446"/>
                      <a:pt x="678" y="5366"/>
                      <a:pt x="678" y="5366"/>
                    </a:cubicBezTo>
                    <a:lnTo>
                      <a:pt x="678" y="5366"/>
                    </a:lnTo>
                    <a:cubicBezTo>
                      <a:pt x="679" y="5366"/>
                      <a:pt x="672" y="5386"/>
                      <a:pt x="653" y="5444"/>
                    </a:cubicBezTo>
                    <a:cubicBezTo>
                      <a:pt x="653" y="5480"/>
                      <a:pt x="653" y="5516"/>
                      <a:pt x="617" y="5588"/>
                    </a:cubicBezTo>
                    <a:lnTo>
                      <a:pt x="580" y="5733"/>
                    </a:lnTo>
                    <a:cubicBezTo>
                      <a:pt x="544" y="5842"/>
                      <a:pt x="508" y="5951"/>
                      <a:pt x="508" y="6059"/>
                    </a:cubicBezTo>
                    <a:cubicBezTo>
                      <a:pt x="436" y="6277"/>
                      <a:pt x="399" y="6494"/>
                      <a:pt x="363" y="6711"/>
                    </a:cubicBezTo>
                    <a:cubicBezTo>
                      <a:pt x="254" y="7182"/>
                      <a:pt x="182" y="7653"/>
                      <a:pt x="146" y="8124"/>
                    </a:cubicBezTo>
                    <a:cubicBezTo>
                      <a:pt x="37" y="8957"/>
                      <a:pt x="1" y="9790"/>
                      <a:pt x="37" y="10623"/>
                    </a:cubicBezTo>
                    <a:cubicBezTo>
                      <a:pt x="110" y="12289"/>
                      <a:pt x="508" y="13883"/>
                      <a:pt x="1160" y="15404"/>
                    </a:cubicBezTo>
                    <a:cubicBezTo>
                      <a:pt x="1776" y="16853"/>
                      <a:pt x="2681" y="18230"/>
                      <a:pt x="3768" y="19389"/>
                    </a:cubicBezTo>
                    <a:cubicBezTo>
                      <a:pt x="4891" y="20584"/>
                      <a:pt x="6195" y="21562"/>
                      <a:pt x="7607" y="22323"/>
                    </a:cubicBezTo>
                    <a:cubicBezTo>
                      <a:pt x="9129" y="23119"/>
                      <a:pt x="10759" y="23663"/>
                      <a:pt x="12461" y="23953"/>
                    </a:cubicBezTo>
                    <a:cubicBezTo>
                      <a:pt x="13348" y="24097"/>
                      <a:pt x="14254" y="24170"/>
                      <a:pt x="15164" y="24170"/>
                    </a:cubicBezTo>
                    <a:cubicBezTo>
                      <a:pt x="16074" y="24170"/>
                      <a:pt x="16989" y="24097"/>
                      <a:pt x="17894" y="23953"/>
                    </a:cubicBezTo>
                    <a:cubicBezTo>
                      <a:pt x="19488" y="23663"/>
                      <a:pt x="21045" y="23119"/>
                      <a:pt x="22458" y="22286"/>
                    </a:cubicBezTo>
                    <a:cubicBezTo>
                      <a:pt x="23907" y="21490"/>
                      <a:pt x="25175" y="20475"/>
                      <a:pt x="26261" y="19280"/>
                    </a:cubicBezTo>
                    <a:cubicBezTo>
                      <a:pt x="26805" y="18664"/>
                      <a:pt x="27312" y="18012"/>
                      <a:pt x="27783" y="17324"/>
                    </a:cubicBezTo>
                    <a:cubicBezTo>
                      <a:pt x="28000" y="16962"/>
                      <a:pt x="28217" y="16600"/>
                      <a:pt x="28435" y="16201"/>
                    </a:cubicBezTo>
                    <a:cubicBezTo>
                      <a:pt x="28579" y="15839"/>
                      <a:pt x="28761" y="15441"/>
                      <a:pt x="28869" y="15078"/>
                    </a:cubicBezTo>
                    <a:lnTo>
                      <a:pt x="28942" y="14861"/>
                    </a:lnTo>
                    <a:cubicBezTo>
                      <a:pt x="28978" y="14825"/>
                      <a:pt x="28978" y="14789"/>
                      <a:pt x="28978" y="14752"/>
                    </a:cubicBezTo>
                    <a:lnTo>
                      <a:pt x="28978" y="14752"/>
                    </a:lnTo>
                    <a:lnTo>
                      <a:pt x="28976" y="14756"/>
                    </a:lnTo>
                    <a:lnTo>
                      <a:pt x="28976" y="14756"/>
                    </a:lnTo>
                    <a:cubicBezTo>
                      <a:pt x="28978" y="14743"/>
                      <a:pt x="28978" y="14729"/>
                      <a:pt x="28978" y="14716"/>
                    </a:cubicBezTo>
                    <a:lnTo>
                      <a:pt x="29014" y="14607"/>
                    </a:lnTo>
                    <a:cubicBezTo>
                      <a:pt x="29080" y="14442"/>
                      <a:pt x="29146" y="14247"/>
                      <a:pt x="29185" y="14076"/>
                    </a:cubicBezTo>
                    <a:lnTo>
                      <a:pt x="29185" y="14076"/>
                    </a:lnTo>
                    <a:cubicBezTo>
                      <a:pt x="29330" y="13661"/>
                      <a:pt x="29430" y="13247"/>
                      <a:pt x="29557" y="12833"/>
                    </a:cubicBezTo>
                    <a:cubicBezTo>
                      <a:pt x="29666" y="12326"/>
                      <a:pt x="29739" y="11855"/>
                      <a:pt x="29775" y="11384"/>
                    </a:cubicBezTo>
                    <a:cubicBezTo>
                      <a:pt x="29811" y="10913"/>
                      <a:pt x="29847" y="10478"/>
                      <a:pt x="29883" y="9971"/>
                    </a:cubicBezTo>
                    <a:cubicBezTo>
                      <a:pt x="29920" y="9500"/>
                      <a:pt x="29883" y="9029"/>
                      <a:pt x="29883" y="8559"/>
                    </a:cubicBezTo>
                    <a:cubicBezTo>
                      <a:pt x="29847" y="7581"/>
                      <a:pt x="29739" y="6603"/>
                      <a:pt x="29557" y="5625"/>
                    </a:cubicBezTo>
                    <a:cubicBezTo>
                      <a:pt x="29376" y="4647"/>
                      <a:pt x="29087" y="3705"/>
                      <a:pt x="28688" y="2799"/>
                    </a:cubicBezTo>
                    <a:cubicBezTo>
                      <a:pt x="28471" y="2292"/>
                      <a:pt x="28217" y="1785"/>
                      <a:pt x="27927" y="1314"/>
                    </a:cubicBezTo>
                    <a:cubicBezTo>
                      <a:pt x="27783" y="1061"/>
                      <a:pt x="27602" y="807"/>
                      <a:pt x="27420" y="590"/>
                    </a:cubicBezTo>
                    <a:cubicBezTo>
                      <a:pt x="27312" y="481"/>
                      <a:pt x="27203" y="373"/>
                      <a:pt x="27058" y="300"/>
                    </a:cubicBezTo>
                    <a:lnTo>
                      <a:pt x="26913" y="155"/>
                    </a:lnTo>
                    <a:cubicBezTo>
                      <a:pt x="26841" y="119"/>
                      <a:pt x="26768" y="83"/>
                      <a:pt x="26696" y="47"/>
                    </a:cubicBezTo>
                    <a:cubicBezTo>
                      <a:pt x="26675" y="19"/>
                      <a:pt x="26649" y="7"/>
                      <a:pt x="26620" y="7"/>
                    </a:cubicBezTo>
                    <a:cubicBezTo>
                      <a:pt x="26503" y="7"/>
                      <a:pt x="26355" y="212"/>
                      <a:pt x="26442" y="300"/>
                    </a:cubicBezTo>
                    <a:cubicBezTo>
                      <a:pt x="26442" y="336"/>
                      <a:pt x="26479" y="409"/>
                      <a:pt x="26479" y="481"/>
                    </a:cubicBezTo>
                    <a:cubicBezTo>
                      <a:pt x="26515" y="554"/>
                      <a:pt x="26551" y="626"/>
                      <a:pt x="26587" y="699"/>
                    </a:cubicBezTo>
                    <a:cubicBezTo>
                      <a:pt x="26624" y="843"/>
                      <a:pt x="26696" y="988"/>
                      <a:pt x="26768" y="1097"/>
                    </a:cubicBezTo>
                    <a:cubicBezTo>
                      <a:pt x="26877" y="1351"/>
                      <a:pt x="27058" y="1640"/>
                      <a:pt x="27203" y="1858"/>
                    </a:cubicBezTo>
                    <a:cubicBezTo>
                      <a:pt x="27493" y="2365"/>
                      <a:pt x="27783" y="2836"/>
                      <a:pt x="28036" y="3343"/>
                    </a:cubicBezTo>
                    <a:cubicBezTo>
                      <a:pt x="28543" y="4321"/>
                      <a:pt x="28905" y="5371"/>
                      <a:pt x="29123" y="6458"/>
                    </a:cubicBezTo>
                    <a:cubicBezTo>
                      <a:pt x="29340" y="7508"/>
                      <a:pt x="29413" y="8595"/>
                      <a:pt x="29340" y="9681"/>
                    </a:cubicBezTo>
                    <a:cubicBezTo>
                      <a:pt x="29304" y="10225"/>
                      <a:pt x="29268" y="10732"/>
                      <a:pt x="29123" y="11275"/>
                    </a:cubicBezTo>
                    <a:cubicBezTo>
                      <a:pt x="29014" y="11818"/>
                      <a:pt x="28869" y="12362"/>
                      <a:pt x="28688" y="12905"/>
                    </a:cubicBezTo>
                    <a:cubicBezTo>
                      <a:pt x="28616" y="13159"/>
                      <a:pt x="28543" y="13412"/>
                      <a:pt x="28435" y="13666"/>
                    </a:cubicBezTo>
                    <a:cubicBezTo>
                      <a:pt x="28435" y="13702"/>
                      <a:pt x="28398" y="13738"/>
                      <a:pt x="28398" y="13774"/>
                    </a:cubicBezTo>
                    <a:lnTo>
                      <a:pt x="28326" y="13992"/>
                    </a:lnTo>
                    <a:lnTo>
                      <a:pt x="28253" y="14173"/>
                    </a:lnTo>
                    <a:lnTo>
                      <a:pt x="28253" y="14209"/>
                    </a:lnTo>
                    <a:cubicBezTo>
                      <a:pt x="28253" y="14215"/>
                      <a:pt x="28254" y="14219"/>
                      <a:pt x="28254" y="14222"/>
                    </a:cubicBezTo>
                    <a:lnTo>
                      <a:pt x="28254" y="14222"/>
                    </a:lnTo>
                    <a:cubicBezTo>
                      <a:pt x="28231" y="14265"/>
                      <a:pt x="28201" y="14315"/>
                      <a:pt x="28181" y="14354"/>
                    </a:cubicBezTo>
                    <a:cubicBezTo>
                      <a:pt x="28109" y="14499"/>
                      <a:pt x="28036" y="14607"/>
                      <a:pt x="28000" y="14752"/>
                    </a:cubicBezTo>
                    <a:cubicBezTo>
                      <a:pt x="28012" y="14740"/>
                      <a:pt x="28018" y="14735"/>
                      <a:pt x="28020" y="14735"/>
                    </a:cubicBezTo>
                    <a:lnTo>
                      <a:pt x="28020" y="14735"/>
                    </a:lnTo>
                    <a:cubicBezTo>
                      <a:pt x="28028" y="14735"/>
                      <a:pt x="27927" y="14861"/>
                      <a:pt x="27927" y="14861"/>
                    </a:cubicBezTo>
                    <a:lnTo>
                      <a:pt x="27891" y="14897"/>
                    </a:lnTo>
                    <a:lnTo>
                      <a:pt x="27783" y="15115"/>
                    </a:lnTo>
                    <a:cubicBezTo>
                      <a:pt x="27746" y="15223"/>
                      <a:pt x="27674" y="15368"/>
                      <a:pt x="27602" y="15477"/>
                    </a:cubicBezTo>
                    <a:cubicBezTo>
                      <a:pt x="27608" y="15465"/>
                      <a:pt x="27610" y="15460"/>
                      <a:pt x="27609" y="15460"/>
                    </a:cubicBezTo>
                    <a:lnTo>
                      <a:pt x="27609" y="15460"/>
                    </a:lnTo>
                    <a:cubicBezTo>
                      <a:pt x="27607" y="15460"/>
                      <a:pt x="27594" y="15478"/>
                      <a:pt x="27579" y="15499"/>
                    </a:cubicBezTo>
                    <a:lnTo>
                      <a:pt x="27579" y="15499"/>
                    </a:lnTo>
                    <a:cubicBezTo>
                      <a:pt x="27558" y="15521"/>
                      <a:pt x="27529" y="15549"/>
                      <a:pt x="27529" y="15549"/>
                    </a:cubicBezTo>
                    <a:cubicBezTo>
                      <a:pt x="27529" y="15553"/>
                      <a:pt x="27530" y="15554"/>
                      <a:pt x="27532" y="15554"/>
                    </a:cubicBezTo>
                    <a:cubicBezTo>
                      <a:pt x="27535" y="15554"/>
                      <a:pt x="27543" y="15547"/>
                      <a:pt x="27552" y="15536"/>
                    </a:cubicBezTo>
                    <a:lnTo>
                      <a:pt x="27552" y="15536"/>
                    </a:lnTo>
                    <a:lnTo>
                      <a:pt x="27457" y="15694"/>
                    </a:lnTo>
                    <a:cubicBezTo>
                      <a:pt x="27457" y="15694"/>
                      <a:pt x="27420" y="15730"/>
                      <a:pt x="27420" y="15767"/>
                    </a:cubicBezTo>
                    <a:lnTo>
                      <a:pt x="27312" y="15948"/>
                    </a:lnTo>
                    <a:cubicBezTo>
                      <a:pt x="27312" y="15967"/>
                      <a:pt x="27290" y="15998"/>
                      <a:pt x="27282" y="15998"/>
                    </a:cubicBezTo>
                    <a:cubicBezTo>
                      <a:pt x="27276" y="15998"/>
                      <a:pt x="27279" y="15977"/>
                      <a:pt x="27312" y="15911"/>
                    </a:cubicBezTo>
                    <a:cubicBezTo>
                      <a:pt x="27337" y="15869"/>
                      <a:pt x="27347" y="15852"/>
                      <a:pt x="27346" y="15852"/>
                    </a:cubicBezTo>
                    <a:lnTo>
                      <a:pt x="27346" y="15852"/>
                    </a:lnTo>
                    <a:cubicBezTo>
                      <a:pt x="27345" y="15852"/>
                      <a:pt x="27239" y="16029"/>
                      <a:pt x="27239" y="16056"/>
                    </a:cubicBezTo>
                    <a:lnTo>
                      <a:pt x="27239" y="16093"/>
                    </a:lnTo>
                    <a:lnTo>
                      <a:pt x="27167" y="16201"/>
                    </a:lnTo>
                    <a:lnTo>
                      <a:pt x="27167" y="16201"/>
                    </a:lnTo>
                    <a:lnTo>
                      <a:pt x="27203" y="16129"/>
                    </a:lnTo>
                    <a:cubicBezTo>
                      <a:pt x="27208" y="16119"/>
                      <a:pt x="27209" y="16116"/>
                      <a:pt x="27209" y="16116"/>
                    </a:cubicBezTo>
                    <a:lnTo>
                      <a:pt x="27209" y="16116"/>
                    </a:lnTo>
                    <a:cubicBezTo>
                      <a:pt x="27206" y="16116"/>
                      <a:pt x="27142" y="16229"/>
                      <a:pt x="27147" y="16229"/>
                    </a:cubicBezTo>
                    <a:cubicBezTo>
                      <a:pt x="27148" y="16229"/>
                      <a:pt x="27154" y="16221"/>
                      <a:pt x="27167" y="16201"/>
                    </a:cubicBezTo>
                    <a:lnTo>
                      <a:pt x="27167" y="16201"/>
                    </a:lnTo>
                    <a:cubicBezTo>
                      <a:pt x="27094" y="16310"/>
                      <a:pt x="27022" y="16419"/>
                      <a:pt x="26950" y="16527"/>
                    </a:cubicBezTo>
                    <a:lnTo>
                      <a:pt x="26841" y="16708"/>
                    </a:lnTo>
                    <a:cubicBezTo>
                      <a:pt x="26768" y="16817"/>
                      <a:pt x="26696" y="16962"/>
                      <a:pt x="26624" y="17071"/>
                    </a:cubicBezTo>
                    <a:cubicBezTo>
                      <a:pt x="26345" y="17488"/>
                      <a:pt x="26033" y="17906"/>
                      <a:pt x="25687" y="18324"/>
                    </a:cubicBezTo>
                    <a:lnTo>
                      <a:pt x="25687" y="18324"/>
                    </a:lnTo>
                    <a:cubicBezTo>
                      <a:pt x="25697" y="18311"/>
                      <a:pt x="25704" y="18301"/>
                      <a:pt x="25703" y="18301"/>
                    </a:cubicBezTo>
                    <a:lnTo>
                      <a:pt x="25703" y="18301"/>
                    </a:lnTo>
                    <a:cubicBezTo>
                      <a:pt x="25702" y="18301"/>
                      <a:pt x="25687" y="18320"/>
                      <a:pt x="25646" y="18375"/>
                    </a:cubicBezTo>
                    <a:cubicBezTo>
                      <a:pt x="25659" y="18358"/>
                      <a:pt x="25673" y="18341"/>
                      <a:pt x="25687" y="18324"/>
                    </a:cubicBezTo>
                    <a:lnTo>
                      <a:pt x="25687" y="18324"/>
                    </a:lnTo>
                    <a:cubicBezTo>
                      <a:pt x="25675" y="18341"/>
                      <a:pt x="25658" y="18362"/>
                      <a:pt x="25646" y="18375"/>
                    </a:cubicBezTo>
                    <a:lnTo>
                      <a:pt x="25646" y="18375"/>
                    </a:lnTo>
                    <a:lnTo>
                      <a:pt x="25646" y="18375"/>
                    </a:lnTo>
                    <a:cubicBezTo>
                      <a:pt x="25646" y="18375"/>
                      <a:pt x="25646" y="18375"/>
                      <a:pt x="25646" y="18375"/>
                    </a:cubicBezTo>
                    <a:lnTo>
                      <a:pt x="25646" y="18375"/>
                    </a:lnTo>
                    <a:cubicBezTo>
                      <a:pt x="25646" y="18393"/>
                      <a:pt x="25618" y="18420"/>
                      <a:pt x="25605" y="18429"/>
                    </a:cubicBezTo>
                    <a:lnTo>
                      <a:pt x="25605" y="18429"/>
                    </a:lnTo>
                    <a:lnTo>
                      <a:pt x="25646" y="18375"/>
                    </a:lnTo>
                    <a:lnTo>
                      <a:pt x="25646" y="18375"/>
                    </a:lnTo>
                    <a:cubicBezTo>
                      <a:pt x="25603" y="18417"/>
                      <a:pt x="25594" y="18432"/>
                      <a:pt x="25598" y="18432"/>
                    </a:cubicBezTo>
                    <a:cubicBezTo>
                      <a:pt x="25600" y="18432"/>
                      <a:pt x="25602" y="18431"/>
                      <a:pt x="25605" y="18429"/>
                    </a:cubicBezTo>
                    <a:lnTo>
                      <a:pt x="25605" y="18429"/>
                    </a:lnTo>
                    <a:lnTo>
                      <a:pt x="25537" y="18519"/>
                    </a:lnTo>
                    <a:lnTo>
                      <a:pt x="25247" y="18809"/>
                    </a:lnTo>
                    <a:cubicBezTo>
                      <a:pt x="25066" y="19026"/>
                      <a:pt x="24849" y="19208"/>
                      <a:pt x="24668" y="19389"/>
                    </a:cubicBezTo>
                    <a:cubicBezTo>
                      <a:pt x="24559" y="19497"/>
                      <a:pt x="24486" y="19570"/>
                      <a:pt x="24378" y="19678"/>
                    </a:cubicBezTo>
                    <a:lnTo>
                      <a:pt x="24233" y="19787"/>
                    </a:lnTo>
                    <a:cubicBezTo>
                      <a:pt x="24281" y="19751"/>
                      <a:pt x="24301" y="19739"/>
                      <a:pt x="24305" y="19739"/>
                    </a:cubicBezTo>
                    <a:lnTo>
                      <a:pt x="24305" y="19739"/>
                    </a:lnTo>
                    <a:cubicBezTo>
                      <a:pt x="24313" y="19739"/>
                      <a:pt x="24257" y="19787"/>
                      <a:pt x="24233" y="19787"/>
                    </a:cubicBezTo>
                    <a:cubicBezTo>
                      <a:pt x="24016" y="19968"/>
                      <a:pt x="23798" y="20113"/>
                      <a:pt x="23581" y="20294"/>
                    </a:cubicBezTo>
                    <a:cubicBezTo>
                      <a:pt x="23364" y="20439"/>
                      <a:pt x="23146" y="20620"/>
                      <a:pt x="22929" y="20729"/>
                    </a:cubicBezTo>
                    <a:lnTo>
                      <a:pt x="22567" y="20946"/>
                    </a:lnTo>
                    <a:lnTo>
                      <a:pt x="22386" y="21091"/>
                    </a:lnTo>
                    <a:cubicBezTo>
                      <a:pt x="21879" y="21345"/>
                      <a:pt x="21371" y="21562"/>
                      <a:pt x="20864" y="21779"/>
                    </a:cubicBezTo>
                    <a:lnTo>
                      <a:pt x="20683" y="21852"/>
                    </a:lnTo>
                    <a:lnTo>
                      <a:pt x="20575" y="21888"/>
                    </a:lnTo>
                    <a:cubicBezTo>
                      <a:pt x="20537" y="21907"/>
                      <a:pt x="20529" y="21913"/>
                      <a:pt x="20535" y="21913"/>
                    </a:cubicBezTo>
                    <a:cubicBezTo>
                      <a:pt x="20540" y="21913"/>
                      <a:pt x="20552" y="21910"/>
                      <a:pt x="20567" y="21905"/>
                    </a:cubicBezTo>
                    <a:lnTo>
                      <a:pt x="20567" y="21905"/>
                    </a:lnTo>
                    <a:lnTo>
                      <a:pt x="20249" y="22033"/>
                    </a:lnTo>
                    <a:cubicBezTo>
                      <a:pt x="19959" y="22142"/>
                      <a:pt x="19669" y="22214"/>
                      <a:pt x="19415" y="22286"/>
                    </a:cubicBezTo>
                    <a:cubicBezTo>
                      <a:pt x="19126" y="22359"/>
                      <a:pt x="18836" y="22395"/>
                      <a:pt x="18546" y="22468"/>
                    </a:cubicBezTo>
                    <a:cubicBezTo>
                      <a:pt x="18401" y="22504"/>
                      <a:pt x="18256" y="22504"/>
                      <a:pt x="18075" y="22540"/>
                    </a:cubicBezTo>
                    <a:lnTo>
                      <a:pt x="17894" y="22576"/>
                    </a:lnTo>
                    <a:lnTo>
                      <a:pt x="17786" y="22576"/>
                    </a:lnTo>
                    <a:cubicBezTo>
                      <a:pt x="17134" y="22649"/>
                      <a:pt x="16482" y="22685"/>
                      <a:pt x="15830" y="22685"/>
                    </a:cubicBezTo>
                    <a:cubicBezTo>
                      <a:pt x="15178" y="22685"/>
                      <a:pt x="14526" y="22649"/>
                      <a:pt x="13874" y="22576"/>
                    </a:cubicBezTo>
                    <a:cubicBezTo>
                      <a:pt x="13625" y="22545"/>
                      <a:pt x="13376" y="22514"/>
                      <a:pt x="13104" y="22460"/>
                    </a:cubicBezTo>
                    <a:lnTo>
                      <a:pt x="13104" y="22460"/>
                    </a:lnTo>
                    <a:cubicBezTo>
                      <a:pt x="13119" y="22463"/>
                      <a:pt x="13134" y="22465"/>
                      <a:pt x="13149" y="22468"/>
                    </a:cubicBezTo>
                    <a:lnTo>
                      <a:pt x="12968" y="22431"/>
                    </a:lnTo>
                    <a:lnTo>
                      <a:pt x="12968" y="22431"/>
                    </a:lnTo>
                    <a:cubicBezTo>
                      <a:pt x="13014" y="22442"/>
                      <a:pt x="13060" y="22451"/>
                      <a:pt x="13104" y="22460"/>
                    </a:cubicBezTo>
                    <a:lnTo>
                      <a:pt x="13104" y="22460"/>
                    </a:lnTo>
                    <a:cubicBezTo>
                      <a:pt x="11599" y="22204"/>
                      <a:pt x="10130" y="21700"/>
                      <a:pt x="8803" y="21019"/>
                    </a:cubicBezTo>
                    <a:cubicBezTo>
                      <a:pt x="8404" y="20801"/>
                      <a:pt x="8042" y="20620"/>
                      <a:pt x="7680" y="20367"/>
                    </a:cubicBezTo>
                    <a:lnTo>
                      <a:pt x="7680" y="20367"/>
                    </a:lnTo>
                    <a:lnTo>
                      <a:pt x="7825" y="20475"/>
                    </a:lnTo>
                    <a:cubicBezTo>
                      <a:pt x="6448" y="19606"/>
                      <a:pt x="5253" y="18519"/>
                      <a:pt x="4275" y="17252"/>
                    </a:cubicBezTo>
                    <a:cubicBezTo>
                      <a:pt x="3985" y="16889"/>
                      <a:pt x="3732" y="16527"/>
                      <a:pt x="3478" y="16129"/>
                    </a:cubicBezTo>
                    <a:lnTo>
                      <a:pt x="3478" y="16129"/>
                    </a:lnTo>
                    <a:lnTo>
                      <a:pt x="3551" y="16274"/>
                    </a:lnTo>
                    <a:cubicBezTo>
                      <a:pt x="3007" y="15368"/>
                      <a:pt x="2536" y="14426"/>
                      <a:pt x="2210" y="13448"/>
                    </a:cubicBezTo>
                    <a:cubicBezTo>
                      <a:pt x="2029" y="12941"/>
                      <a:pt x="1884" y="12434"/>
                      <a:pt x="1739" y="11927"/>
                    </a:cubicBezTo>
                    <a:cubicBezTo>
                      <a:pt x="1739" y="11818"/>
                      <a:pt x="1703" y="11674"/>
                      <a:pt x="1667" y="11565"/>
                    </a:cubicBezTo>
                    <a:lnTo>
                      <a:pt x="1631" y="11348"/>
                    </a:lnTo>
                    <a:cubicBezTo>
                      <a:pt x="1631" y="11322"/>
                      <a:pt x="1612" y="11204"/>
                      <a:pt x="1615" y="11204"/>
                    </a:cubicBezTo>
                    <a:lnTo>
                      <a:pt x="1615" y="11204"/>
                    </a:lnTo>
                    <a:cubicBezTo>
                      <a:pt x="1616" y="11204"/>
                      <a:pt x="1620" y="11223"/>
                      <a:pt x="1631" y="11275"/>
                    </a:cubicBezTo>
                    <a:cubicBezTo>
                      <a:pt x="1631" y="11166"/>
                      <a:pt x="1595" y="11022"/>
                      <a:pt x="1558" y="10913"/>
                    </a:cubicBezTo>
                    <a:lnTo>
                      <a:pt x="1558" y="10804"/>
                    </a:lnTo>
                    <a:lnTo>
                      <a:pt x="1558" y="10696"/>
                    </a:lnTo>
                    <a:cubicBezTo>
                      <a:pt x="1558" y="10659"/>
                      <a:pt x="1522" y="10551"/>
                      <a:pt x="1522" y="10478"/>
                    </a:cubicBezTo>
                    <a:cubicBezTo>
                      <a:pt x="1341" y="9392"/>
                      <a:pt x="1305" y="8305"/>
                      <a:pt x="1413" y="7255"/>
                    </a:cubicBezTo>
                    <a:lnTo>
                      <a:pt x="1450" y="6856"/>
                    </a:lnTo>
                    <a:cubicBezTo>
                      <a:pt x="1450" y="6820"/>
                      <a:pt x="1450" y="6784"/>
                      <a:pt x="1450" y="6747"/>
                    </a:cubicBezTo>
                    <a:cubicBezTo>
                      <a:pt x="1450" y="6675"/>
                      <a:pt x="1486" y="6566"/>
                      <a:pt x="1486" y="6494"/>
                    </a:cubicBezTo>
                    <a:cubicBezTo>
                      <a:pt x="1522" y="6204"/>
                      <a:pt x="1595" y="5951"/>
                      <a:pt x="1631" y="5661"/>
                    </a:cubicBezTo>
                    <a:cubicBezTo>
                      <a:pt x="1667" y="5516"/>
                      <a:pt x="1703" y="5371"/>
                      <a:pt x="1739" y="5262"/>
                    </a:cubicBezTo>
                    <a:lnTo>
                      <a:pt x="1739" y="5154"/>
                    </a:lnTo>
                    <a:cubicBezTo>
                      <a:pt x="1739" y="5118"/>
                      <a:pt x="1739" y="5081"/>
                      <a:pt x="1739" y="5045"/>
                    </a:cubicBezTo>
                    <a:cubicBezTo>
                      <a:pt x="1739" y="4973"/>
                      <a:pt x="1776" y="4900"/>
                      <a:pt x="1776" y="4828"/>
                    </a:cubicBezTo>
                    <a:cubicBezTo>
                      <a:pt x="1848" y="4538"/>
                      <a:pt x="1921" y="4248"/>
                      <a:pt x="1993" y="3958"/>
                    </a:cubicBezTo>
                    <a:cubicBezTo>
                      <a:pt x="1993" y="3886"/>
                      <a:pt x="2065" y="3814"/>
                      <a:pt x="2065" y="3741"/>
                    </a:cubicBezTo>
                    <a:lnTo>
                      <a:pt x="2102" y="3632"/>
                    </a:lnTo>
                    <a:cubicBezTo>
                      <a:pt x="2102" y="3632"/>
                      <a:pt x="2145" y="3525"/>
                      <a:pt x="2131" y="3525"/>
                    </a:cubicBezTo>
                    <a:cubicBezTo>
                      <a:pt x="2127" y="3525"/>
                      <a:pt x="2118" y="3535"/>
                      <a:pt x="2102" y="3560"/>
                    </a:cubicBezTo>
                    <a:cubicBezTo>
                      <a:pt x="2174" y="3379"/>
                      <a:pt x="2210" y="3198"/>
                      <a:pt x="2283" y="3017"/>
                    </a:cubicBezTo>
                    <a:cubicBezTo>
                      <a:pt x="2283" y="3017"/>
                      <a:pt x="2306" y="2924"/>
                      <a:pt x="2297" y="2924"/>
                    </a:cubicBezTo>
                    <a:lnTo>
                      <a:pt x="2297" y="2924"/>
                    </a:lnTo>
                    <a:cubicBezTo>
                      <a:pt x="2294" y="2924"/>
                      <a:pt x="2290" y="2930"/>
                      <a:pt x="2283" y="2944"/>
                    </a:cubicBezTo>
                    <a:cubicBezTo>
                      <a:pt x="2296" y="2904"/>
                      <a:pt x="2309" y="2879"/>
                      <a:pt x="2319" y="2865"/>
                    </a:cubicBezTo>
                    <a:lnTo>
                      <a:pt x="2319" y="2865"/>
                    </a:lnTo>
                    <a:lnTo>
                      <a:pt x="2319" y="2872"/>
                    </a:lnTo>
                    <a:cubicBezTo>
                      <a:pt x="2332" y="2859"/>
                      <a:pt x="2336" y="2850"/>
                      <a:pt x="2333" y="2850"/>
                    </a:cubicBezTo>
                    <a:lnTo>
                      <a:pt x="2333" y="2850"/>
                    </a:lnTo>
                    <a:cubicBezTo>
                      <a:pt x="2331" y="2850"/>
                      <a:pt x="2326" y="2855"/>
                      <a:pt x="2319" y="2865"/>
                    </a:cubicBezTo>
                    <a:lnTo>
                      <a:pt x="2319" y="2865"/>
                    </a:lnTo>
                    <a:lnTo>
                      <a:pt x="2319" y="2836"/>
                    </a:lnTo>
                    <a:cubicBezTo>
                      <a:pt x="2355" y="2763"/>
                      <a:pt x="2391" y="2654"/>
                      <a:pt x="2428" y="2582"/>
                    </a:cubicBezTo>
                    <a:cubicBezTo>
                      <a:pt x="2500" y="2437"/>
                      <a:pt x="2536" y="2256"/>
                      <a:pt x="2609" y="2111"/>
                    </a:cubicBezTo>
                    <a:cubicBezTo>
                      <a:pt x="2899" y="1459"/>
                      <a:pt x="3225" y="807"/>
                      <a:pt x="3551" y="155"/>
                    </a:cubicBezTo>
                    <a:cubicBezTo>
                      <a:pt x="3587" y="83"/>
                      <a:pt x="3587" y="10"/>
                      <a:pt x="3514" y="10"/>
                    </a:cubicBezTo>
                    <a:cubicBezTo>
                      <a:pt x="3501" y="4"/>
                      <a:pt x="3488" y="1"/>
                      <a:pt x="3475"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 name="Google Shape;1312;p31">
                <a:extLst>
                  <a:ext uri="{FF2B5EF4-FFF2-40B4-BE49-F238E27FC236}">
                    <a16:creationId xmlns:a16="http://schemas.microsoft.com/office/drawing/2014/main" id="{DEF496CA-D36E-71A5-8394-4A2FBFB560ED}"/>
                  </a:ext>
                </a:extLst>
              </p:cNvPr>
              <p:cNvSpPr/>
              <p:nvPr/>
            </p:nvSpPr>
            <p:spPr>
              <a:xfrm>
                <a:off x="4721880" y="1292177"/>
                <a:ext cx="698290" cy="330568"/>
              </a:xfrm>
              <a:custGeom>
                <a:avLst/>
                <a:gdLst/>
                <a:ahLst/>
                <a:cxnLst/>
                <a:rect l="l" t="t" r="r" b="b"/>
                <a:pathLst>
                  <a:path w="30089" h="14244" extrusionOk="0">
                    <a:moveTo>
                      <a:pt x="9933" y="1800"/>
                    </a:moveTo>
                    <a:cubicBezTo>
                      <a:pt x="9929" y="1800"/>
                      <a:pt x="9913" y="1804"/>
                      <a:pt x="9877" y="1816"/>
                    </a:cubicBezTo>
                    <a:cubicBezTo>
                      <a:pt x="9901" y="1816"/>
                      <a:pt x="9941" y="1800"/>
                      <a:pt x="9933" y="1800"/>
                    </a:cubicBezTo>
                    <a:close/>
                    <a:moveTo>
                      <a:pt x="15265" y="0"/>
                    </a:moveTo>
                    <a:cubicBezTo>
                      <a:pt x="13904" y="0"/>
                      <a:pt x="12548" y="183"/>
                      <a:pt x="11253" y="548"/>
                    </a:cubicBezTo>
                    <a:cubicBezTo>
                      <a:pt x="8428" y="1345"/>
                      <a:pt x="5893" y="2902"/>
                      <a:pt x="3937" y="5076"/>
                    </a:cubicBezTo>
                    <a:cubicBezTo>
                      <a:pt x="2959" y="6162"/>
                      <a:pt x="2126" y="7394"/>
                      <a:pt x="1474" y="8698"/>
                    </a:cubicBezTo>
                    <a:cubicBezTo>
                      <a:pt x="822" y="10038"/>
                      <a:pt x="387" y="11414"/>
                      <a:pt x="170" y="12863"/>
                    </a:cubicBezTo>
                    <a:cubicBezTo>
                      <a:pt x="97" y="13225"/>
                      <a:pt x="61" y="13624"/>
                      <a:pt x="25" y="13986"/>
                    </a:cubicBezTo>
                    <a:cubicBezTo>
                      <a:pt x="1" y="14179"/>
                      <a:pt x="138" y="14244"/>
                      <a:pt x="274" y="14244"/>
                    </a:cubicBezTo>
                    <a:cubicBezTo>
                      <a:pt x="343" y="14244"/>
                      <a:pt x="411" y="14228"/>
                      <a:pt x="460" y="14203"/>
                    </a:cubicBezTo>
                    <a:cubicBezTo>
                      <a:pt x="713" y="14058"/>
                      <a:pt x="894" y="13841"/>
                      <a:pt x="930" y="13551"/>
                    </a:cubicBezTo>
                    <a:lnTo>
                      <a:pt x="967" y="13588"/>
                    </a:lnTo>
                    <a:cubicBezTo>
                      <a:pt x="967" y="13515"/>
                      <a:pt x="967" y="13407"/>
                      <a:pt x="967" y="13334"/>
                    </a:cubicBezTo>
                    <a:lnTo>
                      <a:pt x="967" y="13189"/>
                    </a:lnTo>
                    <a:lnTo>
                      <a:pt x="967" y="13153"/>
                    </a:lnTo>
                    <a:lnTo>
                      <a:pt x="967" y="13117"/>
                    </a:lnTo>
                    <a:cubicBezTo>
                      <a:pt x="967" y="12936"/>
                      <a:pt x="1039" y="12755"/>
                      <a:pt x="1039" y="12610"/>
                    </a:cubicBezTo>
                    <a:cubicBezTo>
                      <a:pt x="1111" y="12247"/>
                      <a:pt x="1184" y="11885"/>
                      <a:pt x="1256" y="11559"/>
                    </a:cubicBezTo>
                    <a:cubicBezTo>
                      <a:pt x="1329" y="11197"/>
                      <a:pt x="1437" y="10871"/>
                      <a:pt x="1546" y="10545"/>
                    </a:cubicBezTo>
                    <a:cubicBezTo>
                      <a:pt x="1619" y="10364"/>
                      <a:pt x="1655" y="10219"/>
                      <a:pt x="1727" y="10038"/>
                    </a:cubicBezTo>
                    <a:cubicBezTo>
                      <a:pt x="1728" y="10037"/>
                      <a:pt x="1729" y="10035"/>
                      <a:pt x="1729" y="10034"/>
                    </a:cubicBezTo>
                    <a:lnTo>
                      <a:pt x="1729" y="10034"/>
                    </a:lnTo>
                    <a:cubicBezTo>
                      <a:pt x="1730" y="10041"/>
                      <a:pt x="1732" y="10044"/>
                      <a:pt x="1734" y="10044"/>
                    </a:cubicBezTo>
                    <a:cubicBezTo>
                      <a:pt x="1740" y="10044"/>
                      <a:pt x="1747" y="10017"/>
                      <a:pt x="1742" y="10017"/>
                    </a:cubicBezTo>
                    <a:lnTo>
                      <a:pt x="1742" y="10017"/>
                    </a:lnTo>
                    <a:cubicBezTo>
                      <a:pt x="1740" y="10017"/>
                      <a:pt x="1736" y="10021"/>
                      <a:pt x="1729" y="10034"/>
                    </a:cubicBezTo>
                    <a:lnTo>
                      <a:pt x="1729" y="10034"/>
                    </a:lnTo>
                    <a:cubicBezTo>
                      <a:pt x="1728" y="10028"/>
                      <a:pt x="1727" y="10017"/>
                      <a:pt x="1727" y="10002"/>
                    </a:cubicBezTo>
                    <a:lnTo>
                      <a:pt x="1763" y="9893"/>
                    </a:lnTo>
                    <a:cubicBezTo>
                      <a:pt x="1800" y="9821"/>
                      <a:pt x="1836" y="9712"/>
                      <a:pt x="1872" y="9639"/>
                    </a:cubicBezTo>
                    <a:cubicBezTo>
                      <a:pt x="2126" y="8988"/>
                      <a:pt x="2415" y="8372"/>
                      <a:pt x="2778" y="7792"/>
                    </a:cubicBezTo>
                    <a:cubicBezTo>
                      <a:pt x="2778" y="7756"/>
                      <a:pt x="2814" y="7720"/>
                      <a:pt x="2814" y="7684"/>
                    </a:cubicBezTo>
                    <a:lnTo>
                      <a:pt x="2814" y="7684"/>
                    </a:lnTo>
                    <a:cubicBezTo>
                      <a:pt x="2791" y="7718"/>
                      <a:pt x="2783" y="7731"/>
                      <a:pt x="2782" y="7731"/>
                    </a:cubicBezTo>
                    <a:cubicBezTo>
                      <a:pt x="2780" y="7731"/>
                      <a:pt x="2814" y="7672"/>
                      <a:pt x="2814" y="7647"/>
                    </a:cubicBezTo>
                    <a:cubicBezTo>
                      <a:pt x="2814" y="7647"/>
                      <a:pt x="2923" y="7502"/>
                      <a:pt x="2959" y="7430"/>
                    </a:cubicBezTo>
                    <a:cubicBezTo>
                      <a:pt x="3031" y="7358"/>
                      <a:pt x="3140" y="7140"/>
                      <a:pt x="3249" y="6995"/>
                    </a:cubicBezTo>
                    <a:cubicBezTo>
                      <a:pt x="3430" y="6742"/>
                      <a:pt x="3647" y="6452"/>
                      <a:pt x="3864" y="6198"/>
                    </a:cubicBezTo>
                    <a:lnTo>
                      <a:pt x="4009" y="5981"/>
                    </a:lnTo>
                    <a:lnTo>
                      <a:pt x="4082" y="5909"/>
                    </a:lnTo>
                    <a:lnTo>
                      <a:pt x="4154" y="5836"/>
                    </a:lnTo>
                    <a:lnTo>
                      <a:pt x="4154" y="5836"/>
                    </a:lnTo>
                    <a:cubicBezTo>
                      <a:pt x="4136" y="5854"/>
                      <a:pt x="4127" y="5861"/>
                      <a:pt x="4124" y="5861"/>
                    </a:cubicBezTo>
                    <a:cubicBezTo>
                      <a:pt x="4116" y="5861"/>
                      <a:pt x="4163" y="5800"/>
                      <a:pt x="4190" y="5800"/>
                    </a:cubicBezTo>
                    <a:lnTo>
                      <a:pt x="4263" y="5691"/>
                    </a:lnTo>
                    <a:lnTo>
                      <a:pt x="4444" y="5474"/>
                    </a:lnTo>
                    <a:cubicBezTo>
                      <a:pt x="4661" y="5257"/>
                      <a:pt x="4879" y="5003"/>
                      <a:pt x="5168" y="4750"/>
                    </a:cubicBezTo>
                    <a:lnTo>
                      <a:pt x="5530" y="4424"/>
                    </a:lnTo>
                    <a:lnTo>
                      <a:pt x="5712" y="4279"/>
                    </a:lnTo>
                    <a:cubicBezTo>
                      <a:pt x="5724" y="4255"/>
                      <a:pt x="5724" y="4247"/>
                      <a:pt x="5718" y="4247"/>
                    </a:cubicBezTo>
                    <a:cubicBezTo>
                      <a:pt x="5708" y="4247"/>
                      <a:pt x="5675" y="4279"/>
                      <a:pt x="5675" y="4279"/>
                    </a:cubicBezTo>
                    <a:lnTo>
                      <a:pt x="5712" y="4243"/>
                    </a:lnTo>
                    <a:lnTo>
                      <a:pt x="5820" y="4170"/>
                    </a:lnTo>
                    <a:cubicBezTo>
                      <a:pt x="6074" y="3953"/>
                      <a:pt x="6364" y="3735"/>
                      <a:pt x="6617" y="3518"/>
                    </a:cubicBezTo>
                    <a:cubicBezTo>
                      <a:pt x="6907" y="3337"/>
                      <a:pt x="7197" y="3156"/>
                      <a:pt x="7486" y="2975"/>
                    </a:cubicBezTo>
                    <a:lnTo>
                      <a:pt x="7595" y="2902"/>
                    </a:lnTo>
                    <a:lnTo>
                      <a:pt x="7595" y="2902"/>
                    </a:lnTo>
                    <a:cubicBezTo>
                      <a:pt x="7567" y="2921"/>
                      <a:pt x="7558" y="2928"/>
                      <a:pt x="7560" y="2928"/>
                    </a:cubicBezTo>
                    <a:cubicBezTo>
                      <a:pt x="7563" y="2928"/>
                      <a:pt x="7617" y="2895"/>
                      <a:pt x="7612" y="2895"/>
                    </a:cubicBezTo>
                    <a:lnTo>
                      <a:pt x="7612" y="2895"/>
                    </a:lnTo>
                    <a:cubicBezTo>
                      <a:pt x="7611" y="2895"/>
                      <a:pt x="7606" y="2897"/>
                      <a:pt x="7595" y="2902"/>
                    </a:cubicBezTo>
                    <a:lnTo>
                      <a:pt x="7631" y="2866"/>
                    </a:lnTo>
                    <a:cubicBezTo>
                      <a:pt x="7704" y="2830"/>
                      <a:pt x="7776" y="2794"/>
                      <a:pt x="7885" y="2757"/>
                    </a:cubicBezTo>
                    <a:cubicBezTo>
                      <a:pt x="7957" y="2721"/>
                      <a:pt x="8175" y="2576"/>
                      <a:pt x="8320" y="2504"/>
                    </a:cubicBezTo>
                    <a:cubicBezTo>
                      <a:pt x="8646" y="2359"/>
                      <a:pt x="8935" y="2214"/>
                      <a:pt x="9261" y="2069"/>
                    </a:cubicBezTo>
                    <a:cubicBezTo>
                      <a:pt x="9442" y="1997"/>
                      <a:pt x="9587" y="1924"/>
                      <a:pt x="9768" y="1852"/>
                    </a:cubicBezTo>
                    <a:lnTo>
                      <a:pt x="9877" y="1816"/>
                    </a:lnTo>
                    <a:lnTo>
                      <a:pt x="10167" y="1707"/>
                    </a:lnTo>
                    <a:cubicBezTo>
                      <a:pt x="10819" y="1490"/>
                      <a:pt x="11507" y="1309"/>
                      <a:pt x="12231" y="1200"/>
                    </a:cubicBezTo>
                    <a:lnTo>
                      <a:pt x="12739" y="1127"/>
                    </a:lnTo>
                    <a:lnTo>
                      <a:pt x="12992" y="1091"/>
                    </a:lnTo>
                    <a:lnTo>
                      <a:pt x="13209" y="1091"/>
                    </a:lnTo>
                    <a:cubicBezTo>
                      <a:pt x="13535" y="1055"/>
                      <a:pt x="13898" y="1019"/>
                      <a:pt x="14260" y="983"/>
                    </a:cubicBezTo>
                    <a:cubicBezTo>
                      <a:pt x="14403" y="979"/>
                      <a:pt x="14546" y="977"/>
                      <a:pt x="14689" y="977"/>
                    </a:cubicBezTo>
                    <a:cubicBezTo>
                      <a:pt x="15988" y="977"/>
                      <a:pt x="17258" y="1127"/>
                      <a:pt x="18498" y="1453"/>
                    </a:cubicBezTo>
                    <a:cubicBezTo>
                      <a:pt x="19838" y="1816"/>
                      <a:pt x="21106" y="2359"/>
                      <a:pt x="22301" y="3083"/>
                    </a:cubicBezTo>
                    <a:cubicBezTo>
                      <a:pt x="22881" y="3446"/>
                      <a:pt x="23424" y="3808"/>
                      <a:pt x="23931" y="4243"/>
                    </a:cubicBezTo>
                    <a:cubicBezTo>
                      <a:pt x="24438" y="4677"/>
                      <a:pt x="24945" y="5148"/>
                      <a:pt x="25416" y="5655"/>
                    </a:cubicBezTo>
                    <a:cubicBezTo>
                      <a:pt x="25887" y="6162"/>
                      <a:pt x="26322" y="6669"/>
                      <a:pt x="26720" y="7249"/>
                    </a:cubicBezTo>
                    <a:cubicBezTo>
                      <a:pt x="26901" y="7539"/>
                      <a:pt x="27046" y="7756"/>
                      <a:pt x="27227" y="8046"/>
                    </a:cubicBezTo>
                    <a:cubicBezTo>
                      <a:pt x="27408" y="8372"/>
                      <a:pt x="27553" y="8662"/>
                      <a:pt x="27734" y="8951"/>
                    </a:cubicBezTo>
                    <a:cubicBezTo>
                      <a:pt x="28024" y="9603"/>
                      <a:pt x="28277" y="10219"/>
                      <a:pt x="28531" y="10907"/>
                    </a:cubicBezTo>
                    <a:cubicBezTo>
                      <a:pt x="28640" y="11233"/>
                      <a:pt x="28712" y="11559"/>
                      <a:pt x="28821" y="11921"/>
                    </a:cubicBezTo>
                    <a:cubicBezTo>
                      <a:pt x="28857" y="12066"/>
                      <a:pt x="28893" y="12247"/>
                      <a:pt x="28929" y="12429"/>
                    </a:cubicBezTo>
                    <a:cubicBezTo>
                      <a:pt x="28929" y="12501"/>
                      <a:pt x="28966" y="12573"/>
                      <a:pt x="28966" y="12682"/>
                    </a:cubicBezTo>
                    <a:lnTo>
                      <a:pt x="29002" y="12791"/>
                    </a:lnTo>
                    <a:lnTo>
                      <a:pt x="29002" y="12863"/>
                    </a:lnTo>
                    <a:cubicBezTo>
                      <a:pt x="29074" y="13225"/>
                      <a:pt x="29111" y="13551"/>
                      <a:pt x="29147" y="13914"/>
                    </a:cubicBezTo>
                    <a:cubicBezTo>
                      <a:pt x="29147" y="14080"/>
                      <a:pt x="29256" y="14152"/>
                      <a:pt x="29381" y="14152"/>
                    </a:cubicBezTo>
                    <a:cubicBezTo>
                      <a:pt x="29448" y="14152"/>
                      <a:pt x="29519" y="14132"/>
                      <a:pt x="29581" y="14095"/>
                    </a:cubicBezTo>
                    <a:cubicBezTo>
                      <a:pt x="29763" y="13986"/>
                      <a:pt x="30089" y="13732"/>
                      <a:pt x="30052" y="13479"/>
                    </a:cubicBezTo>
                    <a:cubicBezTo>
                      <a:pt x="29763" y="10581"/>
                      <a:pt x="28640" y="7828"/>
                      <a:pt x="26829" y="5546"/>
                    </a:cubicBezTo>
                    <a:cubicBezTo>
                      <a:pt x="25959" y="4460"/>
                      <a:pt x="24945" y="3518"/>
                      <a:pt x="23786" y="2721"/>
                    </a:cubicBezTo>
                    <a:cubicBezTo>
                      <a:pt x="21395" y="1019"/>
                      <a:pt x="18570" y="77"/>
                      <a:pt x="15636" y="5"/>
                    </a:cubicBezTo>
                    <a:cubicBezTo>
                      <a:pt x="15512" y="2"/>
                      <a:pt x="15389" y="0"/>
                      <a:pt x="15265"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1313;p31">
                <a:extLst>
                  <a:ext uri="{FF2B5EF4-FFF2-40B4-BE49-F238E27FC236}">
                    <a16:creationId xmlns:a16="http://schemas.microsoft.com/office/drawing/2014/main" id="{67421BA9-FDBB-BCA9-BDE0-D017F009EA7E}"/>
                  </a:ext>
                </a:extLst>
              </p:cNvPr>
              <p:cNvSpPr/>
              <p:nvPr/>
            </p:nvSpPr>
            <p:spPr>
              <a:xfrm>
                <a:off x="4657712" y="1634225"/>
                <a:ext cx="826349" cy="995903"/>
              </a:xfrm>
              <a:custGeom>
                <a:avLst/>
                <a:gdLst/>
                <a:ahLst/>
                <a:cxnLst/>
                <a:rect l="l" t="t" r="r" b="b"/>
                <a:pathLst>
                  <a:path w="35607" h="42913" extrusionOk="0">
                    <a:moveTo>
                      <a:pt x="35393" y="1"/>
                    </a:moveTo>
                    <a:cubicBezTo>
                      <a:pt x="35329" y="1"/>
                      <a:pt x="35261" y="17"/>
                      <a:pt x="35208" y="44"/>
                    </a:cubicBezTo>
                    <a:cubicBezTo>
                      <a:pt x="35027" y="116"/>
                      <a:pt x="34882" y="334"/>
                      <a:pt x="34846" y="551"/>
                    </a:cubicBezTo>
                    <a:lnTo>
                      <a:pt x="34882" y="551"/>
                    </a:lnTo>
                    <a:cubicBezTo>
                      <a:pt x="34846" y="4753"/>
                      <a:pt x="34411" y="8918"/>
                      <a:pt x="33542" y="13011"/>
                    </a:cubicBezTo>
                    <a:cubicBezTo>
                      <a:pt x="32781" y="16633"/>
                      <a:pt x="31694" y="20219"/>
                      <a:pt x="30282" y="23660"/>
                    </a:cubicBezTo>
                    <a:cubicBezTo>
                      <a:pt x="29087" y="26630"/>
                      <a:pt x="27674" y="29528"/>
                      <a:pt x="26044" y="32317"/>
                    </a:cubicBezTo>
                    <a:cubicBezTo>
                      <a:pt x="25392" y="33404"/>
                      <a:pt x="24668" y="34563"/>
                      <a:pt x="23907" y="35686"/>
                    </a:cubicBezTo>
                    <a:cubicBezTo>
                      <a:pt x="23255" y="36627"/>
                      <a:pt x="22603" y="37569"/>
                      <a:pt x="21878" y="38475"/>
                    </a:cubicBezTo>
                    <a:cubicBezTo>
                      <a:pt x="21589" y="38873"/>
                      <a:pt x="21263" y="39272"/>
                      <a:pt x="20937" y="39670"/>
                    </a:cubicBezTo>
                    <a:lnTo>
                      <a:pt x="20828" y="39779"/>
                    </a:lnTo>
                    <a:lnTo>
                      <a:pt x="20756" y="39851"/>
                    </a:lnTo>
                    <a:cubicBezTo>
                      <a:pt x="20766" y="39846"/>
                      <a:pt x="20772" y="39844"/>
                      <a:pt x="20776" y="39844"/>
                    </a:cubicBezTo>
                    <a:cubicBezTo>
                      <a:pt x="20799" y="39844"/>
                      <a:pt x="20714" y="39929"/>
                      <a:pt x="20683" y="39960"/>
                    </a:cubicBezTo>
                    <a:lnTo>
                      <a:pt x="20575" y="40068"/>
                    </a:lnTo>
                    <a:cubicBezTo>
                      <a:pt x="20430" y="40250"/>
                      <a:pt x="20285" y="40394"/>
                      <a:pt x="20140" y="40539"/>
                    </a:cubicBezTo>
                    <a:cubicBezTo>
                      <a:pt x="19923" y="40793"/>
                      <a:pt x="19669" y="41083"/>
                      <a:pt x="19415" y="41336"/>
                    </a:cubicBezTo>
                    <a:cubicBezTo>
                      <a:pt x="19126" y="41698"/>
                      <a:pt x="18727" y="41988"/>
                      <a:pt x="18256" y="42133"/>
                    </a:cubicBezTo>
                    <a:cubicBezTo>
                      <a:pt x="18161" y="42153"/>
                      <a:pt x="18067" y="42162"/>
                      <a:pt x="17976" y="42162"/>
                    </a:cubicBezTo>
                    <a:cubicBezTo>
                      <a:pt x="17062" y="42162"/>
                      <a:pt x="16350" y="41237"/>
                      <a:pt x="15757" y="40612"/>
                    </a:cubicBezTo>
                    <a:cubicBezTo>
                      <a:pt x="15141" y="39960"/>
                      <a:pt x="14634" y="39380"/>
                      <a:pt x="14091" y="38728"/>
                    </a:cubicBezTo>
                    <a:cubicBezTo>
                      <a:pt x="12642" y="36953"/>
                      <a:pt x="11302" y="35106"/>
                      <a:pt x="10107" y="33150"/>
                    </a:cubicBezTo>
                    <a:cubicBezTo>
                      <a:pt x="8549" y="30651"/>
                      <a:pt x="7136" y="28043"/>
                      <a:pt x="5977" y="25326"/>
                    </a:cubicBezTo>
                    <a:cubicBezTo>
                      <a:pt x="4565" y="22103"/>
                      <a:pt x="3406" y="18770"/>
                      <a:pt x="2573" y="15366"/>
                    </a:cubicBezTo>
                    <a:cubicBezTo>
                      <a:pt x="1595" y="11454"/>
                      <a:pt x="1015" y="7433"/>
                      <a:pt x="834" y="3376"/>
                    </a:cubicBezTo>
                    <a:cubicBezTo>
                      <a:pt x="761" y="2326"/>
                      <a:pt x="725" y="1275"/>
                      <a:pt x="725" y="225"/>
                    </a:cubicBezTo>
                    <a:cubicBezTo>
                      <a:pt x="725" y="87"/>
                      <a:pt x="638" y="37"/>
                      <a:pt x="537" y="37"/>
                    </a:cubicBezTo>
                    <a:cubicBezTo>
                      <a:pt x="479" y="37"/>
                      <a:pt x="416" y="54"/>
                      <a:pt x="363" y="80"/>
                    </a:cubicBezTo>
                    <a:cubicBezTo>
                      <a:pt x="146" y="153"/>
                      <a:pt x="37" y="370"/>
                      <a:pt x="1" y="587"/>
                    </a:cubicBezTo>
                    <a:cubicBezTo>
                      <a:pt x="1" y="4825"/>
                      <a:pt x="435" y="9027"/>
                      <a:pt x="1269" y="13192"/>
                    </a:cubicBezTo>
                    <a:cubicBezTo>
                      <a:pt x="1993" y="16814"/>
                      <a:pt x="3043" y="20364"/>
                      <a:pt x="4384" y="23805"/>
                    </a:cubicBezTo>
                    <a:cubicBezTo>
                      <a:pt x="5543" y="26703"/>
                      <a:pt x="6919" y="29528"/>
                      <a:pt x="8513" y="32245"/>
                    </a:cubicBezTo>
                    <a:cubicBezTo>
                      <a:pt x="9744" y="34382"/>
                      <a:pt x="11157" y="36446"/>
                      <a:pt x="12678" y="38402"/>
                    </a:cubicBezTo>
                    <a:cubicBezTo>
                      <a:pt x="13692" y="39742"/>
                      <a:pt x="14779" y="40974"/>
                      <a:pt x="15974" y="42133"/>
                    </a:cubicBezTo>
                    <a:cubicBezTo>
                      <a:pt x="16413" y="42626"/>
                      <a:pt x="17038" y="42912"/>
                      <a:pt x="17678" y="42912"/>
                    </a:cubicBezTo>
                    <a:cubicBezTo>
                      <a:pt x="17883" y="42912"/>
                      <a:pt x="18090" y="42883"/>
                      <a:pt x="18293" y="42821"/>
                    </a:cubicBezTo>
                    <a:cubicBezTo>
                      <a:pt x="18872" y="42604"/>
                      <a:pt x="19379" y="42242"/>
                      <a:pt x="19778" y="41771"/>
                    </a:cubicBezTo>
                    <a:cubicBezTo>
                      <a:pt x="20357" y="41155"/>
                      <a:pt x="20901" y="40539"/>
                      <a:pt x="21444" y="39887"/>
                    </a:cubicBezTo>
                    <a:cubicBezTo>
                      <a:pt x="22929" y="38112"/>
                      <a:pt x="24305" y="36229"/>
                      <a:pt x="25537" y="34237"/>
                    </a:cubicBezTo>
                    <a:cubicBezTo>
                      <a:pt x="27203" y="31593"/>
                      <a:pt x="28652" y="28840"/>
                      <a:pt x="29956" y="26015"/>
                    </a:cubicBezTo>
                    <a:cubicBezTo>
                      <a:pt x="31441" y="22646"/>
                      <a:pt x="32672" y="19169"/>
                      <a:pt x="33614" y="15583"/>
                    </a:cubicBezTo>
                    <a:cubicBezTo>
                      <a:pt x="34665" y="11598"/>
                      <a:pt x="35280" y="7542"/>
                      <a:pt x="35498" y="3412"/>
                    </a:cubicBezTo>
                    <a:cubicBezTo>
                      <a:pt x="35570" y="2326"/>
                      <a:pt x="35606" y="1275"/>
                      <a:pt x="35606" y="189"/>
                    </a:cubicBezTo>
                    <a:cubicBezTo>
                      <a:pt x="35606" y="51"/>
                      <a:pt x="35504" y="1"/>
                      <a:pt x="35393"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1314;p31">
                <a:extLst>
                  <a:ext uri="{FF2B5EF4-FFF2-40B4-BE49-F238E27FC236}">
                    <a16:creationId xmlns:a16="http://schemas.microsoft.com/office/drawing/2014/main" id="{93ECE4B6-0BA3-C41E-DE7F-BBF92F0AFA22}"/>
                  </a:ext>
                </a:extLst>
              </p:cNvPr>
              <p:cNvSpPr/>
              <p:nvPr/>
            </p:nvSpPr>
            <p:spPr>
              <a:xfrm>
                <a:off x="5334499" y="1431466"/>
                <a:ext cx="81458" cy="195848"/>
              </a:xfrm>
              <a:custGeom>
                <a:avLst/>
                <a:gdLst/>
                <a:ahLst/>
                <a:cxnLst/>
                <a:rect l="l" t="t" r="r" b="b"/>
                <a:pathLst>
                  <a:path w="3510" h="8439" extrusionOk="0">
                    <a:moveTo>
                      <a:pt x="261" y="1"/>
                    </a:moveTo>
                    <a:cubicBezTo>
                      <a:pt x="131" y="1"/>
                      <a:pt x="1" y="175"/>
                      <a:pt x="32" y="269"/>
                    </a:cubicBezTo>
                    <a:cubicBezTo>
                      <a:pt x="68" y="378"/>
                      <a:pt x="141" y="559"/>
                      <a:pt x="177" y="704"/>
                    </a:cubicBezTo>
                    <a:cubicBezTo>
                      <a:pt x="250" y="848"/>
                      <a:pt x="322" y="993"/>
                      <a:pt x="394" y="1138"/>
                    </a:cubicBezTo>
                    <a:cubicBezTo>
                      <a:pt x="539" y="1392"/>
                      <a:pt x="684" y="1609"/>
                      <a:pt x="829" y="1863"/>
                    </a:cubicBezTo>
                    <a:cubicBezTo>
                      <a:pt x="1119" y="2334"/>
                      <a:pt x="1372" y="2841"/>
                      <a:pt x="1662" y="3348"/>
                    </a:cubicBezTo>
                    <a:cubicBezTo>
                      <a:pt x="2133" y="4326"/>
                      <a:pt x="2531" y="5376"/>
                      <a:pt x="2749" y="6463"/>
                    </a:cubicBezTo>
                    <a:cubicBezTo>
                      <a:pt x="2857" y="7079"/>
                      <a:pt x="2930" y="7694"/>
                      <a:pt x="2966" y="8310"/>
                    </a:cubicBezTo>
                    <a:cubicBezTo>
                      <a:pt x="2966" y="8407"/>
                      <a:pt x="3031" y="8439"/>
                      <a:pt x="3106" y="8439"/>
                    </a:cubicBezTo>
                    <a:cubicBezTo>
                      <a:pt x="3143" y="8439"/>
                      <a:pt x="3183" y="8431"/>
                      <a:pt x="3220" y="8419"/>
                    </a:cubicBezTo>
                    <a:cubicBezTo>
                      <a:pt x="3365" y="8346"/>
                      <a:pt x="3473" y="8201"/>
                      <a:pt x="3509" y="8056"/>
                    </a:cubicBezTo>
                    <a:cubicBezTo>
                      <a:pt x="3437" y="6934"/>
                      <a:pt x="3256" y="5811"/>
                      <a:pt x="2966" y="4724"/>
                    </a:cubicBezTo>
                    <a:cubicBezTo>
                      <a:pt x="2676" y="3565"/>
                      <a:pt x="2242" y="2478"/>
                      <a:pt x="1662" y="1500"/>
                    </a:cubicBezTo>
                    <a:cubicBezTo>
                      <a:pt x="1517" y="1174"/>
                      <a:pt x="1336" y="885"/>
                      <a:pt x="1119" y="631"/>
                    </a:cubicBezTo>
                    <a:cubicBezTo>
                      <a:pt x="1010" y="486"/>
                      <a:pt x="902" y="378"/>
                      <a:pt x="757" y="305"/>
                    </a:cubicBezTo>
                    <a:lnTo>
                      <a:pt x="322" y="15"/>
                    </a:lnTo>
                    <a:cubicBezTo>
                      <a:pt x="302" y="5"/>
                      <a:pt x="281" y="1"/>
                      <a:pt x="261"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 name="Google Shape;1315;p31">
                <a:extLst>
                  <a:ext uri="{FF2B5EF4-FFF2-40B4-BE49-F238E27FC236}">
                    <a16:creationId xmlns:a16="http://schemas.microsoft.com/office/drawing/2014/main" id="{F1B9D38B-A296-0C76-3BEB-9D90917F65DA}"/>
                  </a:ext>
                </a:extLst>
              </p:cNvPr>
              <p:cNvSpPr/>
              <p:nvPr/>
            </p:nvSpPr>
            <p:spPr>
              <a:xfrm>
                <a:off x="4724966" y="1431582"/>
                <a:ext cx="82410" cy="196196"/>
              </a:xfrm>
              <a:custGeom>
                <a:avLst/>
                <a:gdLst/>
                <a:ahLst/>
                <a:cxnLst/>
                <a:rect l="l" t="t" r="r" b="b"/>
                <a:pathLst>
                  <a:path w="3551" h="8454" extrusionOk="0">
                    <a:moveTo>
                      <a:pt x="3438" y="1"/>
                    </a:moveTo>
                    <a:cubicBezTo>
                      <a:pt x="3380" y="1"/>
                      <a:pt x="3326" y="60"/>
                      <a:pt x="3297" y="119"/>
                    </a:cubicBezTo>
                    <a:cubicBezTo>
                      <a:pt x="2934" y="626"/>
                      <a:pt x="2572" y="1133"/>
                      <a:pt x="2246" y="1640"/>
                    </a:cubicBezTo>
                    <a:cubicBezTo>
                      <a:pt x="1993" y="2147"/>
                      <a:pt x="1739" y="2655"/>
                      <a:pt x="1486" y="3162"/>
                    </a:cubicBezTo>
                    <a:cubicBezTo>
                      <a:pt x="978" y="4176"/>
                      <a:pt x="580" y="5226"/>
                      <a:pt x="327" y="6313"/>
                    </a:cubicBezTo>
                    <a:cubicBezTo>
                      <a:pt x="182" y="6929"/>
                      <a:pt x="73" y="7508"/>
                      <a:pt x="1" y="8124"/>
                    </a:cubicBezTo>
                    <a:cubicBezTo>
                      <a:pt x="1" y="8269"/>
                      <a:pt x="73" y="8377"/>
                      <a:pt x="182" y="8414"/>
                    </a:cubicBezTo>
                    <a:cubicBezTo>
                      <a:pt x="237" y="8441"/>
                      <a:pt x="298" y="8453"/>
                      <a:pt x="359" y="8453"/>
                    </a:cubicBezTo>
                    <a:cubicBezTo>
                      <a:pt x="460" y="8453"/>
                      <a:pt x="563" y="8422"/>
                      <a:pt x="653" y="8377"/>
                    </a:cubicBezTo>
                    <a:cubicBezTo>
                      <a:pt x="978" y="8196"/>
                      <a:pt x="1232" y="7870"/>
                      <a:pt x="1268" y="7508"/>
                    </a:cubicBezTo>
                    <a:cubicBezTo>
                      <a:pt x="1268" y="7255"/>
                      <a:pt x="1304" y="7037"/>
                      <a:pt x="1341" y="6784"/>
                    </a:cubicBezTo>
                    <a:lnTo>
                      <a:pt x="1341" y="6711"/>
                    </a:lnTo>
                    <a:lnTo>
                      <a:pt x="1377" y="6530"/>
                    </a:lnTo>
                    <a:cubicBezTo>
                      <a:pt x="1377" y="6422"/>
                      <a:pt x="1413" y="6313"/>
                      <a:pt x="1413" y="6168"/>
                    </a:cubicBezTo>
                    <a:cubicBezTo>
                      <a:pt x="1522" y="5697"/>
                      <a:pt x="1630" y="5190"/>
                      <a:pt x="1739" y="4719"/>
                    </a:cubicBezTo>
                    <a:cubicBezTo>
                      <a:pt x="1848" y="4248"/>
                      <a:pt x="1993" y="3741"/>
                      <a:pt x="2138" y="3270"/>
                    </a:cubicBezTo>
                    <a:cubicBezTo>
                      <a:pt x="2282" y="2799"/>
                      <a:pt x="2500" y="2329"/>
                      <a:pt x="2717" y="1858"/>
                    </a:cubicBezTo>
                    <a:cubicBezTo>
                      <a:pt x="2971" y="1278"/>
                      <a:pt x="3224" y="699"/>
                      <a:pt x="3514" y="155"/>
                    </a:cubicBezTo>
                    <a:cubicBezTo>
                      <a:pt x="3550" y="83"/>
                      <a:pt x="3550" y="10"/>
                      <a:pt x="3478" y="10"/>
                    </a:cubicBezTo>
                    <a:cubicBezTo>
                      <a:pt x="3464" y="4"/>
                      <a:pt x="3451" y="1"/>
                      <a:pt x="3438"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44" name="Google Shape;1316;p31">
              <a:extLst>
                <a:ext uri="{FF2B5EF4-FFF2-40B4-BE49-F238E27FC236}">
                  <a16:creationId xmlns:a16="http://schemas.microsoft.com/office/drawing/2014/main" id="{A9A7AEE3-E418-4107-7697-03B3050249E4}"/>
                </a:ext>
              </a:extLst>
            </p:cNvPr>
            <p:cNvGrpSpPr/>
            <p:nvPr/>
          </p:nvGrpSpPr>
          <p:grpSpPr>
            <a:xfrm>
              <a:off x="5308210" y="2895743"/>
              <a:ext cx="178210" cy="162081"/>
              <a:chOff x="5957274" y="3014808"/>
              <a:chExt cx="178210" cy="162081"/>
            </a:xfrm>
          </p:grpSpPr>
          <p:sp>
            <p:nvSpPr>
              <p:cNvPr id="47" name="Google Shape;1317;p31">
                <a:extLst>
                  <a:ext uri="{FF2B5EF4-FFF2-40B4-BE49-F238E27FC236}">
                    <a16:creationId xmlns:a16="http://schemas.microsoft.com/office/drawing/2014/main" id="{91E854EF-F192-0521-D2CC-DB16410B00E1}"/>
                  </a:ext>
                </a:extLst>
              </p:cNvPr>
              <p:cNvSpPr/>
              <p:nvPr/>
            </p:nvSpPr>
            <p:spPr>
              <a:xfrm>
                <a:off x="5964143" y="3028106"/>
                <a:ext cx="171341" cy="137435"/>
              </a:xfrm>
              <a:custGeom>
                <a:avLst/>
                <a:gdLst/>
                <a:ahLst/>
                <a:cxnLst/>
                <a:rect l="l" t="t" r="r" b="b"/>
                <a:pathLst>
                  <a:path w="7383" h="5922" extrusionOk="0">
                    <a:moveTo>
                      <a:pt x="3348" y="1"/>
                    </a:moveTo>
                    <a:cubicBezTo>
                      <a:pt x="2290" y="1"/>
                      <a:pt x="1339" y="504"/>
                      <a:pt x="799" y="1367"/>
                    </a:cubicBezTo>
                    <a:lnTo>
                      <a:pt x="799" y="1367"/>
                    </a:lnTo>
                    <a:cubicBezTo>
                      <a:pt x="0" y="2428"/>
                      <a:pt x="186" y="3977"/>
                      <a:pt x="1002" y="4968"/>
                    </a:cubicBezTo>
                    <a:lnTo>
                      <a:pt x="1002" y="4968"/>
                    </a:lnTo>
                    <a:cubicBezTo>
                      <a:pt x="1083" y="5072"/>
                      <a:pt x="1172" y="5167"/>
                      <a:pt x="1269" y="5251"/>
                    </a:cubicBezTo>
                    <a:lnTo>
                      <a:pt x="1269" y="5251"/>
                    </a:lnTo>
                    <a:cubicBezTo>
                      <a:pt x="1714" y="5661"/>
                      <a:pt x="2292" y="5922"/>
                      <a:pt x="2966" y="5922"/>
                    </a:cubicBezTo>
                    <a:cubicBezTo>
                      <a:pt x="3013" y="5922"/>
                      <a:pt x="3061" y="5921"/>
                      <a:pt x="3109" y="5918"/>
                    </a:cubicBezTo>
                    <a:cubicBezTo>
                      <a:pt x="5934" y="5773"/>
                      <a:pt x="7383" y="1499"/>
                      <a:pt x="4594" y="231"/>
                    </a:cubicBezTo>
                    <a:cubicBezTo>
                      <a:pt x="4175" y="75"/>
                      <a:pt x="3753" y="1"/>
                      <a:pt x="3348" y="1"/>
                    </a:cubicBezTo>
                    <a:close/>
                  </a:path>
                </a:pathLst>
              </a:custGeom>
              <a:solidFill>
                <a:srgbClr val="43AA8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1318;p31">
                <a:extLst>
                  <a:ext uri="{FF2B5EF4-FFF2-40B4-BE49-F238E27FC236}">
                    <a16:creationId xmlns:a16="http://schemas.microsoft.com/office/drawing/2014/main" id="{0509AC87-FB67-8A00-C944-718C726236FC}"/>
                  </a:ext>
                </a:extLst>
              </p:cNvPr>
              <p:cNvSpPr/>
              <p:nvPr/>
            </p:nvSpPr>
            <p:spPr>
              <a:xfrm>
                <a:off x="5957274" y="3014808"/>
                <a:ext cx="164773" cy="162081"/>
              </a:xfrm>
              <a:custGeom>
                <a:avLst/>
                <a:gdLst/>
                <a:ahLst/>
                <a:cxnLst/>
                <a:rect l="l" t="t" r="r" b="b"/>
                <a:pathLst>
                  <a:path w="7100" h="6984" extrusionOk="0">
                    <a:moveTo>
                      <a:pt x="1864" y="1407"/>
                    </a:moveTo>
                    <a:cubicBezTo>
                      <a:pt x="1862" y="1412"/>
                      <a:pt x="1859" y="1417"/>
                      <a:pt x="1854" y="1424"/>
                    </a:cubicBezTo>
                    <a:lnTo>
                      <a:pt x="1854" y="1424"/>
                    </a:lnTo>
                    <a:cubicBezTo>
                      <a:pt x="1857" y="1418"/>
                      <a:pt x="1860" y="1413"/>
                      <a:pt x="1864" y="1407"/>
                    </a:cubicBezTo>
                    <a:close/>
                    <a:moveTo>
                      <a:pt x="1269" y="2471"/>
                    </a:moveTo>
                    <a:lnTo>
                      <a:pt x="1269" y="2471"/>
                    </a:lnTo>
                    <a:cubicBezTo>
                      <a:pt x="1269" y="2472"/>
                      <a:pt x="1268" y="2474"/>
                      <a:pt x="1268" y="2475"/>
                    </a:cubicBezTo>
                    <a:lnTo>
                      <a:pt x="1268" y="2475"/>
                    </a:lnTo>
                    <a:lnTo>
                      <a:pt x="1268" y="2474"/>
                    </a:lnTo>
                    <a:lnTo>
                      <a:pt x="1268" y="2474"/>
                    </a:lnTo>
                    <a:cubicBezTo>
                      <a:pt x="1268" y="2473"/>
                      <a:pt x="1269" y="2472"/>
                      <a:pt x="1269" y="2471"/>
                    </a:cubicBezTo>
                    <a:close/>
                    <a:moveTo>
                      <a:pt x="5476" y="4794"/>
                    </a:moveTo>
                    <a:cubicBezTo>
                      <a:pt x="5478" y="4794"/>
                      <a:pt x="5477" y="4802"/>
                      <a:pt x="5470" y="4825"/>
                    </a:cubicBezTo>
                    <a:cubicBezTo>
                      <a:pt x="5463" y="4825"/>
                      <a:pt x="5458" y="4825"/>
                      <a:pt x="5454" y="4825"/>
                    </a:cubicBezTo>
                    <a:lnTo>
                      <a:pt x="5454" y="4825"/>
                    </a:lnTo>
                    <a:cubicBezTo>
                      <a:pt x="5464" y="4808"/>
                      <a:pt x="5473" y="4794"/>
                      <a:pt x="5476" y="4794"/>
                    </a:cubicBezTo>
                    <a:close/>
                    <a:moveTo>
                      <a:pt x="4651" y="5643"/>
                    </a:moveTo>
                    <a:lnTo>
                      <a:pt x="4651" y="5643"/>
                    </a:lnTo>
                    <a:cubicBezTo>
                      <a:pt x="4630" y="5653"/>
                      <a:pt x="4613" y="5661"/>
                      <a:pt x="4609" y="5664"/>
                    </a:cubicBezTo>
                    <a:lnTo>
                      <a:pt x="4609" y="5664"/>
                    </a:lnTo>
                    <a:lnTo>
                      <a:pt x="4645" y="5649"/>
                    </a:lnTo>
                    <a:lnTo>
                      <a:pt x="4645" y="5649"/>
                    </a:lnTo>
                    <a:lnTo>
                      <a:pt x="4651" y="5643"/>
                    </a:lnTo>
                    <a:close/>
                    <a:moveTo>
                      <a:pt x="3455" y="1103"/>
                    </a:moveTo>
                    <a:cubicBezTo>
                      <a:pt x="3514" y="1103"/>
                      <a:pt x="3568" y="1112"/>
                      <a:pt x="3622" y="1130"/>
                    </a:cubicBezTo>
                    <a:lnTo>
                      <a:pt x="3912" y="1130"/>
                    </a:lnTo>
                    <a:cubicBezTo>
                      <a:pt x="4166" y="1166"/>
                      <a:pt x="4383" y="1239"/>
                      <a:pt x="4636" y="1348"/>
                    </a:cubicBezTo>
                    <a:lnTo>
                      <a:pt x="4745" y="1420"/>
                    </a:lnTo>
                    <a:cubicBezTo>
                      <a:pt x="4745" y="1420"/>
                      <a:pt x="4827" y="1481"/>
                      <a:pt x="4837" y="1481"/>
                    </a:cubicBezTo>
                    <a:cubicBezTo>
                      <a:pt x="4840" y="1481"/>
                      <a:pt x="4836" y="1474"/>
                      <a:pt x="4818" y="1456"/>
                    </a:cubicBezTo>
                    <a:lnTo>
                      <a:pt x="4818" y="1456"/>
                    </a:lnTo>
                    <a:cubicBezTo>
                      <a:pt x="4890" y="1492"/>
                      <a:pt x="4962" y="1565"/>
                      <a:pt x="5035" y="1637"/>
                    </a:cubicBezTo>
                    <a:cubicBezTo>
                      <a:pt x="5180" y="1746"/>
                      <a:pt x="5325" y="1855"/>
                      <a:pt x="5433" y="2000"/>
                    </a:cubicBezTo>
                    <a:cubicBezTo>
                      <a:pt x="5433" y="2036"/>
                      <a:pt x="5470" y="2072"/>
                      <a:pt x="5506" y="2108"/>
                    </a:cubicBezTo>
                    <a:lnTo>
                      <a:pt x="5542" y="2181"/>
                    </a:lnTo>
                    <a:cubicBezTo>
                      <a:pt x="5578" y="2253"/>
                      <a:pt x="5614" y="2326"/>
                      <a:pt x="5651" y="2398"/>
                    </a:cubicBezTo>
                    <a:cubicBezTo>
                      <a:pt x="5723" y="2543"/>
                      <a:pt x="5796" y="2724"/>
                      <a:pt x="5832" y="2869"/>
                    </a:cubicBezTo>
                    <a:cubicBezTo>
                      <a:pt x="5832" y="2895"/>
                      <a:pt x="5851" y="2981"/>
                      <a:pt x="5847" y="2981"/>
                    </a:cubicBezTo>
                    <a:cubicBezTo>
                      <a:pt x="5846" y="2981"/>
                      <a:pt x="5841" y="2970"/>
                      <a:pt x="5832" y="2941"/>
                    </a:cubicBezTo>
                    <a:cubicBezTo>
                      <a:pt x="5832" y="2941"/>
                      <a:pt x="5832" y="3014"/>
                      <a:pt x="5832" y="3050"/>
                    </a:cubicBezTo>
                    <a:lnTo>
                      <a:pt x="5832" y="3303"/>
                    </a:lnTo>
                    <a:cubicBezTo>
                      <a:pt x="5832" y="3376"/>
                      <a:pt x="5832" y="3485"/>
                      <a:pt x="5832" y="3557"/>
                    </a:cubicBezTo>
                    <a:lnTo>
                      <a:pt x="5832" y="3666"/>
                    </a:lnTo>
                    <a:cubicBezTo>
                      <a:pt x="5832" y="3702"/>
                      <a:pt x="5832" y="3702"/>
                      <a:pt x="5832" y="3738"/>
                    </a:cubicBezTo>
                    <a:cubicBezTo>
                      <a:pt x="5796" y="3919"/>
                      <a:pt x="5759" y="4100"/>
                      <a:pt x="5687" y="4245"/>
                    </a:cubicBezTo>
                    <a:cubicBezTo>
                      <a:pt x="5687" y="4260"/>
                      <a:pt x="5681" y="4279"/>
                      <a:pt x="5674" y="4301"/>
                    </a:cubicBezTo>
                    <a:lnTo>
                      <a:pt x="5674" y="4301"/>
                    </a:lnTo>
                    <a:cubicBezTo>
                      <a:pt x="5669" y="4302"/>
                      <a:pt x="5662" y="4307"/>
                      <a:pt x="5651" y="4318"/>
                    </a:cubicBezTo>
                    <a:lnTo>
                      <a:pt x="5651" y="4390"/>
                    </a:lnTo>
                    <a:cubicBezTo>
                      <a:pt x="5614" y="4463"/>
                      <a:pt x="5578" y="4571"/>
                      <a:pt x="5542" y="4644"/>
                    </a:cubicBezTo>
                    <a:cubicBezTo>
                      <a:pt x="5512" y="4733"/>
                      <a:pt x="5482" y="4773"/>
                      <a:pt x="5453" y="4825"/>
                    </a:cubicBezTo>
                    <a:lnTo>
                      <a:pt x="5453" y="4825"/>
                    </a:lnTo>
                    <a:cubicBezTo>
                      <a:pt x="5433" y="4826"/>
                      <a:pt x="5433" y="4832"/>
                      <a:pt x="5433" y="4861"/>
                    </a:cubicBezTo>
                    <a:cubicBezTo>
                      <a:pt x="5397" y="4897"/>
                      <a:pt x="5361" y="4933"/>
                      <a:pt x="5325" y="4970"/>
                    </a:cubicBezTo>
                    <a:cubicBezTo>
                      <a:pt x="5325" y="5006"/>
                      <a:pt x="5252" y="5115"/>
                      <a:pt x="5180" y="5187"/>
                    </a:cubicBezTo>
                    <a:cubicBezTo>
                      <a:pt x="5144" y="5223"/>
                      <a:pt x="5107" y="5259"/>
                      <a:pt x="5071" y="5296"/>
                    </a:cubicBezTo>
                    <a:lnTo>
                      <a:pt x="4999" y="5368"/>
                    </a:lnTo>
                    <a:cubicBezTo>
                      <a:pt x="4999" y="5368"/>
                      <a:pt x="4909" y="5428"/>
                      <a:pt x="4893" y="5466"/>
                    </a:cubicBezTo>
                    <a:lnTo>
                      <a:pt x="4893" y="5466"/>
                    </a:lnTo>
                    <a:lnTo>
                      <a:pt x="4781" y="5549"/>
                    </a:lnTo>
                    <a:lnTo>
                      <a:pt x="4673" y="5622"/>
                    </a:lnTo>
                    <a:lnTo>
                      <a:pt x="4651" y="5643"/>
                    </a:lnTo>
                    <a:lnTo>
                      <a:pt x="4651" y="5643"/>
                    </a:lnTo>
                    <a:cubicBezTo>
                      <a:pt x="4682" y="5630"/>
                      <a:pt x="4719" y="5614"/>
                      <a:pt x="4722" y="5614"/>
                    </a:cubicBezTo>
                    <a:lnTo>
                      <a:pt x="4722" y="5614"/>
                    </a:lnTo>
                    <a:cubicBezTo>
                      <a:pt x="4723" y="5614"/>
                      <a:pt x="4719" y="5616"/>
                      <a:pt x="4709" y="5622"/>
                    </a:cubicBezTo>
                    <a:lnTo>
                      <a:pt x="4645" y="5649"/>
                    </a:lnTo>
                    <a:lnTo>
                      <a:pt x="4645" y="5649"/>
                    </a:lnTo>
                    <a:lnTo>
                      <a:pt x="4636" y="5658"/>
                    </a:lnTo>
                    <a:cubicBezTo>
                      <a:pt x="4621" y="5663"/>
                      <a:pt x="4612" y="5665"/>
                      <a:pt x="4610" y="5665"/>
                    </a:cubicBezTo>
                    <a:cubicBezTo>
                      <a:pt x="4609" y="5665"/>
                      <a:pt x="4609" y="5665"/>
                      <a:pt x="4609" y="5664"/>
                    </a:cubicBezTo>
                    <a:lnTo>
                      <a:pt x="4609" y="5664"/>
                    </a:lnTo>
                    <a:lnTo>
                      <a:pt x="4455" y="5730"/>
                    </a:lnTo>
                    <a:lnTo>
                      <a:pt x="4310" y="5803"/>
                    </a:lnTo>
                    <a:lnTo>
                      <a:pt x="4021" y="5875"/>
                    </a:lnTo>
                    <a:lnTo>
                      <a:pt x="3115" y="5875"/>
                    </a:lnTo>
                    <a:cubicBezTo>
                      <a:pt x="2934" y="5839"/>
                      <a:pt x="2753" y="5767"/>
                      <a:pt x="2608" y="5694"/>
                    </a:cubicBezTo>
                    <a:cubicBezTo>
                      <a:pt x="2536" y="5658"/>
                      <a:pt x="2463" y="5622"/>
                      <a:pt x="2391" y="5585"/>
                    </a:cubicBezTo>
                    <a:lnTo>
                      <a:pt x="2318" y="5549"/>
                    </a:lnTo>
                    <a:lnTo>
                      <a:pt x="2210" y="5477"/>
                    </a:lnTo>
                    <a:cubicBezTo>
                      <a:pt x="2101" y="5368"/>
                      <a:pt x="1956" y="5223"/>
                      <a:pt x="1847" y="5115"/>
                    </a:cubicBezTo>
                    <a:cubicBezTo>
                      <a:pt x="1775" y="5042"/>
                      <a:pt x="1739" y="4970"/>
                      <a:pt x="1666" y="4897"/>
                    </a:cubicBezTo>
                    <a:lnTo>
                      <a:pt x="1594" y="4825"/>
                    </a:lnTo>
                    <a:lnTo>
                      <a:pt x="1594" y="4789"/>
                    </a:lnTo>
                    <a:lnTo>
                      <a:pt x="1594" y="4752"/>
                    </a:lnTo>
                    <a:cubicBezTo>
                      <a:pt x="1413" y="4463"/>
                      <a:pt x="1304" y="4137"/>
                      <a:pt x="1232" y="3774"/>
                    </a:cubicBezTo>
                    <a:lnTo>
                      <a:pt x="1232" y="3738"/>
                    </a:lnTo>
                    <a:cubicBezTo>
                      <a:pt x="1232" y="3702"/>
                      <a:pt x="1232" y="3666"/>
                      <a:pt x="1232" y="3629"/>
                    </a:cubicBezTo>
                    <a:cubicBezTo>
                      <a:pt x="1232" y="3521"/>
                      <a:pt x="1195" y="3448"/>
                      <a:pt x="1195" y="3340"/>
                    </a:cubicBezTo>
                    <a:cubicBezTo>
                      <a:pt x="1195" y="3267"/>
                      <a:pt x="1195" y="3195"/>
                      <a:pt x="1195" y="3086"/>
                    </a:cubicBezTo>
                    <a:lnTo>
                      <a:pt x="1195" y="2977"/>
                    </a:lnTo>
                    <a:cubicBezTo>
                      <a:pt x="1195" y="2941"/>
                      <a:pt x="1195" y="2905"/>
                      <a:pt x="1195" y="2905"/>
                    </a:cubicBezTo>
                    <a:cubicBezTo>
                      <a:pt x="1195" y="2796"/>
                      <a:pt x="1232" y="2724"/>
                      <a:pt x="1268" y="2652"/>
                    </a:cubicBezTo>
                    <a:cubicBezTo>
                      <a:pt x="1268" y="2579"/>
                      <a:pt x="1268" y="2579"/>
                      <a:pt x="1268" y="2543"/>
                    </a:cubicBezTo>
                    <a:lnTo>
                      <a:pt x="1268" y="2507"/>
                    </a:lnTo>
                    <a:cubicBezTo>
                      <a:pt x="1340" y="2470"/>
                      <a:pt x="1340" y="2362"/>
                      <a:pt x="1377" y="2289"/>
                    </a:cubicBezTo>
                    <a:lnTo>
                      <a:pt x="1449" y="2181"/>
                    </a:lnTo>
                    <a:lnTo>
                      <a:pt x="1449" y="2181"/>
                    </a:lnTo>
                    <a:lnTo>
                      <a:pt x="1413" y="2253"/>
                    </a:lnTo>
                    <a:cubicBezTo>
                      <a:pt x="1449" y="2193"/>
                      <a:pt x="1465" y="2156"/>
                      <a:pt x="1470" y="2138"/>
                    </a:cubicBezTo>
                    <a:lnTo>
                      <a:pt x="1470" y="2138"/>
                    </a:lnTo>
                    <a:lnTo>
                      <a:pt x="1449" y="2181"/>
                    </a:lnTo>
                    <a:cubicBezTo>
                      <a:pt x="1449" y="2147"/>
                      <a:pt x="1464" y="2121"/>
                      <a:pt x="1470" y="2121"/>
                    </a:cubicBezTo>
                    <a:lnTo>
                      <a:pt x="1470" y="2121"/>
                    </a:lnTo>
                    <a:cubicBezTo>
                      <a:pt x="1473" y="2121"/>
                      <a:pt x="1474" y="2126"/>
                      <a:pt x="1470" y="2138"/>
                    </a:cubicBezTo>
                    <a:lnTo>
                      <a:pt x="1470" y="2138"/>
                    </a:lnTo>
                    <a:lnTo>
                      <a:pt x="1521" y="2036"/>
                    </a:lnTo>
                    <a:cubicBezTo>
                      <a:pt x="1521" y="2036"/>
                      <a:pt x="1560" y="1959"/>
                      <a:pt x="1553" y="1959"/>
                    </a:cubicBezTo>
                    <a:lnTo>
                      <a:pt x="1553" y="1959"/>
                    </a:lnTo>
                    <a:cubicBezTo>
                      <a:pt x="1550" y="1959"/>
                      <a:pt x="1541" y="1970"/>
                      <a:pt x="1521" y="2000"/>
                    </a:cubicBezTo>
                    <a:lnTo>
                      <a:pt x="1594" y="1891"/>
                    </a:lnTo>
                    <a:cubicBezTo>
                      <a:pt x="1594" y="1890"/>
                      <a:pt x="1595" y="1888"/>
                      <a:pt x="1596" y="1887"/>
                    </a:cubicBezTo>
                    <a:lnTo>
                      <a:pt x="1596" y="1887"/>
                    </a:lnTo>
                    <a:cubicBezTo>
                      <a:pt x="1603" y="1879"/>
                      <a:pt x="1610" y="1870"/>
                      <a:pt x="1615" y="1861"/>
                    </a:cubicBezTo>
                    <a:lnTo>
                      <a:pt x="1615" y="1861"/>
                    </a:lnTo>
                    <a:cubicBezTo>
                      <a:pt x="1632" y="1839"/>
                      <a:pt x="1647" y="1817"/>
                      <a:pt x="1659" y="1795"/>
                    </a:cubicBezTo>
                    <a:lnTo>
                      <a:pt x="1659" y="1795"/>
                    </a:lnTo>
                    <a:cubicBezTo>
                      <a:pt x="1684" y="1779"/>
                      <a:pt x="1702" y="1772"/>
                      <a:pt x="1702" y="1746"/>
                    </a:cubicBezTo>
                    <a:lnTo>
                      <a:pt x="1847" y="1601"/>
                    </a:lnTo>
                    <a:lnTo>
                      <a:pt x="1992" y="1492"/>
                    </a:lnTo>
                    <a:lnTo>
                      <a:pt x="2101" y="1420"/>
                    </a:lnTo>
                    <a:lnTo>
                      <a:pt x="2137" y="1384"/>
                    </a:lnTo>
                    <a:cubicBezTo>
                      <a:pt x="2246" y="1348"/>
                      <a:pt x="2354" y="1311"/>
                      <a:pt x="2427" y="1275"/>
                    </a:cubicBezTo>
                    <a:cubicBezTo>
                      <a:pt x="2442" y="1265"/>
                      <a:pt x="2452" y="1258"/>
                      <a:pt x="2457" y="1253"/>
                    </a:cubicBezTo>
                    <a:lnTo>
                      <a:pt x="2457" y="1253"/>
                    </a:lnTo>
                    <a:cubicBezTo>
                      <a:pt x="2483" y="1239"/>
                      <a:pt x="2509" y="1239"/>
                      <a:pt x="2536" y="1239"/>
                    </a:cubicBezTo>
                    <a:lnTo>
                      <a:pt x="2680" y="1166"/>
                    </a:lnTo>
                    <a:cubicBezTo>
                      <a:pt x="2789" y="1166"/>
                      <a:pt x="2898" y="1130"/>
                      <a:pt x="3006" y="1130"/>
                    </a:cubicBezTo>
                    <a:lnTo>
                      <a:pt x="3260" y="1130"/>
                    </a:lnTo>
                    <a:cubicBezTo>
                      <a:pt x="3332" y="1112"/>
                      <a:pt x="3396" y="1103"/>
                      <a:pt x="3455" y="1103"/>
                    </a:cubicBezTo>
                    <a:close/>
                    <a:moveTo>
                      <a:pt x="3863" y="0"/>
                    </a:moveTo>
                    <a:cubicBezTo>
                      <a:pt x="2897" y="0"/>
                      <a:pt x="1967" y="389"/>
                      <a:pt x="1268" y="1058"/>
                    </a:cubicBezTo>
                    <a:cubicBezTo>
                      <a:pt x="980" y="1345"/>
                      <a:pt x="741" y="1680"/>
                      <a:pt x="559" y="2052"/>
                    </a:cubicBezTo>
                    <a:lnTo>
                      <a:pt x="559" y="2052"/>
                    </a:lnTo>
                    <a:cubicBezTo>
                      <a:pt x="363" y="2371"/>
                      <a:pt x="205" y="2734"/>
                      <a:pt x="145" y="3122"/>
                    </a:cubicBezTo>
                    <a:cubicBezTo>
                      <a:pt x="0" y="3919"/>
                      <a:pt x="145" y="4789"/>
                      <a:pt x="580" y="5513"/>
                    </a:cubicBezTo>
                    <a:cubicBezTo>
                      <a:pt x="978" y="6237"/>
                      <a:pt x="1666" y="6745"/>
                      <a:pt x="2463" y="6926"/>
                    </a:cubicBezTo>
                    <a:cubicBezTo>
                      <a:pt x="2672" y="6964"/>
                      <a:pt x="2882" y="6983"/>
                      <a:pt x="3089" y="6983"/>
                    </a:cubicBezTo>
                    <a:cubicBezTo>
                      <a:pt x="3850" y="6983"/>
                      <a:pt x="4582" y="6729"/>
                      <a:pt x="5180" y="6274"/>
                    </a:cubicBezTo>
                    <a:cubicBezTo>
                      <a:pt x="5977" y="5694"/>
                      <a:pt x="6556" y="4861"/>
                      <a:pt x="6846" y="3919"/>
                    </a:cubicBezTo>
                    <a:cubicBezTo>
                      <a:pt x="7099" y="3159"/>
                      <a:pt x="7063" y="2289"/>
                      <a:pt x="6737" y="1565"/>
                    </a:cubicBezTo>
                    <a:cubicBezTo>
                      <a:pt x="6520" y="1166"/>
                      <a:pt x="6230" y="877"/>
                      <a:pt x="5904" y="623"/>
                    </a:cubicBezTo>
                    <a:cubicBezTo>
                      <a:pt x="5470" y="297"/>
                      <a:pt x="4962" y="116"/>
                      <a:pt x="4419" y="44"/>
                    </a:cubicBezTo>
                    <a:cubicBezTo>
                      <a:pt x="4233" y="15"/>
                      <a:pt x="4048" y="0"/>
                      <a:pt x="3863"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45" name="Google Shape;1319;p31">
              <a:extLst>
                <a:ext uri="{FF2B5EF4-FFF2-40B4-BE49-F238E27FC236}">
                  <a16:creationId xmlns:a16="http://schemas.microsoft.com/office/drawing/2014/main" id="{8E93EA1B-3B22-8E02-2377-6DEAD9427519}"/>
                </a:ext>
              </a:extLst>
            </p:cNvPr>
            <p:cNvSpPr txBox="1"/>
            <p:nvPr/>
          </p:nvSpPr>
          <p:spPr>
            <a:xfrm>
              <a:off x="4430000" y="3357894"/>
              <a:ext cx="1937400" cy="340500"/>
            </a:xfrm>
            <a:prstGeom prst="rect">
              <a:avLst/>
            </a:prstGeom>
            <a:no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s-ES" sz="2000" b="0" i="0" u="none" strike="noStrike" kern="0" cap="none" spc="0" normalizeH="0" baseline="0" noProof="0" dirty="0">
                  <a:ln>
                    <a:noFill/>
                  </a:ln>
                  <a:solidFill>
                    <a:srgbClr val="43AA8B"/>
                  </a:solidFill>
                  <a:effectLst/>
                  <a:uLnTx/>
                  <a:uFillTx/>
                  <a:latin typeface="Fira Sans Extra Condensed Medium"/>
                  <a:ea typeface="Fira Sans Extra Condensed Medium"/>
                  <a:cs typeface="Fira Sans Extra Condensed Medium"/>
                  <a:sym typeface="Fira Sans Extra Condensed Medium"/>
                </a:rPr>
                <a:t>Selecciona tu placa y puerto</a:t>
              </a:r>
              <a:endParaRPr kumimoji="0" sz="2000" b="0" i="0" u="none" strike="noStrike" kern="0" cap="none" spc="0" normalizeH="0" baseline="0" noProof="0" dirty="0">
                <a:ln>
                  <a:noFill/>
                </a:ln>
                <a:solidFill>
                  <a:srgbClr val="43AA8B"/>
                </a:solidFill>
                <a:effectLst/>
                <a:uLnTx/>
                <a:uFillTx/>
                <a:latin typeface="Fira Sans Extra Condensed Medium"/>
                <a:ea typeface="Fira Sans Extra Condensed Medium"/>
                <a:cs typeface="Fira Sans Extra Condensed Medium"/>
                <a:sym typeface="Fira Sans Extra Condensed Medium"/>
              </a:endParaRPr>
            </a:p>
          </p:txBody>
        </p:sp>
      </p:grpSp>
      <p:grpSp>
        <p:nvGrpSpPr>
          <p:cNvPr id="62" name="Google Shape;1321;p31">
            <a:extLst>
              <a:ext uri="{FF2B5EF4-FFF2-40B4-BE49-F238E27FC236}">
                <a16:creationId xmlns:a16="http://schemas.microsoft.com/office/drawing/2014/main" id="{0EF79DBB-5338-C84E-3C99-95FA92953C32}"/>
              </a:ext>
            </a:extLst>
          </p:cNvPr>
          <p:cNvGrpSpPr/>
          <p:nvPr/>
        </p:nvGrpSpPr>
        <p:grpSpPr>
          <a:xfrm>
            <a:off x="6249107" y="1336742"/>
            <a:ext cx="2685548" cy="2867312"/>
            <a:chOff x="6161565" y="1898799"/>
            <a:chExt cx="2685548" cy="2867312"/>
          </a:xfrm>
        </p:grpSpPr>
        <p:grpSp>
          <p:nvGrpSpPr>
            <p:cNvPr id="63" name="Google Shape;1322;p31">
              <a:extLst>
                <a:ext uri="{FF2B5EF4-FFF2-40B4-BE49-F238E27FC236}">
                  <a16:creationId xmlns:a16="http://schemas.microsoft.com/office/drawing/2014/main" id="{85D2B268-2F45-DAB5-F9BC-034E9746A2A2}"/>
                </a:ext>
              </a:extLst>
            </p:cNvPr>
            <p:cNvGrpSpPr/>
            <p:nvPr/>
          </p:nvGrpSpPr>
          <p:grpSpPr>
            <a:xfrm>
              <a:off x="6624194" y="3293501"/>
              <a:ext cx="834750" cy="1472610"/>
              <a:chOff x="6676808" y="3293501"/>
              <a:chExt cx="834750" cy="1472610"/>
            </a:xfrm>
          </p:grpSpPr>
          <p:sp>
            <p:nvSpPr>
              <p:cNvPr id="74" name="Google Shape;1323;p31">
                <a:extLst>
                  <a:ext uri="{FF2B5EF4-FFF2-40B4-BE49-F238E27FC236}">
                    <a16:creationId xmlns:a16="http://schemas.microsoft.com/office/drawing/2014/main" id="{CF058121-A686-7669-F59E-5972E9EEE5DC}"/>
                  </a:ext>
                </a:extLst>
              </p:cNvPr>
              <p:cNvSpPr/>
              <p:nvPr/>
            </p:nvSpPr>
            <p:spPr>
              <a:xfrm>
                <a:off x="6686044" y="3305917"/>
                <a:ext cx="825514" cy="1441720"/>
              </a:xfrm>
              <a:custGeom>
                <a:avLst/>
                <a:gdLst/>
                <a:ahLst/>
                <a:cxnLst/>
                <a:rect l="l" t="t" r="r" b="b"/>
                <a:pathLst>
                  <a:path w="35571" h="62123" extrusionOk="0">
                    <a:moveTo>
                      <a:pt x="16228" y="30168"/>
                    </a:moveTo>
                    <a:cubicBezTo>
                      <a:pt x="17242" y="30422"/>
                      <a:pt x="18257" y="30712"/>
                      <a:pt x="19198" y="31001"/>
                    </a:cubicBezTo>
                    <a:cubicBezTo>
                      <a:pt x="21806" y="31762"/>
                      <a:pt x="24305" y="32849"/>
                      <a:pt x="26660" y="34225"/>
                    </a:cubicBezTo>
                    <a:cubicBezTo>
                      <a:pt x="27747" y="35674"/>
                      <a:pt x="28869" y="37195"/>
                      <a:pt x="30463" y="37268"/>
                    </a:cubicBezTo>
                    <a:cubicBezTo>
                      <a:pt x="30753" y="37594"/>
                      <a:pt x="31043" y="37920"/>
                      <a:pt x="31296" y="38246"/>
                    </a:cubicBezTo>
                    <a:cubicBezTo>
                      <a:pt x="31369" y="38318"/>
                      <a:pt x="31441" y="38390"/>
                      <a:pt x="31550" y="38427"/>
                    </a:cubicBezTo>
                    <a:cubicBezTo>
                      <a:pt x="31731" y="40057"/>
                      <a:pt x="31876" y="41687"/>
                      <a:pt x="31912" y="43317"/>
                    </a:cubicBezTo>
                    <a:cubicBezTo>
                      <a:pt x="31658" y="45019"/>
                      <a:pt x="31514" y="46613"/>
                      <a:pt x="30753" y="48315"/>
                    </a:cubicBezTo>
                    <a:cubicBezTo>
                      <a:pt x="29811" y="50343"/>
                      <a:pt x="28362" y="52082"/>
                      <a:pt x="26551" y="53422"/>
                    </a:cubicBezTo>
                    <a:cubicBezTo>
                      <a:pt x="23891" y="55483"/>
                      <a:pt x="20455" y="56513"/>
                      <a:pt x="17049" y="56513"/>
                    </a:cubicBezTo>
                    <a:cubicBezTo>
                      <a:pt x="15307" y="56513"/>
                      <a:pt x="13572" y="56244"/>
                      <a:pt x="11954" y="55704"/>
                    </a:cubicBezTo>
                    <a:cubicBezTo>
                      <a:pt x="6919" y="54038"/>
                      <a:pt x="4420" y="48750"/>
                      <a:pt x="2754" y="44222"/>
                    </a:cubicBezTo>
                    <a:cubicBezTo>
                      <a:pt x="2754" y="44186"/>
                      <a:pt x="2718" y="44150"/>
                      <a:pt x="2718" y="44150"/>
                    </a:cubicBezTo>
                    <a:cubicBezTo>
                      <a:pt x="2645" y="43317"/>
                      <a:pt x="2609" y="42447"/>
                      <a:pt x="2609" y="41650"/>
                    </a:cubicBezTo>
                    <a:cubicBezTo>
                      <a:pt x="2609" y="41324"/>
                      <a:pt x="2645" y="40998"/>
                      <a:pt x="2645" y="40672"/>
                    </a:cubicBezTo>
                    <a:cubicBezTo>
                      <a:pt x="2718" y="40636"/>
                      <a:pt x="2790" y="40564"/>
                      <a:pt x="2862" y="40528"/>
                    </a:cubicBezTo>
                    <a:cubicBezTo>
                      <a:pt x="4674" y="38753"/>
                      <a:pt x="5869" y="36507"/>
                      <a:pt x="7571" y="34623"/>
                    </a:cubicBezTo>
                    <a:cubicBezTo>
                      <a:pt x="9745" y="32197"/>
                      <a:pt x="13077" y="30856"/>
                      <a:pt x="16228" y="30168"/>
                    </a:cubicBezTo>
                    <a:close/>
                    <a:moveTo>
                      <a:pt x="17125" y="1"/>
                    </a:moveTo>
                    <a:cubicBezTo>
                      <a:pt x="16812" y="1"/>
                      <a:pt x="16500" y="122"/>
                      <a:pt x="16264" y="358"/>
                    </a:cubicBezTo>
                    <a:cubicBezTo>
                      <a:pt x="13584" y="2568"/>
                      <a:pt x="11845" y="5574"/>
                      <a:pt x="10143" y="8544"/>
                    </a:cubicBezTo>
                    <a:cubicBezTo>
                      <a:pt x="7897" y="12384"/>
                      <a:pt x="5652" y="16259"/>
                      <a:pt x="4022" y="20388"/>
                    </a:cubicBezTo>
                    <a:cubicBezTo>
                      <a:pt x="1051" y="27959"/>
                      <a:pt x="1" y="36253"/>
                      <a:pt x="146" y="44331"/>
                    </a:cubicBezTo>
                    <a:cubicBezTo>
                      <a:pt x="255" y="51104"/>
                      <a:pt x="3080" y="57624"/>
                      <a:pt x="9455" y="60558"/>
                    </a:cubicBezTo>
                    <a:cubicBezTo>
                      <a:pt x="11823" y="61594"/>
                      <a:pt x="14386" y="62122"/>
                      <a:pt x="16983" y="62122"/>
                    </a:cubicBezTo>
                    <a:cubicBezTo>
                      <a:pt x="17563" y="62122"/>
                      <a:pt x="18145" y="62096"/>
                      <a:pt x="18727" y="62043"/>
                    </a:cubicBezTo>
                    <a:cubicBezTo>
                      <a:pt x="20068" y="61970"/>
                      <a:pt x="21444" y="61717"/>
                      <a:pt x="22748" y="61319"/>
                    </a:cubicBezTo>
                    <a:cubicBezTo>
                      <a:pt x="22917" y="61425"/>
                      <a:pt x="23118" y="61472"/>
                      <a:pt x="23340" y="61472"/>
                    </a:cubicBezTo>
                    <a:cubicBezTo>
                      <a:pt x="24780" y="61472"/>
                      <a:pt x="27129" y="59498"/>
                      <a:pt x="27819" y="58964"/>
                    </a:cubicBezTo>
                    <a:cubicBezTo>
                      <a:pt x="29884" y="57370"/>
                      <a:pt x="31550" y="55306"/>
                      <a:pt x="32745" y="52988"/>
                    </a:cubicBezTo>
                    <a:cubicBezTo>
                      <a:pt x="33940" y="50597"/>
                      <a:pt x="34629" y="47989"/>
                      <a:pt x="34701" y="45345"/>
                    </a:cubicBezTo>
                    <a:cubicBezTo>
                      <a:pt x="34955" y="44476"/>
                      <a:pt x="34701" y="43896"/>
                      <a:pt x="34810" y="43027"/>
                    </a:cubicBezTo>
                    <a:cubicBezTo>
                      <a:pt x="34955" y="41976"/>
                      <a:pt x="35570" y="39948"/>
                      <a:pt x="34556" y="39441"/>
                    </a:cubicBezTo>
                    <a:cubicBezTo>
                      <a:pt x="34484" y="38499"/>
                      <a:pt x="34375" y="37557"/>
                      <a:pt x="34303" y="36616"/>
                    </a:cubicBezTo>
                    <a:cubicBezTo>
                      <a:pt x="33578" y="29480"/>
                      <a:pt x="32202" y="22526"/>
                      <a:pt x="28869" y="16114"/>
                    </a:cubicBezTo>
                    <a:cubicBezTo>
                      <a:pt x="27131" y="12782"/>
                      <a:pt x="25247" y="9486"/>
                      <a:pt x="23291" y="6262"/>
                    </a:cubicBezTo>
                    <a:cubicBezTo>
                      <a:pt x="22096" y="4270"/>
                      <a:pt x="20538" y="1409"/>
                      <a:pt x="18220" y="612"/>
                    </a:cubicBezTo>
                    <a:cubicBezTo>
                      <a:pt x="18075" y="431"/>
                      <a:pt x="17931" y="286"/>
                      <a:pt x="17749" y="177"/>
                    </a:cubicBezTo>
                    <a:cubicBezTo>
                      <a:pt x="17557" y="59"/>
                      <a:pt x="17341" y="1"/>
                      <a:pt x="17125" y="1"/>
                    </a:cubicBezTo>
                    <a:close/>
                  </a:path>
                </a:pathLst>
              </a:custGeom>
              <a:solidFill>
                <a:srgbClr val="F9414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5" name="Google Shape;1324;p31">
                <a:extLst>
                  <a:ext uri="{FF2B5EF4-FFF2-40B4-BE49-F238E27FC236}">
                    <a16:creationId xmlns:a16="http://schemas.microsoft.com/office/drawing/2014/main" id="{21FDE0B2-D1F2-5EA1-9F34-C54D0BEE819B}"/>
                  </a:ext>
                </a:extLst>
              </p:cNvPr>
              <p:cNvSpPr/>
              <p:nvPr/>
            </p:nvSpPr>
            <p:spPr>
              <a:xfrm>
                <a:off x="6691266" y="4397527"/>
                <a:ext cx="812727" cy="361294"/>
              </a:xfrm>
              <a:custGeom>
                <a:avLst/>
                <a:gdLst/>
                <a:ahLst/>
                <a:cxnLst/>
                <a:rect l="l" t="t" r="r" b="b"/>
                <a:pathLst>
                  <a:path w="35020" h="15568" extrusionOk="0">
                    <a:moveTo>
                      <a:pt x="33799" y="1"/>
                    </a:moveTo>
                    <a:cubicBezTo>
                      <a:pt x="33688" y="1"/>
                      <a:pt x="33575" y="77"/>
                      <a:pt x="33498" y="154"/>
                    </a:cubicBezTo>
                    <a:cubicBezTo>
                      <a:pt x="32267" y="1494"/>
                      <a:pt x="31941" y="3523"/>
                      <a:pt x="31325" y="5298"/>
                    </a:cubicBezTo>
                    <a:lnTo>
                      <a:pt x="31216" y="5406"/>
                    </a:lnTo>
                    <a:cubicBezTo>
                      <a:pt x="30202" y="6674"/>
                      <a:pt x="29007" y="7797"/>
                      <a:pt x="27703" y="8739"/>
                    </a:cubicBezTo>
                    <a:cubicBezTo>
                      <a:pt x="27159" y="9065"/>
                      <a:pt x="26688" y="9499"/>
                      <a:pt x="26254" y="9934"/>
                    </a:cubicBezTo>
                    <a:cubicBezTo>
                      <a:pt x="24696" y="10550"/>
                      <a:pt x="23175" y="11310"/>
                      <a:pt x="21509" y="11709"/>
                    </a:cubicBezTo>
                    <a:cubicBezTo>
                      <a:pt x="20165" y="12049"/>
                      <a:pt x="18794" y="12217"/>
                      <a:pt x="17425" y="12217"/>
                    </a:cubicBezTo>
                    <a:cubicBezTo>
                      <a:pt x="15585" y="12217"/>
                      <a:pt x="13748" y="11913"/>
                      <a:pt x="11983" y="11310"/>
                    </a:cubicBezTo>
                    <a:cubicBezTo>
                      <a:pt x="9447" y="10369"/>
                      <a:pt x="7093" y="8920"/>
                      <a:pt x="5137" y="7036"/>
                    </a:cubicBezTo>
                    <a:cubicBezTo>
                      <a:pt x="3072" y="5153"/>
                      <a:pt x="1877" y="2798"/>
                      <a:pt x="392" y="516"/>
                    </a:cubicBezTo>
                    <a:cubicBezTo>
                      <a:pt x="371" y="488"/>
                      <a:pt x="343" y="477"/>
                      <a:pt x="312" y="477"/>
                    </a:cubicBezTo>
                    <a:cubicBezTo>
                      <a:pt x="183" y="477"/>
                      <a:pt x="0" y="682"/>
                      <a:pt x="30" y="770"/>
                    </a:cubicBezTo>
                    <a:cubicBezTo>
                      <a:pt x="537" y="4247"/>
                      <a:pt x="2239" y="7435"/>
                      <a:pt x="4883" y="9753"/>
                    </a:cubicBezTo>
                    <a:cubicBezTo>
                      <a:pt x="4702" y="9789"/>
                      <a:pt x="4521" y="10006"/>
                      <a:pt x="4593" y="10115"/>
                    </a:cubicBezTo>
                    <a:cubicBezTo>
                      <a:pt x="6078" y="12977"/>
                      <a:pt x="11005" y="14389"/>
                      <a:pt x="13866" y="15150"/>
                    </a:cubicBezTo>
                    <a:cubicBezTo>
                      <a:pt x="14994" y="15437"/>
                      <a:pt x="16151" y="15568"/>
                      <a:pt x="17311" y="15568"/>
                    </a:cubicBezTo>
                    <a:cubicBezTo>
                      <a:pt x="19804" y="15568"/>
                      <a:pt x="22314" y="14966"/>
                      <a:pt x="24588" y="14027"/>
                    </a:cubicBezTo>
                    <a:cubicBezTo>
                      <a:pt x="27594" y="12795"/>
                      <a:pt x="29985" y="10332"/>
                      <a:pt x="31723" y="7652"/>
                    </a:cubicBezTo>
                    <a:cubicBezTo>
                      <a:pt x="32484" y="6565"/>
                      <a:pt x="35019" y="2183"/>
                      <a:pt x="34295" y="480"/>
                    </a:cubicBezTo>
                    <a:lnTo>
                      <a:pt x="34295" y="444"/>
                    </a:lnTo>
                    <a:cubicBezTo>
                      <a:pt x="34295" y="372"/>
                      <a:pt x="34259" y="372"/>
                      <a:pt x="34222" y="372"/>
                    </a:cubicBezTo>
                    <a:cubicBezTo>
                      <a:pt x="34150" y="227"/>
                      <a:pt x="34041" y="118"/>
                      <a:pt x="33933" y="46"/>
                    </a:cubicBezTo>
                    <a:cubicBezTo>
                      <a:pt x="33890" y="14"/>
                      <a:pt x="33845" y="1"/>
                      <a:pt x="33799" y="1"/>
                    </a:cubicBezTo>
                    <a:close/>
                  </a:path>
                </a:pathLst>
              </a:custGeom>
              <a:solidFill>
                <a:srgbClr val="CF252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6" name="Google Shape;1325;p31">
                <a:extLst>
                  <a:ext uri="{FF2B5EF4-FFF2-40B4-BE49-F238E27FC236}">
                    <a16:creationId xmlns:a16="http://schemas.microsoft.com/office/drawing/2014/main" id="{12771796-6BC2-B6F5-B08F-2B24E5934DC5}"/>
                  </a:ext>
                </a:extLst>
              </p:cNvPr>
              <p:cNvSpPr/>
              <p:nvPr/>
            </p:nvSpPr>
            <p:spPr>
              <a:xfrm>
                <a:off x="6749933" y="3949980"/>
                <a:ext cx="638879" cy="254238"/>
              </a:xfrm>
              <a:custGeom>
                <a:avLst/>
                <a:gdLst/>
                <a:ahLst/>
                <a:cxnLst/>
                <a:rect l="l" t="t" r="r" b="b"/>
                <a:pathLst>
                  <a:path w="27529" h="10955" extrusionOk="0">
                    <a:moveTo>
                      <a:pt x="14771" y="1"/>
                    </a:moveTo>
                    <a:cubicBezTo>
                      <a:pt x="13868" y="1"/>
                      <a:pt x="12961" y="92"/>
                      <a:pt x="12062" y="278"/>
                    </a:cubicBezTo>
                    <a:cubicBezTo>
                      <a:pt x="9056" y="858"/>
                      <a:pt x="6267" y="2307"/>
                      <a:pt x="4058" y="4444"/>
                    </a:cubicBezTo>
                    <a:cubicBezTo>
                      <a:pt x="2645" y="5820"/>
                      <a:pt x="1" y="8754"/>
                      <a:pt x="544" y="10891"/>
                    </a:cubicBezTo>
                    <a:cubicBezTo>
                      <a:pt x="556" y="10937"/>
                      <a:pt x="586" y="10954"/>
                      <a:pt x="623" y="10954"/>
                    </a:cubicBezTo>
                    <a:cubicBezTo>
                      <a:pt x="701" y="10954"/>
                      <a:pt x="809" y="10879"/>
                      <a:pt x="834" y="10855"/>
                    </a:cubicBezTo>
                    <a:cubicBezTo>
                      <a:pt x="2210" y="9333"/>
                      <a:pt x="2935" y="7631"/>
                      <a:pt x="4311" y="6218"/>
                    </a:cubicBezTo>
                    <a:cubicBezTo>
                      <a:pt x="6303" y="5711"/>
                      <a:pt x="8042" y="4407"/>
                      <a:pt x="9889" y="3502"/>
                    </a:cubicBezTo>
                    <a:cubicBezTo>
                      <a:pt x="11361" y="2795"/>
                      <a:pt x="12823" y="2622"/>
                      <a:pt x="14285" y="2622"/>
                    </a:cubicBezTo>
                    <a:cubicBezTo>
                      <a:pt x="15594" y="2622"/>
                      <a:pt x="16903" y="2760"/>
                      <a:pt x="18220" y="2777"/>
                    </a:cubicBezTo>
                    <a:cubicBezTo>
                      <a:pt x="19415" y="3103"/>
                      <a:pt x="20575" y="3611"/>
                      <a:pt x="21625" y="4299"/>
                    </a:cubicBezTo>
                    <a:cubicBezTo>
                      <a:pt x="23364" y="5422"/>
                      <a:pt x="24849" y="8138"/>
                      <a:pt x="26913" y="8464"/>
                    </a:cubicBezTo>
                    <a:cubicBezTo>
                      <a:pt x="26924" y="8467"/>
                      <a:pt x="26935" y="8468"/>
                      <a:pt x="26946" y="8468"/>
                    </a:cubicBezTo>
                    <a:cubicBezTo>
                      <a:pt x="27079" y="8468"/>
                      <a:pt x="27203" y="8272"/>
                      <a:pt x="27203" y="8138"/>
                    </a:cubicBezTo>
                    <a:cubicBezTo>
                      <a:pt x="27529" y="5277"/>
                      <a:pt x="23508" y="2886"/>
                      <a:pt x="21299" y="1691"/>
                    </a:cubicBezTo>
                    <a:cubicBezTo>
                      <a:pt x="19279" y="577"/>
                      <a:pt x="17037" y="1"/>
                      <a:pt x="14771" y="1"/>
                    </a:cubicBezTo>
                    <a:close/>
                  </a:path>
                </a:pathLst>
              </a:custGeom>
              <a:solidFill>
                <a:srgbClr val="CF252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7" name="Google Shape;1326;p31">
                <a:extLst>
                  <a:ext uri="{FF2B5EF4-FFF2-40B4-BE49-F238E27FC236}">
                    <a16:creationId xmlns:a16="http://schemas.microsoft.com/office/drawing/2014/main" id="{ADB8DD6A-7A41-1FC0-9322-510B0103507D}"/>
                  </a:ext>
                </a:extLst>
              </p:cNvPr>
              <p:cNvSpPr/>
              <p:nvPr/>
            </p:nvSpPr>
            <p:spPr>
              <a:xfrm>
                <a:off x="6739861" y="3930858"/>
                <a:ext cx="717042" cy="699242"/>
              </a:xfrm>
              <a:custGeom>
                <a:avLst/>
                <a:gdLst/>
                <a:ahLst/>
                <a:cxnLst/>
                <a:rect l="l" t="t" r="r" b="b"/>
                <a:pathLst>
                  <a:path w="30897" h="30130" extrusionOk="0">
                    <a:moveTo>
                      <a:pt x="5832" y="4253"/>
                    </a:moveTo>
                    <a:lnTo>
                      <a:pt x="5796" y="4272"/>
                    </a:lnTo>
                    <a:cubicBezTo>
                      <a:pt x="5805" y="4262"/>
                      <a:pt x="5814" y="4253"/>
                      <a:pt x="5832" y="4253"/>
                    </a:cubicBezTo>
                    <a:close/>
                    <a:moveTo>
                      <a:pt x="1791" y="9992"/>
                    </a:moveTo>
                    <a:cubicBezTo>
                      <a:pt x="1790" y="9992"/>
                      <a:pt x="1786" y="10006"/>
                      <a:pt x="1775" y="10049"/>
                    </a:cubicBezTo>
                    <a:cubicBezTo>
                      <a:pt x="1775" y="10052"/>
                      <a:pt x="1775" y="10054"/>
                      <a:pt x="1776" y="10054"/>
                    </a:cubicBezTo>
                    <a:cubicBezTo>
                      <a:pt x="1779" y="10054"/>
                      <a:pt x="1793" y="9992"/>
                      <a:pt x="1791" y="9992"/>
                    </a:cubicBezTo>
                    <a:close/>
                    <a:moveTo>
                      <a:pt x="14416" y="957"/>
                    </a:moveTo>
                    <a:cubicBezTo>
                      <a:pt x="15213" y="957"/>
                      <a:pt x="15974" y="994"/>
                      <a:pt x="16734" y="1066"/>
                    </a:cubicBezTo>
                    <a:lnTo>
                      <a:pt x="17278" y="1138"/>
                    </a:lnTo>
                    <a:cubicBezTo>
                      <a:pt x="17423" y="1175"/>
                      <a:pt x="17604" y="1211"/>
                      <a:pt x="17785" y="1247"/>
                    </a:cubicBezTo>
                    <a:cubicBezTo>
                      <a:pt x="18147" y="1319"/>
                      <a:pt x="18509" y="1392"/>
                      <a:pt x="18871" y="1501"/>
                    </a:cubicBezTo>
                    <a:cubicBezTo>
                      <a:pt x="19596" y="1718"/>
                      <a:pt x="20284" y="1971"/>
                      <a:pt x="20936" y="2297"/>
                    </a:cubicBezTo>
                    <a:cubicBezTo>
                      <a:pt x="21262" y="2442"/>
                      <a:pt x="21588" y="2623"/>
                      <a:pt x="21914" y="2805"/>
                    </a:cubicBezTo>
                    <a:cubicBezTo>
                      <a:pt x="22240" y="2949"/>
                      <a:pt x="22530" y="3131"/>
                      <a:pt x="22820" y="3312"/>
                    </a:cubicBezTo>
                    <a:cubicBezTo>
                      <a:pt x="24051" y="4145"/>
                      <a:pt x="25102" y="5123"/>
                      <a:pt x="26043" y="6209"/>
                    </a:cubicBezTo>
                    <a:cubicBezTo>
                      <a:pt x="26949" y="7332"/>
                      <a:pt x="27709" y="8600"/>
                      <a:pt x="28253" y="9940"/>
                    </a:cubicBezTo>
                    <a:cubicBezTo>
                      <a:pt x="28506" y="10592"/>
                      <a:pt x="28760" y="11317"/>
                      <a:pt x="28905" y="12041"/>
                    </a:cubicBezTo>
                    <a:cubicBezTo>
                      <a:pt x="29013" y="12403"/>
                      <a:pt x="29086" y="12765"/>
                      <a:pt x="29122" y="13091"/>
                    </a:cubicBezTo>
                    <a:cubicBezTo>
                      <a:pt x="29158" y="13417"/>
                      <a:pt x="29231" y="13816"/>
                      <a:pt x="29267" y="14214"/>
                    </a:cubicBezTo>
                    <a:cubicBezTo>
                      <a:pt x="29303" y="14975"/>
                      <a:pt x="29303" y="15736"/>
                      <a:pt x="29267" y="16532"/>
                    </a:cubicBezTo>
                    <a:cubicBezTo>
                      <a:pt x="29267" y="16714"/>
                      <a:pt x="29231" y="16895"/>
                      <a:pt x="29195" y="17112"/>
                    </a:cubicBezTo>
                    <a:cubicBezTo>
                      <a:pt x="29195" y="17112"/>
                      <a:pt x="29195" y="17148"/>
                      <a:pt x="29195" y="17184"/>
                    </a:cubicBezTo>
                    <a:cubicBezTo>
                      <a:pt x="29195" y="17221"/>
                      <a:pt x="29195" y="17257"/>
                      <a:pt x="29195" y="17293"/>
                    </a:cubicBezTo>
                    <a:cubicBezTo>
                      <a:pt x="29195" y="17402"/>
                      <a:pt x="29158" y="17510"/>
                      <a:pt x="29158" y="17619"/>
                    </a:cubicBezTo>
                    <a:cubicBezTo>
                      <a:pt x="29086" y="17981"/>
                      <a:pt x="29013" y="18343"/>
                      <a:pt x="28941" y="18706"/>
                    </a:cubicBezTo>
                    <a:cubicBezTo>
                      <a:pt x="28832" y="19068"/>
                      <a:pt x="28724" y="19430"/>
                      <a:pt x="28615" y="19756"/>
                    </a:cubicBezTo>
                    <a:lnTo>
                      <a:pt x="28543" y="20046"/>
                    </a:lnTo>
                    <a:lnTo>
                      <a:pt x="28506" y="20155"/>
                    </a:lnTo>
                    <a:lnTo>
                      <a:pt x="28506" y="20227"/>
                    </a:lnTo>
                    <a:cubicBezTo>
                      <a:pt x="28434" y="20372"/>
                      <a:pt x="28361" y="20553"/>
                      <a:pt x="28289" y="20734"/>
                    </a:cubicBezTo>
                    <a:cubicBezTo>
                      <a:pt x="28144" y="21060"/>
                      <a:pt x="27999" y="21386"/>
                      <a:pt x="27854" y="21712"/>
                    </a:cubicBezTo>
                    <a:cubicBezTo>
                      <a:pt x="27746" y="21893"/>
                      <a:pt x="27673" y="22038"/>
                      <a:pt x="27601" y="22183"/>
                    </a:cubicBezTo>
                    <a:lnTo>
                      <a:pt x="27456" y="22400"/>
                    </a:lnTo>
                    <a:cubicBezTo>
                      <a:pt x="27420" y="22436"/>
                      <a:pt x="27420" y="22473"/>
                      <a:pt x="27383" y="22509"/>
                    </a:cubicBezTo>
                    <a:lnTo>
                      <a:pt x="27347" y="22581"/>
                    </a:lnTo>
                    <a:cubicBezTo>
                      <a:pt x="26985" y="23197"/>
                      <a:pt x="26550" y="23813"/>
                      <a:pt x="26080" y="24356"/>
                    </a:cubicBezTo>
                    <a:cubicBezTo>
                      <a:pt x="26043" y="24392"/>
                      <a:pt x="26007" y="24429"/>
                      <a:pt x="25971" y="24465"/>
                    </a:cubicBezTo>
                    <a:lnTo>
                      <a:pt x="25790" y="24682"/>
                    </a:lnTo>
                    <a:lnTo>
                      <a:pt x="25428" y="25081"/>
                    </a:lnTo>
                    <a:cubicBezTo>
                      <a:pt x="25174" y="25334"/>
                      <a:pt x="24920" y="25588"/>
                      <a:pt x="24631" y="25805"/>
                    </a:cubicBezTo>
                    <a:cubicBezTo>
                      <a:pt x="24607" y="25853"/>
                      <a:pt x="24567" y="25901"/>
                      <a:pt x="24521" y="25939"/>
                    </a:cubicBezTo>
                    <a:lnTo>
                      <a:pt x="24521" y="25939"/>
                    </a:lnTo>
                    <a:cubicBezTo>
                      <a:pt x="24520" y="25936"/>
                      <a:pt x="24518" y="25935"/>
                      <a:pt x="24514" y="25935"/>
                    </a:cubicBezTo>
                    <a:cubicBezTo>
                      <a:pt x="24507" y="25935"/>
                      <a:pt x="24496" y="25939"/>
                      <a:pt x="24486" y="25950"/>
                    </a:cubicBezTo>
                    <a:lnTo>
                      <a:pt x="24450" y="25986"/>
                    </a:lnTo>
                    <a:lnTo>
                      <a:pt x="24305" y="26095"/>
                    </a:lnTo>
                    <a:lnTo>
                      <a:pt x="23906" y="26421"/>
                    </a:lnTo>
                    <a:cubicBezTo>
                      <a:pt x="23616" y="26638"/>
                      <a:pt x="23290" y="26855"/>
                      <a:pt x="23001" y="27037"/>
                    </a:cubicBezTo>
                    <a:lnTo>
                      <a:pt x="22747" y="27181"/>
                    </a:lnTo>
                    <a:lnTo>
                      <a:pt x="22675" y="27254"/>
                    </a:lnTo>
                    <a:lnTo>
                      <a:pt x="22602" y="27290"/>
                    </a:lnTo>
                    <a:cubicBezTo>
                      <a:pt x="22457" y="27399"/>
                      <a:pt x="22276" y="27471"/>
                      <a:pt x="22131" y="27580"/>
                    </a:cubicBezTo>
                    <a:cubicBezTo>
                      <a:pt x="21805" y="27725"/>
                      <a:pt x="21479" y="27906"/>
                      <a:pt x="21153" y="28051"/>
                    </a:cubicBezTo>
                    <a:cubicBezTo>
                      <a:pt x="20972" y="28123"/>
                      <a:pt x="20827" y="28196"/>
                      <a:pt x="20646" y="28268"/>
                    </a:cubicBezTo>
                    <a:lnTo>
                      <a:pt x="20393" y="28377"/>
                    </a:lnTo>
                    <a:lnTo>
                      <a:pt x="20284" y="28413"/>
                    </a:lnTo>
                    <a:lnTo>
                      <a:pt x="20212" y="28413"/>
                    </a:lnTo>
                    <a:cubicBezTo>
                      <a:pt x="19886" y="28522"/>
                      <a:pt x="19523" y="28630"/>
                      <a:pt x="19161" y="28739"/>
                    </a:cubicBezTo>
                    <a:cubicBezTo>
                      <a:pt x="18835" y="28848"/>
                      <a:pt x="18437" y="28920"/>
                      <a:pt x="18075" y="28993"/>
                    </a:cubicBezTo>
                    <a:lnTo>
                      <a:pt x="17423" y="29065"/>
                    </a:lnTo>
                    <a:lnTo>
                      <a:pt x="17133" y="29101"/>
                    </a:lnTo>
                    <a:lnTo>
                      <a:pt x="16915" y="29101"/>
                    </a:lnTo>
                    <a:cubicBezTo>
                      <a:pt x="16359" y="29154"/>
                      <a:pt x="15782" y="29188"/>
                      <a:pt x="15215" y="29188"/>
                    </a:cubicBezTo>
                    <a:cubicBezTo>
                      <a:pt x="15008" y="29188"/>
                      <a:pt x="14801" y="29183"/>
                      <a:pt x="14597" y="29174"/>
                    </a:cubicBezTo>
                    <a:cubicBezTo>
                      <a:pt x="14199" y="29174"/>
                      <a:pt x="13837" y="29137"/>
                      <a:pt x="13438" y="29065"/>
                    </a:cubicBezTo>
                    <a:cubicBezTo>
                      <a:pt x="13076" y="29029"/>
                      <a:pt x="12786" y="28993"/>
                      <a:pt x="12388" y="28884"/>
                    </a:cubicBezTo>
                    <a:cubicBezTo>
                      <a:pt x="10939" y="28594"/>
                      <a:pt x="9563" y="28087"/>
                      <a:pt x="8259" y="27363"/>
                    </a:cubicBezTo>
                    <a:cubicBezTo>
                      <a:pt x="7643" y="27000"/>
                      <a:pt x="7063" y="26602"/>
                      <a:pt x="6520" y="26167"/>
                    </a:cubicBezTo>
                    <a:cubicBezTo>
                      <a:pt x="5361" y="25298"/>
                      <a:pt x="4347" y="24248"/>
                      <a:pt x="3550" y="23052"/>
                    </a:cubicBezTo>
                    <a:cubicBezTo>
                      <a:pt x="3115" y="22473"/>
                      <a:pt x="2753" y="21857"/>
                      <a:pt x="2427" y="21205"/>
                    </a:cubicBezTo>
                    <a:cubicBezTo>
                      <a:pt x="2101" y="20553"/>
                      <a:pt x="1847" y="19865"/>
                      <a:pt x="1630" y="19177"/>
                    </a:cubicBezTo>
                    <a:cubicBezTo>
                      <a:pt x="1485" y="18814"/>
                      <a:pt x="1413" y="18452"/>
                      <a:pt x="1304" y="18090"/>
                    </a:cubicBezTo>
                    <a:cubicBezTo>
                      <a:pt x="1268" y="17909"/>
                      <a:pt x="1232" y="17728"/>
                      <a:pt x="1195" y="17547"/>
                    </a:cubicBezTo>
                    <a:cubicBezTo>
                      <a:pt x="1159" y="17366"/>
                      <a:pt x="1159" y="17257"/>
                      <a:pt x="1123" y="17040"/>
                    </a:cubicBezTo>
                    <a:cubicBezTo>
                      <a:pt x="1015" y="16317"/>
                      <a:pt x="942" y="15558"/>
                      <a:pt x="942" y="14835"/>
                    </a:cubicBezTo>
                    <a:lnTo>
                      <a:pt x="942" y="14835"/>
                    </a:lnTo>
                    <a:cubicBezTo>
                      <a:pt x="942" y="14447"/>
                      <a:pt x="944" y="14060"/>
                      <a:pt x="1014" y="13707"/>
                    </a:cubicBezTo>
                    <a:lnTo>
                      <a:pt x="1051" y="13128"/>
                    </a:lnTo>
                    <a:lnTo>
                      <a:pt x="1051" y="13055"/>
                    </a:lnTo>
                    <a:cubicBezTo>
                      <a:pt x="1051" y="13055"/>
                      <a:pt x="1051" y="12983"/>
                      <a:pt x="1087" y="12947"/>
                    </a:cubicBezTo>
                    <a:cubicBezTo>
                      <a:pt x="1087" y="12874"/>
                      <a:pt x="1087" y="12729"/>
                      <a:pt x="1123" y="12657"/>
                    </a:cubicBezTo>
                    <a:cubicBezTo>
                      <a:pt x="1232" y="11896"/>
                      <a:pt x="1413" y="11172"/>
                      <a:pt x="1630" y="10447"/>
                    </a:cubicBezTo>
                    <a:lnTo>
                      <a:pt x="1703" y="10230"/>
                    </a:lnTo>
                    <a:lnTo>
                      <a:pt x="1775" y="10085"/>
                    </a:lnTo>
                    <a:lnTo>
                      <a:pt x="1775" y="10049"/>
                    </a:lnTo>
                    <a:cubicBezTo>
                      <a:pt x="1811" y="9868"/>
                      <a:pt x="1884" y="9687"/>
                      <a:pt x="1956" y="9542"/>
                    </a:cubicBezTo>
                    <a:cubicBezTo>
                      <a:pt x="2101" y="9180"/>
                      <a:pt x="2246" y="8854"/>
                      <a:pt x="2427" y="8528"/>
                    </a:cubicBezTo>
                    <a:cubicBezTo>
                      <a:pt x="2499" y="8383"/>
                      <a:pt x="2572" y="8202"/>
                      <a:pt x="2681" y="8057"/>
                    </a:cubicBezTo>
                    <a:cubicBezTo>
                      <a:pt x="2717" y="7984"/>
                      <a:pt x="2753" y="7876"/>
                      <a:pt x="2789" y="7803"/>
                    </a:cubicBezTo>
                    <a:lnTo>
                      <a:pt x="2862" y="7694"/>
                    </a:lnTo>
                    <a:lnTo>
                      <a:pt x="2862" y="7731"/>
                    </a:lnTo>
                    <a:lnTo>
                      <a:pt x="2898" y="7658"/>
                    </a:lnTo>
                    <a:cubicBezTo>
                      <a:pt x="3115" y="7368"/>
                      <a:pt x="3296" y="7042"/>
                      <a:pt x="3514" y="6753"/>
                    </a:cubicBezTo>
                    <a:cubicBezTo>
                      <a:pt x="3731" y="6463"/>
                      <a:pt x="3948" y="6173"/>
                      <a:pt x="4166" y="5883"/>
                    </a:cubicBezTo>
                    <a:lnTo>
                      <a:pt x="4210" y="5861"/>
                    </a:lnTo>
                    <a:lnTo>
                      <a:pt x="4210" y="5861"/>
                    </a:lnTo>
                    <a:cubicBezTo>
                      <a:pt x="4207" y="5868"/>
                      <a:pt x="4206" y="5872"/>
                      <a:pt x="4208" y="5872"/>
                    </a:cubicBezTo>
                    <a:cubicBezTo>
                      <a:pt x="4212" y="5872"/>
                      <a:pt x="4221" y="5865"/>
                      <a:pt x="4238" y="5847"/>
                    </a:cubicBezTo>
                    <a:lnTo>
                      <a:pt x="4238" y="5847"/>
                    </a:lnTo>
                    <a:lnTo>
                      <a:pt x="4210" y="5861"/>
                    </a:lnTo>
                    <a:lnTo>
                      <a:pt x="4210" y="5861"/>
                    </a:lnTo>
                    <a:cubicBezTo>
                      <a:pt x="4220" y="5841"/>
                      <a:pt x="4253" y="5796"/>
                      <a:pt x="4274" y="5775"/>
                    </a:cubicBezTo>
                    <a:lnTo>
                      <a:pt x="4455" y="5594"/>
                    </a:lnTo>
                    <a:cubicBezTo>
                      <a:pt x="4564" y="5449"/>
                      <a:pt x="4709" y="5304"/>
                      <a:pt x="4818" y="5195"/>
                    </a:cubicBezTo>
                    <a:cubicBezTo>
                      <a:pt x="5071" y="4905"/>
                      <a:pt x="5325" y="4688"/>
                      <a:pt x="5614" y="4435"/>
                    </a:cubicBezTo>
                    <a:lnTo>
                      <a:pt x="5832" y="4253"/>
                    </a:lnTo>
                    <a:lnTo>
                      <a:pt x="5940" y="4145"/>
                    </a:lnTo>
                    <a:lnTo>
                      <a:pt x="6375" y="3819"/>
                    </a:lnTo>
                    <a:cubicBezTo>
                      <a:pt x="6665" y="3601"/>
                      <a:pt x="6955" y="3384"/>
                      <a:pt x="7281" y="3203"/>
                    </a:cubicBezTo>
                    <a:lnTo>
                      <a:pt x="7534" y="3058"/>
                    </a:lnTo>
                    <a:lnTo>
                      <a:pt x="7643" y="2986"/>
                    </a:lnTo>
                    <a:lnTo>
                      <a:pt x="7679" y="2949"/>
                    </a:lnTo>
                    <a:cubicBezTo>
                      <a:pt x="7679" y="2949"/>
                      <a:pt x="7749" y="2903"/>
                      <a:pt x="7739" y="2903"/>
                    </a:cubicBezTo>
                    <a:cubicBezTo>
                      <a:pt x="7737" y="2903"/>
                      <a:pt x="7730" y="2906"/>
                      <a:pt x="7715" y="2913"/>
                    </a:cubicBezTo>
                    <a:lnTo>
                      <a:pt x="7788" y="2877"/>
                    </a:lnTo>
                    <a:lnTo>
                      <a:pt x="7896" y="2805"/>
                    </a:lnTo>
                    <a:lnTo>
                      <a:pt x="8150" y="2660"/>
                    </a:lnTo>
                    <a:cubicBezTo>
                      <a:pt x="8476" y="2479"/>
                      <a:pt x="8802" y="2334"/>
                      <a:pt x="9128" y="2189"/>
                    </a:cubicBezTo>
                    <a:cubicBezTo>
                      <a:pt x="9309" y="2116"/>
                      <a:pt x="9454" y="2044"/>
                      <a:pt x="9635" y="1971"/>
                    </a:cubicBezTo>
                    <a:lnTo>
                      <a:pt x="9889" y="1863"/>
                    </a:lnTo>
                    <a:lnTo>
                      <a:pt x="9997" y="1827"/>
                    </a:lnTo>
                    <a:lnTo>
                      <a:pt x="10070" y="1790"/>
                    </a:lnTo>
                    <a:cubicBezTo>
                      <a:pt x="10758" y="1537"/>
                      <a:pt x="11482" y="1356"/>
                      <a:pt x="12207" y="1211"/>
                    </a:cubicBezTo>
                    <a:cubicBezTo>
                      <a:pt x="12424" y="1175"/>
                      <a:pt x="12605" y="1138"/>
                      <a:pt x="12786" y="1102"/>
                    </a:cubicBezTo>
                    <a:lnTo>
                      <a:pt x="13040" y="1066"/>
                    </a:lnTo>
                    <a:lnTo>
                      <a:pt x="13112" y="1066"/>
                    </a:lnTo>
                    <a:lnTo>
                      <a:pt x="13293" y="1030"/>
                    </a:lnTo>
                    <a:cubicBezTo>
                      <a:pt x="13656" y="994"/>
                      <a:pt x="14054" y="994"/>
                      <a:pt x="14416" y="957"/>
                    </a:cubicBezTo>
                    <a:close/>
                    <a:moveTo>
                      <a:pt x="15395" y="1"/>
                    </a:moveTo>
                    <a:cubicBezTo>
                      <a:pt x="14323" y="1"/>
                      <a:pt x="13257" y="122"/>
                      <a:pt x="12207" y="342"/>
                    </a:cubicBezTo>
                    <a:cubicBezTo>
                      <a:pt x="10722" y="631"/>
                      <a:pt x="9273" y="1175"/>
                      <a:pt x="7933" y="1935"/>
                    </a:cubicBezTo>
                    <a:cubicBezTo>
                      <a:pt x="5180" y="3457"/>
                      <a:pt x="2970" y="5775"/>
                      <a:pt x="1594" y="8600"/>
                    </a:cubicBezTo>
                    <a:cubicBezTo>
                      <a:pt x="906" y="9976"/>
                      <a:pt x="435" y="11461"/>
                      <a:pt x="181" y="12983"/>
                    </a:cubicBezTo>
                    <a:cubicBezTo>
                      <a:pt x="73" y="13743"/>
                      <a:pt x="0" y="14540"/>
                      <a:pt x="0" y="15301"/>
                    </a:cubicBezTo>
                    <a:cubicBezTo>
                      <a:pt x="0" y="15364"/>
                      <a:pt x="14" y="15414"/>
                      <a:pt x="38" y="15451"/>
                    </a:cubicBezTo>
                    <a:lnTo>
                      <a:pt x="38" y="15451"/>
                    </a:lnTo>
                    <a:cubicBezTo>
                      <a:pt x="76" y="18500"/>
                      <a:pt x="1050" y="21437"/>
                      <a:pt x="2789" y="23922"/>
                    </a:cubicBezTo>
                    <a:cubicBezTo>
                      <a:pt x="5506" y="27689"/>
                      <a:pt x="9780" y="29971"/>
                      <a:pt x="14416" y="30115"/>
                    </a:cubicBezTo>
                    <a:cubicBezTo>
                      <a:pt x="14614" y="30125"/>
                      <a:pt x="14812" y="30129"/>
                      <a:pt x="15011" y="30129"/>
                    </a:cubicBezTo>
                    <a:cubicBezTo>
                      <a:pt x="16377" y="30129"/>
                      <a:pt x="17761" y="29915"/>
                      <a:pt x="19089" y="29536"/>
                    </a:cubicBezTo>
                    <a:cubicBezTo>
                      <a:pt x="20574" y="29101"/>
                      <a:pt x="21986" y="28485"/>
                      <a:pt x="23290" y="27616"/>
                    </a:cubicBezTo>
                    <a:cubicBezTo>
                      <a:pt x="24594" y="26747"/>
                      <a:pt x="25754" y="25696"/>
                      <a:pt x="26731" y="24501"/>
                    </a:cubicBezTo>
                    <a:cubicBezTo>
                      <a:pt x="29774" y="20807"/>
                      <a:pt x="30897" y="15917"/>
                      <a:pt x="29774" y="11317"/>
                    </a:cubicBezTo>
                    <a:cubicBezTo>
                      <a:pt x="29412" y="9831"/>
                      <a:pt x="28832" y="8455"/>
                      <a:pt x="28072" y="7151"/>
                    </a:cubicBezTo>
                    <a:cubicBezTo>
                      <a:pt x="27275" y="5883"/>
                      <a:pt x="26297" y="4724"/>
                      <a:pt x="25174" y="3710"/>
                    </a:cubicBezTo>
                    <a:cubicBezTo>
                      <a:pt x="22892" y="1682"/>
                      <a:pt x="19994" y="414"/>
                      <a:pt x="16952" y="88"/>
                    </a:cubicBezTo>
                    <a:cubicBezTo>
                      <a:pt x="16433" y="29"/>
                      <a:pt x="15913" y="1"/>
                      <a:pt x="15395"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8" name="Google Shape;1327;p31">
                <a:extLst>
                  <a:ext uri="{FF2B5EF4-FFF2-40B4-BE49-F238E27FC236}">
                    <a16:creationId xmlns:a16="http://schemas.microsoft.com/office/drawing/2014/main" id="{B0AD3045-A86F-2E2B-B44A-61640D91B9F0}"/>
                  </a:ext>
                </a:extLst>
              </p:cNvPr>
              <p:cNvSpPr/>
              <p:nvPr/>
            </p:nvSpPr>
            <p:spPr>
              <a:xfrm>
                <a:off x="6676808" y="3293501"/>
                <a:ext cx="828020" cy="1401199"/>
              </a:xfrm>
              <a:custGeom>
                <a:avLst/>
                <a:gdLst/>
                <a:ahLst/>
                <a:cxnLst/>
                <a:rect l="l" t="t" r="r" b="b"/>
                <a:pathLst>
                  <a:path w="35679" h="60377" extrusionOk="0">
                    <a:moveTo>
                      <a:pt x="17696" y="775"/>
                    </a:moveTo>
                    <a:cubicBezTo>
                      <a:pt x="18085" y="775"/>
                      <a:pt x="18467" y="923"/>
                      <a:pt x="18763" y="1219"/>
                    </a:cubicBezTo>
                    <a:cubicBezTo>
                      <a:pt x="18981" y="1400"/>
                      <a:pt x="19198" y="1581"/>
                      <a:pt x="19379" y="1799"/>
                    </a:cubicBezTo>
                    <a:cubicBezTo>
                      <a:pt x="20248" y="2668"/>
                      <a:pt x="21081" y="3610"/>
                      <a:pt x="21878" y="4588"/>
                    </a:cubicBezTo>
                    <a:cubicBezTo>
                      <a:pt x="24269" y="7558"/>
                      <a:pt x="26333" y="10818"/>
                      <a:pt x="28072" y="14223"/>
                    </a:cubicBezTo>
                    <a:cubicBezTo>
                      <a:pt x="31875" y="21648"/>
                      <a:pt x="34121" y="29725"/>
                      <a:pt x="34737" y="38056"/>
                    </a:cubicBezTo>
                    <a:cubicBezTo>
                      <a:pt x="34918" y="40954"/>
                      <a:pt x="35099" y="43960"/>
                      <a:pt x="34411" y="46858"/>
                    </a:cubicBezTo>
                    <a:cubicBezTo>
                      <a:pt x="33179" y="51748"/>
                      <a:pt x="29811" y="55841"/>
                      <a:pt x="25211" y="58014"/>
                    </a:cubicBezTo>
                    <a:cubicBezTo>
                      <a:pt x="22824" y="59120"/>
                      <a:pt x="20365" y="59630"/>
                      <a:pt x="17968" y="59630"/>
                    </a:cubicBezTo>
                    <a:cubicBezTo>
                      <a:pt x="8905" y="59630"/>
                      <a:pt x="733" y="52335"/>
                      <a:pt x="761" y="42366"/>
                    </a:cubicBezTo>
                    <a:cubicBezTo>
                      <a:pt x="761" y="36173"/>
                      <a:pt x="1739" y="30051"/>
                      <a:pt x="3586" y="24147"/>
                    </a:cubicBezTo>
                    <a:cubicBezTo>
                      <a:pt x="5108" y="19330"/>
                      <a:pt x="7172" y="14693"/>
                      <a:pt x="9744" y="10347"/>
                    </a:cubicBezTo>
                    <a:cubicBezTo>
                      <a:pt x="10722" y="8681"/>
                      <a:pt x="11809" y="7051"/>
                      <a:pt x="12932" y="5493"/>
                    </a:cubicBezTo>
                    <a:cubicBezTo>
                      <a:pt x="13801" y="4334"/>
                      <a:pt x="14706" y="3211"/>
                      <a:pt x="15648" y="2161"/>
                    </a:cubicBezTo>
                    <a:cubicBezTo>
                      <a:pt x="16010" y="1726"/>
                      <a:pt x="16409" y="1328"/>
                      <a:pt x="16880" y="1002"/>
                    </a:cubicBezTo>
                    <a:cubicBezTo>
                      <a:pt x="17136" y="851"/>
                      <a:pt x="17418" y="775"/>
                      <a:pt x="17696" y="775"/>
                    </a:cubicBezTo>
                    <a:close/>
                    <a:moveTo>
                      <a:pt x="17958" y="1"/>
                    </a:moveTo>
                    <a:cubicBezTo>
                      <a:pt x="17596" y="1"/>
                      <a:pt x="17232" y="91"/>
                      <a:pt x="16916" y="277"/>
                    </a:cubicBezTo>
                    <a:cubicBezTo>
                      <a:pt x="16336" y="676"/>
                      <a:pt x="15793" y="1147"/>
                      <a:pt x="15358" y="1690"/>
                    </a:cubicBezTo>
                    <a:cubicBezTo>
                      <a:pt x="14924" y="2161"/>
                      <a:pt x="14453" y="2668"/>
                      <a:pt x="14018" y="3211"/>
                    </a:cubicBezTo>
                    <a:cubicBezTo>
                      <a:pt x="12895" y="4551"/>
                      <a:pt x="11845" y="5964"/>
                      <a:pt x="10903" y="7413"/>
                    </a:cubicBezTo>
                    <a:cubicBezTo>
                      <a:pt x="8223" y="11434"/>
                      <a:pt x="6013" y="15708"/>
                      <a:pt x="4275" y="20199"/>
                    </a:cubicBezTo>
                    <a:cubicBezTo>
                      <a:pt x="2101" y="25850"/>
                      <a:pt x="725" y="31790"/>
                      <a:pt x="218" y="37839"/>
                    </a:cubicBezTo>
                    <a:cubicBezTo>
                      <a:pt x="73" y="39469"/>
                      <a:pt x="1" y="41099"/>
                      <a:pt x="1" y="42729"/>
                    </a:cubicBezTo>
                    <a:cubicBezTo>
                      <a:pt x="1" y="42779"/>
                      <a:pt x="14" y="42818"/>
                      <a:pt x="37" y="42846"/>
                    </a:cubicBezTo>
                    <a:lnTo>
                      <a:pt x="37" y="42846"/>
                    </a:lnTo>
                    <a:cubicBezTo>
                      <a:pt x="69" y="52735"/>
                      <a:pt x="8175" y="60376"/>
                      <a:pt x="17619" y="60376"/>
                    </a:cubicBezTo>
                    <a:cubicBezTo>
                      <a:pt x="18911" y="60376"/>
                      <a:pt x="20228" y="60233"/>
                      <a:pt x="21552" y="59934"/>
                    </a:cubicBezTo>
                    <a:cubicBezTo>
                      <a:pt x="26696" y="58775"/>
                      <a:pt x="31078" y="55406"/>
                      <a:pt x="33578" y="50734"/>
                    </a:cubicBezTo>
                    <a:cubicBezTo>
                      <a:pt x="34809" y="48343"/>
                      <a:pt x="35534" y="45735"/>
                      <a:pt x="35606" y="43055"/>
                    </a:cubicBezTo>
                    <a:cubicBezTo>
                      <a:pt x="35679" y="41425"/>
                      <a:pt x="35606" y="39795"/>
                      <a:pt x="35497" y="38165"/>
                    </a:cubicBezTo>
                    <a:cubicBezTo>
                      <a:pt x="35389" y="36571"/>
                      <a:pt x="35208" y="34941"/>
                      <a:pt x="34990" y="33311"/>
                    </a:cubicBezTo>
                    <a:cubicBezTo>
                      <a:pt x="34193" y="27697"/>
                      <a:pt x="32636" y="22191"/>
                      <a:pt x="30354" y="16975"/>
                    </a:cubicBezTo>
                    <a:cubicBezTo>
                      <a:pt x="28615" y="13027"/>
                      <a:pt x="26442" y="9260"/>
                      <a:pt x="23907" y="5783"/>
                    </a:cubicBezTo>
                    <a:cubicBezTo>
                      <a:pt x="23037" y="4551"/>
                      <a:pt x="22059" y="3356"/>
                      <a:pt x="21045" y="2233"/>
                    </a:cubicBezTo>
                    <a:cubicBezTo>
                      <a:pt x="20683" y="1835"/>
                      <a:pt x="20284" y="1400"/>
                      <a:pt x="19922" y="1038"/>
                    </a:cubicBezTo>
                    <a:cubicBezTo>
                      <a:pt x="19632" y="712"/>
                      <a:pt x="19307" y="458"/>
                      <a:pt x="18944" y="241"/>
                    </a:cubicBezTo>
                    <a:cubicBezTo>
                      <a:pt x="18645" y="82"/>
                      <a:pt x="18302" y="1"/>
                      <a:pt x="17958"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9" name="Google Shape;1328;p31">
                <a:extLst>
                  <a:ext uri="{FF2B5EF4-FFF2-40B4-BE49-F238E27FC236}">
                    <a16:creationId xmlns:a16="http://schemas.microsoft.com/office/drawing/2014/main" id="{81513197-6E2C-CE2B-B124-31AB1F5E43DE}"/>
                  </a:ext>
                </a:extLst>
              </p:cNvPr>
              <p:cNvSpPr/>
              <p:nvPr/>
            </p:nvSpPr>
            <p:spPr>
              <a:xfrm>
                <a:off x="6744062" y="3931206"/>
                <a:ext cx="694368" cy="560716"/>
              </a:xfrm>
              <a:custGeom>
                <a:avLst/>
                <a:gdLst/>
                <a:ahLst/>
                <a:cxnLst/>
                <a:rect l="l" t="t" r="r" b="b"/>
                <a:pathLst>
                  <a:path w="29920" h="24161" extrusionOk="0">
                    <a:moveTo>
                      <a:pt x="3024" y="7510"/>
                    </a:moveTo>
                    <a:cubicBezTo>
                      <a:pt x="3025" y="7510"/>
                      <a:pt x="3007" y="7540"/>
                      <a:pt x="2989" y="7571"/>
                    </a:cubicBezTo>
                    <a:lnTo>
                      <a:pt x="3007" y="7535"/>
                    </a:lnTo>
                    <a:cubicBezTo>
                      <a:pt x="3018" y="7517"/>
                      <a:pt x="3023" y="7510"/>
                      <a:pt x="3024" y="7510"/>
                    </a:cubicBezTo>
                    <a:close/>
                    <a:moveTo>
                      <a:pt x="2623" y="8170"/>
                    </a:moveTo>
                    <a:lnTo>
                      <a:pt x="2623" y="8170"/>
                    </a:lnTo>
                    <a:cubicBezTo>
                      <a:pt x="2585" y="8219"/>
                      <a:pt x="2546" y="8282"/>
                      <a:pt x="2554" y="8282"/>
                    </a:cubicBezTo>
                    <a:cubicBezTo>
                      <a:pt x="2558" y="8282"/>
                      <a:pt x="2574" y="8266"/>
                      <a:pt x="2608" y="8223"/>
                    </a:cubicBezTo>
                    <a:cubicBezTo>
                      <a:pt x="2616" y="8199"/>
                      <a:pt x="2621" y="8182"/>
                      <a:pt x="2623" y="8170"/>
                    </a:cubicBezTo>
                    <a:close/>
                    <a:moveTo>
                      <a:pt x="2391" y="8585"/>
                    </a:moveTo>
                    <a:cubicBezTo>
                      <a:pt x="2375" y="8585"/>
                      <a:pt x="2352" y="8613"/>
                      <a:pt x="2334" y="8642"/>
                    </a:cubicBezTo>
                    <a:lnTo>
                      <a:pt x="2334" y="8642"/>
                    </a:lnTo>
                    <a:cubicBezTo>
                      <a:pt x="2355" y="8620"/>
                      <a:pt x="2391" y="8585"/>
                      <a:pt x="2391" y="8585"/>
                    </a:cubicBezTo>
                    <a:close/>
                    <a:moveTo>
                      <a:pt x="2334" y="8642"/>
                    </a:moveTo>
                    <a:cubicBezTo>
                      <a:pt x="2325" y="8651"/>
                      <a:pt x="2318" y="8657"/>
                      <a:pt x="2318" y="8657"/>
                    </a:cubicBezTo>
                    <a:lnTo>
                      <a:pt x="2318" y="8670"/>
                    </a:lnTo>
                    <a:lnTo>
                      <a:pt x="2318" y="8670"/>
                    </a:lnTo>
                    <a:cubicBezTo>
                      <a:pt x="2323" y="8661"/>
                      <a:pt x="2328" y="8651"/>
                      <a:pt x="2334" y="8642"/>
                    </a:cubicBezTo>
                    <a:close/>
                    <a:moveTo>
                      <a:pt x="2318" y="8670"/>
                    </a:moveTo>
                    <a:cubicBezTo>
                      <a:pt x="2310" y="8687"/>
                      <a:pt x="2306" y="8699"/>
                      <a:pt x="2310" y="8699"/>
                    </a:cubicBezTo>
                    <a:cubicBezTo>
                      <a:pt x="2312" y="8699"/>
                      <a:pt x="2314" y="8698"/>
                      <a:pt x="2318" y="8694"/>
                    </a:cubicBezTo>
                    <a:lnTo>
                      <a:pt x="2318" y="8670"/>
                    </a:lnTo>
                    <a:close/>
                    <a:moveTo>
                      <a:pt x="14765" y="1"/>
                    </a:moveTo>
                    <a:cubicBezTo>
                      <a:pt x="13855" y="1"/>
                      <a:pt x="12949" y="73"/>
                      <a:pt x="12062" y="218"/>
                    </a:cubicBezTo>
                    <a:cubicBezTo>
                      <a:pt x="10432" y="471"/>
                      <a:pt x="8874" y="1015"/>
                      <a:pt x="7462" y="1812"/>
                    </a:cubicBezTo>
                    <a:cubicBezTo>
                      <a:pt x="6013" y="2645"/>
                      <a:pt x="4745" y="3659"/>
                      <a:pt x="3659" y="4890"/>
                    </a:cubicBezTo>
                    <a:cubicBezTo>
                      <a:pt x="3115" y="5470"/>
                      <a:pt x="2608" y="6122"/>
                      <a:pt x="2174" y="6810"/>
                    </a:cubicBezTo>
                    <a:cubicBezTo>
                      <a:pt x="1920" y="7172"/>
                      <a:pt x="1703" y="7535"/>
                      <a:pt x="1485" y="7933"/>
                    </a:cubicBezTo>
                    <a:cubicBezTo>
                      <a:pt x="1340" y="8295"/>
                      <a:pt x="1159" y="8694"/>
                      <a:pt x="1051" y="9056"/>
                    </a:cubicBezTo>
                    <a:cubicBezTo>
                      <a:pt x="1014" y="9165"/>
                      <a:pt x="978" y="9237"/>
                      <a:pt x="978" y="9309"/>
                    </a:cubicBezTo>
                    <a:cubicBezTo>
                      <a:pt x="942" y="9346"/>
                      <a:pt x="942" y="9382"/>
                      <a:pt x="942" y="9418"/>
                    </a:cubicBezTo>
                    <a:cubicBezTo>
                      <a:pt x="942" y="9454"/>
                      <a:pt x="906" y="9491"/>
                      <a:pt x="906" y="9527"/>
                    </a:cubicBezTo>
                    <a:cubicBezTo>
                      <a:pt x="848" y="9699"/>
                      <a:pt x="791" y="9849"/>
                      <a:pt x="751" y="10012"/>
                    </a:cubicBezTo>
                    <a:lnTo>
                      <a:pt x="751" y="10012"/>
                    </a:lnTo>
                    <a:cubicBezTo>
                      <a:pt x="597" y="10442"/>
                      <a:pt x="498" y="10875"/>
                      <a:pt x="399" y="11338"/>
                    </a:cubicBezTo>
                    <a:cubicBezTo>
                      <a:pt x="254" y="11809"/>
                      <a:pt x="181" y="12280"/>
                      <a:pt x="145" y="12787"/>
                    </a:cubicBezTo>
                    <a:cubicBezTo>
                      <a:pt x="109" y="13221"/>
                      <a:pt x="73" y="13692"/>
                      <a:pt x="36" y="14163"/>
                    </a:cubicBezTo>
                    <a:cubicBezTo>
                      <a:pt x="0" y="14634"/>
                      <a:pt x="36" y="15105"/>
                      <a:pt x="36" y="15576"/>
                    </a:cubicBezTo>
                    <a:cubicBezTo>
                      <a:pt x="73" y="16590"/>
                      <a:pt x="181" y="17532"/>
                      <a:pt x="362" y="18510"/>
                    </a:cubicBezTo>
                    <a:cubicBezTo>
                      <a:pt x="544" y="19488"/>
                      <a:pt x="833" y="20429"/>
                      <a:pt x="1232" y="21371"/>
                    </a:cubicBezTo>
                    <a:cubicBezTo>
                      <a:pt x="1449" y="21878"/>
                      <a:pt x="1703" y="22385"/>
                      <a:pt x="1992" y="22856"/>
                    </a:cubicBezTo>
                    <a:cubicBezTo>
                      <a:pt x="2137" y="23110"/>
                      <a:pt x="2318" y="23327"/>
                      <a:pt x="2500" y="23544"/>
                    </a:cubicBezTo>
                    <a:cubicBezTo>
                      <a:pt x="2608" y="23689"/>
                      <a:pt x="2717" y="23762"/>
                      <a:pt x="2826" y="23870"/>
                    </a:cubicBezTo>
                    <a:lnTo>
                      <a:pt x="3007" y="23979"/>
                    </a:lnTo>
                    <a:cubicBezTo>
                      <a:pt x="3079" y="24015"/>
                      <a:pt x="3152" y="24051"/>
                      <a:pt x="3224" y="24124"/>
                    </a:cubicBezTo>
                    <a:cubicBezTo>
                      <a:pt x="3242" y="24142"/>
                      <a:pt x="3265" y="24150"/>
                      <a:pt x="3289" y="24150"/>
                    </a:cubicBezTo>
                    <a:cubicBezTo>
                      <a:pt x="3408" y="24150"/>
                      <a:pt x="3568" y="23955"/>
                      <a:pt x="3477" y="23834"/>
                    </a:cubicBezTo>
                    <a:cubicBezTo>
                      <a:pt x="3477" y="23798"/>
                      <a:pt x="3441" y="23725"/>
                      <a:pt x="3441" y="23653"/>
                    </a:cubicBezTo>
                    <a:cubicBezTo>
                      <a:pt x="3405" y="23581"/>
                      <a:pt x="3369" y="23508"/>
                      <a:pt x="3333" y="23436"/>
                    </a:cubicBezTo>
                    <a:cubicBezTo>
                      <a:pt x="3296" y="23291"/>
                      <a:pt x="3224" y="23182"/>
                      <a:pt x="3152" y="23037"/>
                    </a:cubicBezTo>
                    <a:cubicBezTo>
                      <a:pt x="3007" y="22784"/>
                      <a:pt x="2862" y="22494"/>
                      <a:pt x="2717" y="22277"/>
                    </a:cubicBezTo>
                    <a:cubicBezTo>
                      <a:pt x="2391" y="21806"/>
                      <a:pt x="2137" y="21299"/>
                      <a:pt x="1884" y="20792"/>
                    </a:cubicBezTo>
                    <a:cubicBezTo>
                      <a:pt x="1377" y="19814"/>
                      <a:pt x="1014" y="18763"/>
                      <a:pt x="797" y="17677"/>
                    </a:cubicBezTo>
                    <a:cubicBezTo>
                      <a:pt x="580" y="16626"/>
                      <a:pt x="507" y="15539"/>
                      <a:pt x="580" y="14453"/>
                    </a:cubicBezTo>
                    <a:cubicBezTo>
                      <a:pt x="580" y="13946"/>
                      <a:pt x="652" y="13402"/>
                      <a:pt x="761" y="12859"/>
                    </a:cubicBezTo>
                    <a:cubicBezTo>
                      <a:pt x="906" y="12316"/>
                      <a:pt x="1051" y="11772"/>
                      <a:pt x="1232" y="11265"/>
                    </a:cubicBezTo>
                    <a:cubicBezTo>
                      <a:pt x="1304" y="10976"/>
                      <a:pt x="1377" y="10722"/>
                      <a:pt x="1485" y="10468"/>
                    </a:cubicBezTo>
                    <a:cubicBezTo>
                      <a:pt x="1485" y="10432"/>
                      <a:pt x="1485" y="10396"/>
                      <a:pt x="1522" y="10360"/>
                    </a:cubicBezTo>
                    <a:lnTo>
                      <a:pt x="1594" y="10179"/>
                    </a:lnTo>
                    <a:lnTo>
                      <a:pt x="1666" y="9998"/>
                    </a:lnTo>
                    <a:lnTo>
                      <a:pt x="1666" y="9925"/>
                    </a:lnTo>
                    <a:lnTo>
                      <a:pt x="1666" y="9925"/>
                    </a:lnTo>
                    <a:cubicBezTo>
                      <a:pt x="1690" y="9878"/>
                      <a:pt x="1720" y="9819"/>
                      <a:pt x="1739" y="9780"/>
                    </a:cubicBezTo>
                    <a:lnTo>
                      <a:pt x="1920" y="9418"/>
                    </a:lnTo>
                    <a:cubicBezTo>
                      <a:pt x="1920" y="9393"/>
                      <a:pt x="1954" y="9335"/>
                      <a:pt x="1952" y="9335"/>
                    </a:cubicBezTo>
                    <a:lnTo>
                      <a:pt x="1952" y="9335"/>
                    </a:lnTo>
                    <a:cubicBezTo>
                      <a:pt x="1951" y="9335"/>
                      <a:pt x="1943" y="9347"/>
                      <a:pt x="1920" y="9382"/>
                    </a:cubicBezTo>
                    <a:lnTo>
                      <a:pt x="1920" y="9382"/>
                    </a:lnTo>
                    <a:cubicBezTo>
                      <a:pt x="1947" y="9341"/>
                      <a:pt x="1992" y="9273"/>
                      <a:pt x="1992" y="9273"/>
                    </a:cubicBezTo>
                    <a:cubicBezTo>
                      <a:pt x="1992" y="9273"/>
                      <a:pt x="1992" y="9237"/>
                      <a:pt x="1992" y="9237"/>
                    </a:cubicBezTo>
                    <a:lnTo>
                      <a:pt x="2101" y="9056"/>
                    </a:lnTo>
                    <a:lnTo>
                      <a:pt x="2318" y="8657"/>
                    </a:lnTo>
                    <a:lnTo>
                      <a:pt x="2427" y="8476"/>
                    </a:lnTo>
                    <a:lnTo>
                      <a:pt x="2463" y="8404"/>
                    </a:lnTo>
                    <a:lnTo>
                      <a:pt x="2608" y="8187"/>
                    </a:lnTo>
                    <a:cubicBezTo>
                      <a:pt x="2608" y="8168"/>
                      <a:pt x="2617" y="8150"/>
                      <a:pt x="2622" y="8150"/>
                    </a:cubicBezTo>
                    <a:lnTo>
                      <a:pt x="2622" y="8150"/>
                    </a:lnTo>
                    <a:cubicBezTo>
                      <a:pt x="2624" y="8150"/>
                      <a:pt x="2625" y="8156"/>
                      <a:pt x="2623" y="8170"/>
                    </a:cubicBezTo>
                    <a:lnTo>
                      <a:pt x="2623" y="8170"/>
                    </a:lnTo>
                    <a:cubicBezTo>
                      <a:pt x="2647" y="8139"/>
                      <a:pt x="2670" y="8114"/>
                      <a:pt x="2681" y="8114"/>
                    </a:cubicBezTo>
                    <a:lnTo>
                      <a:pt x="2681" y="8078"/>
                    </a:lnTo>
                    <a:cubicBezTo>
                      <a:pt x="2708" y="8050"/>
                      <a:pt x="2715" y="8023"/>
                      <a:pt x="2732" y="7995"/>
                    </a:cubicBezTo>
                    <a:lnTo>
                      <a:pt x="2732" y="7995"/>
                    </a:lnTo>
                    <a:lnTo>
                      <a:pt x="2717" y="8042"/>
                    </a:lnTo>
                    <a:lnTo>
                      <a:pt x="2753" y="7969"/>
                    </a:lnTo>
                    <a:lnTo>
                      <a:pt x="2753" y="7969"/>
                    </a:lnTo>
                    <a:cubicBezTo>
                      <a:pt x="2744" y="7978"/>
                      <a:pt x="2738" y="7986"/>
                      <a:pt x="2732" y="7995"/>
                    </a:cubicBezTo>
                    <a:lnTo>
                      <a:pt x="2732" y="7995"/>
                    </a:lnTo>
                    <a:lnTo>
                      <a:pt x="2753" y="7933"/>
                    </a:lnTo>
                    <a:lnTo>
                      <a:pt x="2970" y="7607"/>
                    </a:lnTo>
                    <a:lnTo>
                      <a:pt x="3079" y="7426"/>
                    </a:lnTo>
                    <a:cubicBezTo>
                      <a:pt x="3152" y="7317"/>
                      <a:pt x="3224" y="7209"/>
                      <a:pt x="3296" y="7100"/>
                    </a:cubicBezTo>
                    <a:cubicBezTo>
                      <a:pt x="3586" y="6629"/>
                      <a:pt x="3912" y="6194"/>
                      <a:pt x="4274" y="5796"/>
                    </a:cubicBezTo>
                    <a:cubicBezTo>
                      <a:pt x="4274" y="5778"/>
                      <a:pt x="4302" y="5742"/>
                      <a:pt x="4315" y="5728"/>
                    </a:cubicBezTo>
                    <a:lnTo>
                      <a:pt x="4315" y="5728"/>
                    </a:lnTo>
                    <a:lnTo>
                      <a:pt x="4274" y="5796"/>
                    </a:lnTo>
                    <a:cubicBezTo>
                      <a:pt x="4315" y="5741"/>
                      <a:pt x="4325" y="5723"/>
                      <a:pt x="4322" y="5723"/>
                    </a:cubicBezTo>
                    <a:lnTo>
                      <a:pt x="4322" y="5723"/>
                    </a:lnTo>
                    <a:cubicBezTo>
                      <a:pt x="4321" y="5723"/>
                      <a:pt x="4318" y="5725"/>
                      <a:pt x="4315" y="5728"/>
                    </a:cubicBezTo>
                    <a:lnTo>
                      <a:pt x="4315" y="5728"/>
                    </a:lnTo>
                    <a:lnTo>
                      <a:pt x="4383" y="5615"/>
                    </a:lnTo>
                    <a:lnTo>
                      <a:pt x="4673" y="5325"/>
                    </a:lnTo>
                    <a:cubicBezTo>
                      <a:pt x="4854" y="5144"/>
                      <a:pt x="5035" y="4927"/>
                      <a:pt x="5252" y="4746"/>
                    </a:cubicBezTo>
                    <a:lnTo>
                      <a:pt x="5542" y="4492"/>
                    </a:lnTo>
                    <a:lnTo>
                      <a:pt x="5687" y="4347"/>
                    </a:lnTo>
                    <a:cubicBezTo>
                      <a:pt x="5711" y="4347"/>
                      <a:pt x="5767" y="4299"/>
                      <a:pt x="5759" y="4299"/>
                    </a:cubicBezTo>
                    <a:lnTo>
                      <a:pt x="5759" y="4299"/>
                    </a:lnTo>
                    <a:cubicBezTo>
                      <a:pt x="5759" y="4299"/>
                      <a:pt x="5758" y="4299"/>
                      <a:pt x="5756" y="4300"/>
                    </a:cubicBezTo>
                    <a:lnTo>
                      <a:pt x="5756" y="4300"/>
                    </a:lnTo>
                    <a:cubicBezTo>
                      <a:pt x="5951" y="4164"/>
                      <a:pt x="6145" y="4006"/>
                      <a:pt x="6339" y="3876"/>
                    </a:cubicBezTo>
                    <a:cubicBezTo>
                      <a:pt x="6556" y="3695"/>
                      <a:pt x="6774" y="3550"/>
                      <a:pt x="6991" y="3405"/>
                    </a:cubicBezTo>
                    <a:lnTo>
                      <a:pt x="7353" y="3188"/>
                    </a:lnTo>
                    <a:lnTo>
                      <a:pt x="7534" y="3079"/>
                    </a:lnTo>
                    <a:cubicBezTo>
                      <a:pt x="8041" y="2826"/>
                      <a:pt x="8512" y="2572"/>
                      <a:pt x="9056" y="2355"/>
                    </a:cubicBezTo>
                    <a:lnTo>
                      <a:pt x="9237" y="2282"/>
                    </a:lnTo>
                    <a:lnTo>
                      <a:pt x="9345" y="2246"/>
                    </a:lnTo>
                    <a:lnTo>
                      <a:pt x="9273" y="2246"/>
                    </a:lnTo>
                    <a:cubicBezTo>
                      <a:pt x="9418" y="2210"/>
                      <a:pt x="9563" y="2174"/>
                      <a:pt x="9671" y="2101"/>
                    </a:cubicBezTo>
                    <a:cubicBezTo>
                      <a:pt x="9961" y="2029"/>
                      <a:pt x="10215" y="1956"/>
                      <a:pt x="10504" y="1884"/>
                    </a:cubicBezTo>
                    <a:cubicBezTo>
                      <a:pt x="10794" y="1812"/>
                      <a:pt x="11084" y="1739"/>
                      <a:pt x="11374" y="1667"/>
                    </a:cubicBezTo>
                    <a:lnTo>
                      <a:pt x="11808" y="1594"/>
                    </a:lnTo>
                    <a:lnTo>
                      <a:pt x="12026" y="1558"/>
                    </a:lnTo>
                    <a:lnTo>
                      <a:pt x="12134" y="1558"/>
                    </a:lnTo>
                    <a:cubicBezTo>
                      <a:pt x="12786" y="1486"/>
                      <a:pt x="13438" y="1449"/>
                      <a:pt x="14086" y="1449"/>
                    </a:cubicBezTo>
                    <a:cubicBezTo>
                      <a:pt x="14733" y="1449"/>
                      <a:pt x="15376" y="1486"/>
                      <a:pt x="16010" y="1558"/>
                    </a:cubicBezTo>
                    <a:cubicBezTo>
                      <a:pt x="16336" y="1594"/>
                      <a:pt x="16626" y="1667"/>
                      <a:pt x="16916" y="1703"/>
                    </a:cubicBezTo>
                    <a:lnTo>
                      <a:pt x="16771" y="1667"/>
                    </a:lnTo>
                    <a:lnTo>
                      <a:pt x="16771" y="1667"/>
                    </a:lnTo>
                    <a:cubicBezTo>
                      <a:pt x="18292" y="1956"/>
                      <a:pt x="19741" y="2427"/>
                      <a:pt x="21117" y="3152"/>
                    </a:cubicBezTo>
                    <a:cubicBezTo>
                      <a:pt x="21480" y="3333"/>
                      <a:pt x="21842" y="3550"/>
                      <a:pt x="22204" y="3768"/>
                    </a:cubicBezTo>
                    <a:lnTo>
                      <a:pt x="22095" y="3695"/>
                    </a:lnTo>
                    <a:lnTo>
                      <a:pt x="22095" y="3695"/>
                    </a:lnTo>
                    <a:cubicBezTo>
                      <a:pt x="23435" y="4564"/>
                      <a:pt x="24667" y="5651"/>
                      <a:pt x="25645" y="6919"/>
                    </a:cubicBezTo>
                    <a:cubicBezTo>
                      <a:pt x="25917" y="7225"/>
                      <a:pt x="26158" y="7596"/>
                      <a:pt x="26396" y="7940"/>
                    </a:cubicBezTo>
                    <a:lnTo>
                      <a:pt x="26396" y="7940"/>
                    </a:lnTo>
                    <a:cubicBezTo>
                      <a:pt x="26927" y="8797"/>
                      <a:pt x="27353" y="9724"/>
                      <a:pt x="27710" y="10686"/>
                    </a:cubicBezTo>
                    <a:cubicBezTo>
                      <a:pt x="27891" y="11193"/>
                      <a:pt x="28036" y="11700"/>
                      <a:pt x="28180" y="12207"/>
                    </a:cubicBezTo>
                    <a:cubicBezTo>
                      <a:pt x="28180" y="12352"/>
                      <a:pt x="28217" y="12461"/>
                      <a:pt x="28253" y="12569"/>
                    </a:cubicBezTo>
                    <a:lnTo>
                      <a:pt x="28289" y="12787"/>
                    </a:lnTo>
                    <a:lnTo>
                      <a:pt x="28289" y="12859"/>
                    </a:lnTo>
                    <a:cubicBezTo>
                      <a:pt x="28289" y="12968"/>
                      <a:pt x="28325" y="13113"/>
                      <a:pt x="28362" y="13221"/>
                    </a:cubicBezTo>
                    <a:lnTo>
                      <a:pt x="28362" y="13330"/>
                    </a:lnTo>
                    <a:lnTo>
                      <a:pt x="28362" y="13439"/>
                    </a:lnTo>
                    <a:lnTo>
                      <a:pt x="28398" y="13656"/>
                    </a:lnTo>
                    <a:cubicBezTo>
                      <a:pt x="28579" y="14743"/>
                      <a:pt x="28615" y="15829"/>
                      <a:pt x="28506" y="16916"/>
                    </a:cubicBezTo>
                    <a:lnTo>
                      <a:pt x="28470" y="17278"/>
                    </a:lnTo>
                    <a:cubicBezTo>
                      <a:pt x="28470" y="17314"/>
                      <a:pt x="28470" y="17387"/>
                      <a:pt x="28470" y="17387"/>
                    </a:cubicBezTo>
                    <a:cubicBezTo>
                      <a:pt x="28470" y="17495"/>
                      <a:pt x="28470" y="17568"/>
                      <a:pt x="28434" y="17640"/>
                    </a:cubicBezTo>
                    <a:cubicBezTo>
                      <a:pt x="28398" y="17930"/>
                      <a:pt x="28325" y="18220"/>
                      <a:pt x="28289" y="18473"/>
                    </a:cubicBezTo>
                    <a:cubicBezTo>
                      <a:pt x="28253" y="18618"/>
                      <a:pt x="28217" y="18763"/>
                      <a:pt x="28180" y="18908"/>
                    </a:cubicBezTo>
                    <a:lnTo>
                      <a:pt x="28180" y="19017"/>
                    </a:lnTo>
                    <a:cubicBezTo>
                      <a:pt x="28180" y="19065"/>
                      <a:pt x="28180" y="19089"/>
                      <a:pt x="28180" y="19089"/>
                    </a:cubicBezTo>
                    <a:cubicBezTo>
                      <a:pt x="28144" y="19125"/>
                      <a:pt x="28144" y="19234"/>
                      <a:pt x="28108" y="19306"/>
                    </a:cubicBezTo>
                    <a:cubicBezTo>
                      <a:pt x="28036" y="19632"/>
                      <a:pt x="27963" y="19922"/>
                      <a:pt x="27891" y="20212"/>
                    </a:cubicBezTo>
                    <a:cubicBezTo>
                      <a:pt x="27891" y="20284"/>
                      <a:pt x="27854" y="20357"/>
                      <a:pt x="27818" y="20429"/>
                    </a:cubicBezTo>
                    <a:cubicBezTo>
                      <a:pt x="27818" y="20466"/>
                      <a:pt x="27818" y="20502"/>
                      <a:pt x="27782" y="20538"/>
                    </a:cubicBezTo>
                    <a:cubicBezTo>
                      <a:pt x="27782" y="20538"/>
                      <a:pt x="27759" y="20631"/>
                      <a:pt x="27768" y="20631"/>
                    </a:cubicBezTo>
                    <a:cubicBezTo>
                      <a:pt x="27770" y="20631"/>
                      <a:pt x="27775" y="20625"/>
                      <a:pt x="27782" y="20610"/>
                    </a:cubicBezTo>
                    <a:lnTo>
                      <a:pt x="27782" y="20610"/>
                    </a:lnTo>
                    <a:lnTo>
                      <a:pt x="27601" y="21154"/>
                    </a:lnTo>
                    <a:cubicBezTo>
                      <a:pt x="27601" y="21154"/>
                      <a:pt x="27581" y="21215"/>
                      <a:pt x="27586" y="21215"/>
                    </a:cubicBezTo>
                    <a:cubicBezTo>
                      <a:pt x="27587" y="21215"/>
                      <a:pt x="27592" y="21208"/>
                      <a:pt x="27601" y="21190"/>
                    </a:cubicBezTo>
                    <a:lnTo>
                      <a:pt x="27601" y="21190"/>
                    </a:lnTo>
                    <a:cubicBezTo>
                      <a:pt x="27578" y="21259"/>
                      <a:pt x="27570" y="21284"/>
                      <a:pt x="27576" y="21284"/>
                    </a:cubicBezTo>
                    <a:cubicBezTo>
                      <a:pt x="27579" y="21284"/>
                      <a:pt x="27588" y="21276"/>
                      <a:pt x="27601" y="21262"/>
                    </a:cubicBezTo>
                    <a:lnTo>
                      <a:pt x="27601" y="21299"/>
                    </a:lnTo>
                    <a:lnTo>
                      <a:pt x="27492" y="21552"/>
                    </a:lnTo>
                    <a:lnTo>
                      <a:pt x="27275" y="22023"/>
                    </a:lnTo>
                    <a:cubicBezTo>
                      <a:pt x="26985" y="22675"/>
                      <a:pt x="26695" y="23363"/>
                      <a:pt x="26333" y="23979"/>
                    </a:cubicBezTo>
                    <a:cubicBezTo>
                      <a:pt x="26297" y="24051"/>
                      <a:pt x="26297" y="24124"/>
                      <a:pt x="26369" y="24160"/>
                    </a:cubicBezTo>
                    <a:cubicBezTo>
                      <a:pt x="26442" y="24160"/>
                      <a:pt x="26550" y="24088"/>
                      <a:pt x="26587" y="24051"/>
                    </a:cubicBezTo>
                    <a:lnTo>
                      <a:pt x="26550" y="24051"/>
                    </a:lnTo>
                    <a:cubicBezTo>
                      <a:pt x="27166" y="23218"/>
                      <a:pt x="27710" y="22349"/>
                      <a:pt x="28144" y="21407"/>
                    </a:cubicBezTo>
                    <a:cubicBezTo>
                      <a:pt x="28615" y="20574"/>
                      <a:pt x="28977" y="19669"/>
                      <a:pt x="29267" y="18727"/>
                    </a:cubicBezTo>
                    <a:cubicBezTo>
                      <a:pt x="29274" y="18701"/>
                      <a:pt x="29275" y="18691"/>
                      <a:pt x="29274" y="18691"/>
                    </a:cubicBezTo>
                    <a:lnTo>
                      <a:pt x="29274" y="18691"/>
                    </a:lnTo>
                    <a:cubicBezTo>
                      <a:pt x="29272" y="18691"/>
                      <a:pt x="29243" y="18784"/>
                      <a:pt x="29242" y="18784"/>
                    </a:cubicBezTo>
                    <a:cubicBezTo>
                      <a:pt x="29241" y="18784"/>
                      <a:pt x="29247" y="18760"/>
                      <a:pt x="29267" y="18691"/>
                    </a:cubicBezTo>
                    <a:lnTo>
                      <a:pt x="29303" y="18582"/>
                    </a:lnTo>
                    <a:lnTo>
                      <a:pt x="29340" y="18401"/>
                    </a:lnTo>
                    <a:cubicBezTo>
                      <a:pt x="29376" y="18292"/>
                      <a:pt x="29412" y="18184"/>
                      <a:pt x="29448" y="18075"/>
                    </a:cubicBezTo>
                    <a:cubicBezTo>
                      <a:pt x="29484" y="17858"/>
                      <a:pt x="29521" y="17640"/>
                      <a:pt x="29593" y="17423"/>
                    </a:cubicBezTo>
                    <a:cubicBezTo>
                      <a:pt x="29666" y="16988"/>
                      <a:pt x="29738" y="16481"/>
                      <a:pt x="29810" y="16010"/>
                    </a:cubicBezTo>
                    <a:cubicBezTo>
                      <a:pt x="29883" y="15177"/>
                      <a:pt x="29919" y="14344"/>
                      <a:pt x="29919" y="13511"/>
                    </a:cubicBezTo>
                    <a:cubicBezTo>
                      <a:pt x="29810" y="11881"/>
                      <a:pt x="29448" y="10251"/>
                      <a:pt x="28796" y="8766"/>
                    </a:cubicBezTo>
                    <a:cubicBezTo>
                      <a:pt x="28144" y="7281"/>
                      <a:pt x="27239" y="5941"/>
                      <a:pt x="26152" y="4746"/>
                    </a:cubicBezTo>
                    <a:cubicBezTo>
                      <a:pt x="25029" y="3550"/>
                      <a:pt x="23761" y="2572"/>
                      <a:pt x="22313" y="1812"/>
                    </a:cubicBezTo>
                    <a:cubicBezTo>
                      <a:pt x="20791" y="1015"/>
                      <a:pt x="19161" y="471"/>
                      <a:pt x="17495" y="218"/>
                    </a:cubicBezTo>
                    <a:cubicBezTo>
                      <a:pt x="16590" y="73"/>
                      <a:pt x="15675" y="1"/>
                      <a:pt x="14765"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0" name="Google Shape;1329;p31">
                <a:extLst>
                  <a:ext uri="{FF2B5EF4-FFF2-40B4-BE49-F238E27FC236}">
                    <a16:creationId xmlns:a16="http://schemas.microsoft.com/office/drawing/2014/main" id="{2D52E24B-D683-1CF4-2BBA-DF4486834C2B}"/>
                  </a:ext>
                </a:extLst>
              </p:cNvPr>
              <p:cNvSpPr/>
              <p:nvPr/>
            </p:nvSpPr>
            <p:spPr>
              <a:xfrm>
                <a:off x="6743226" y="4003263"/>
                <a:ext cx="694693" cy="313301"/>
              </a:xfrm>
              <a:custGeom>
                <a:avLst/>
                <a:gdLst/>
                <a:ahLst/>
                <a:cxnLst/>
                <a:rect l="l" t="t" r="r" b="b"/>
                <a:pathLst>
                  <a:path w="29934" h="13500" extrusionOk="0">
                    <a:moveTo>
                      <a:pt x="2753" y="7653"/>
                    </a:moveTo>
                    <a:lnTo>
                      <a:pt x="2746" y="7674"/>
                    </a:lnTo>
                    <a:lnTo>
                      <a:pt x="2746" y="7674"/>
                    </a:lnTo>
                    <a:cubicBezTo>
                      <a:pt x="2744" y="7674"/>
                      <a:pt x="2746" y="7668"/>
                      <a:pt x="2753" y="7653"/>
                    </a:cubicBezTo>
                    <a:close/>
                    <a:moveTo>
                      <a:pt x="15072" y="0"/>
                    </a:moveTo>
                    <a:cubicBezTo>
                      <a:pt x="12392" y="0"/>
                      <a:pt x="9734" y="756"/>
                      <a:pt x="7425" y="2148"/>
                    </a:cubicBezTo>
                    <a:cubicBezTo>
                      <a:pt x="6230" y="2872"/>
                      <a:pt x="5107" y="3741"/>
                      <a:pt x="4165" y="4756"/>
                    </a:cubicBezTo>
                    <a:cubicBezTo>
                      <a:pt x="3151" y="5770"/>
                      <a:pt x="2318" y="6929"/>
                      <a:pt x="1666" y="8197"/>
                    </a:cubicBezTo>
                    <a:cubicBezTo>
                      <a:pt x="978" y="9428"/>
                      <a:pt x="507" y="10768"/>
                      <a:pt x="217" y="12145"/>
                    </a:cubicBezTo>
                    <a:cubicBezTo>
                      <a:pt x="145" y="12471"/>
                      <a:pt x="72" y="12797"/>
                      <a:pt x="36" y="13159"/>
                    </a:cubicBezTo>
                    <a:cubicBezTo>
                      <a:pt x="0" y="13231"/>
                      <a:pt x="36" y="13340"/>
                      <a:pt x="109" y="13449"/>
                    </a:cubicBezTo>
                    <a:cubicBezTo>
                      <a:pt x="160" y="13474"/>
                      <a:pt x="229" y="13500"/>
                      <a:pt x="291" y="13500"/>
                    </a:cubicBezTo>
                    <a:cubicBezTo>
                      <a:pt x="317" y="13500"/>
                      <a:pt x="341" y="13495"/>
                      <a:pt x="362" y="13485"/>
                    </a:cubicBezTo>
                    <a:cubicBezTo>
                      <a:pt x="652" y="13412"/>
                      <a:pt x="869" y="13195"/>
                      <a:pt x="942" y="12942"/>
                    </a:cubicBezTo>
                    <a:lnTo>
                      <a:pt x="942" y="12905"/>
                    </a:lnTo>
                    <a:cubicBezTo>
                      <a:pt x="1014" y="12217"/>
                      <a:pt x="1159" y="11529"/>
                      <a:pt x="1376" y="10877"/>
                    </a:cubicBezTo>
                    <a:cubicBezTo>
                      <a:pt x="1413" y="10732"/>
                      <a:pt x="1449" y="10551"/>
                      <a:pt x="1521" y="10442"/>
                    </a:cubicBezTo>
                    <a:cubicBezTo>
                      <a:pt x="1521" y="10334"/>
                      <a:pt x="1558" y="10261"/>
                      <a:pt x="1594" y="10189"/>
                    </a:cubicBezTo>
                    <a:cubicBezTo>
                      <a:pt x="1594" y="10153"/>
                      <a:pt x="1630" y="10116"/>
                      <a:pt x="1630" y="10080"/>
                    </a:cubicBezTo>
                    <a:lnTo>
                      <a:pt x="1630" y="10008"/>
                    </a:lnTo>
                    <a:cubicBezTo>
                      <a:pt x="1739" y="9718"/>
                      <a:pt x="1884" y="9392"/>
                      <a:pt x="1992" y="9102"/>
                    </a:cubicBezTo>
                    <a:cubicBezTo>
                      <a:pt x="2137" y="8849"/>
                      <a:pt x="2282" y="8523"/>
                      <a:pt x="2463" y="8197"/>
                    </a:cubicBezTo>
                    <a:lnTo>
                      <a:pt x="2717" y="7762"/>
                    </a:lnTo>
                    <a:lnTo>
                      <a:pt x="2746" y="7674"/>
                    </a:lnTo>
                    <a:lnTo>
                      <a:pt x="2746" y="7674"/>
                    </a:lnTo>
                    <a:cubicBezTo>
                      <a:pt x="2746" y="7674"/>
                      <a:pt x="2746" y="7674"/>
                      <a:pt x="2746" y="7674"/>
                    </a:cubicBezTo>
                    <a:cubicBezTo>
                      <a:pt x="2752" y="7674"/>
                      <a:pt x="2784" y="7632"/>
                      <a:pt x="2778" y="7632"/>
                    </a:cubicBezTo>
                    <a:lnTo>
                      <a:pt x="2778" y="7632"/>
                    </a:lnTo>
                    <a:cubicBezTo>
                      <a:pt x="2775" y="7632"/>
                      <a:pt x="2768" y="7638"/>
                      <a:pt x="2753" y="7653"/>
                    </a:cubicBezTo>
                    <a:lnTo>
                      <a:pt x="2898" y="7436"/>
                    </a:lnTo>
                    <a:cubicBezTo>
                      <a:pt x="3260" y="6856"/>
                      <a:pt x="3622" y="6349"/>
                      <a:pt x="4057" y="5842"/>
                    </a:cubicBezTo>
                    <a:cubicBezTo>
                      <a:pt x="4069" y="5818"/>
                      <a:pt x="4081" y="5802"/>
                      <a:pt x="4089" y="5794"/>
                    </a:cubicBezTo>
                    <a:lnTo>
                      <a:pt x="4089" y="5794"/>
                    </a:lnTo>
                    <a:lnTo>
                      <a:pt x="4057" y="5842"/>
                    </a:lnTo>
                    <a:cubicBezTo>
                      <a:pt x="4093" y="5806"/>
                      <a:pt x="4102" y="5788"/>
                      <a:pt x="4098" y="5788"/>
                    </a:cubicBezTo>
                    <a:lnTo>
                      <a:pt x="4098" y="5788"/>
                    </a:lnTo>
                    <a:cubicBezTo>
                      <a:pt x="4096" y="5788"/>
                      <a:pt x="4093" y="5790"/>
                      <a:pt x="4089" y="5794"/>
                    </a:cubicBezTo>
                    <a:lnTo>
                      <a:pt x="4089" y="5794"/>
                    </a:lnTo>
                    <a:lnTo>
                      <a:pt x="4129" y="5734"/>
                    </a:lnTo>
                    <a:lnTo>
                      <a:pt x="4310" y="5552"/>
                    </a:lnTo>
                    <a:lnTo>
                      <a:pt x="4636" y="5190"/>
                    </a:lnTo>
                    <a:cubicBezTo>
                      <a:pt x="4854" y="4973"/>
                      <a:pt x="5107" y="4756"/>
                      <a:pt x="5325" y="4502"/>
                    </a:cubicBezTo>
                    <a:lnTo>
                      <a:pt x="5542" y="4357"/>
                    </a:lnTo>
                    <a:cubicBezTo>
                      <a:pt x="5542" y="4321"/>
                      <a:pt x="5578" y="4285"/>
                      <a:pt x="5614" y="4248"/>
                    </a:cubicBezTo>
                    <a:cubicBezTo>
                      <a:pt x="5759" y="4176"/>
                      <a:pt x="5868" y="4067"/>
                      <a:pt x="6013" y="3959"/>
                    </a:cubicBezTo>
                    <a:cubicBezTo>
                      <a:pt x="6266" y="3741"/>
                      <a:pt x="6520" y="3560"/>
                      <a:pt x="6810" y="3379"/>
                    </a:cubicBezTo>
                    <a:cubicBezTo>
                      <a:pt x="6918" y="3270"/>
                      <a:pt x="7063" y="3162"/>
                      <a:pt x="7208" y="3089"/>
                    </a:cubicBezTo>
                    <a:lnTo>
                      <a:pt x="7425" y="2981"/>
                    </a:lnTo>
                    <a:lnTo>
                      <a:pt x="7462" y="2944"/>
                    </a:lnTo>
                    <a:lnTo>
                      <a:pt x="7462" y="2944"/>
                    </a:lnTo>
                    <a:lnTo>
                      <a:pt x="7498" y="2908"/>
                    </a:lnTo>
                    <a:lnTo>
                      <a:pt x="7498" y="2908"/>
                    </a:lnTo>
                    <a:cubicBezTo>
                      <a:pt x="7519" y="2898"/>
                      <a:pt x="7525" y="2893"/>
                      <a:pt x="7522" y="2893"/>
                    </a:cubicBezTo>
                    <a:lnTo>
                      <a:pt x="7522" y="2893"/>
                    </a:lnTo>
                    <a:cubicBezTo>
                      <a:pt x="7520" y="2893"/>
                      <a:pt x="7514" y="2895"/>
                      <a:pt x="7507" y="2899"/>
                    </a:cubicBezTo>
                    <a:lnTo>
                      <a:pt x="7507" y="2899"/>
                    </a:lnTo>
                    <a:lnTo>
                      <a:pt x="7534" y="2872"/>
                    </a:lnTo>
                    <a:cubicBezTo>
                      <a:pt x="7824" y="2727"/>
                      <a:pt x="8114" y="2546"/>
                      <a:pt x="8403" y="2437"/>
                    </a:cubicBezTo>
                    <a:cubicBezTo>
                      <a:pt x="8693" y="2293"/>
                      <a:pt x="9019" y="2148"/>
                      <a:pt x="9345" y="2003"/>
                    </a:cubicBezTo>
                    <a:lnTo>
                      <a:pt x="9780" y="1822"/>
                    </a:lnTo>
                    <a:cubicBezTo>
                      <a:pt x="9798" y="1822"/>
                      <a:pt x="9817" y="1819"/>
                      <a:pt x="9832" y="1816"/>
                    </a:cubicBezTo>
                    <a:lnTo>
                      <a:pt x="9832" y="1816"/>
                    </a:lnTo>
                    <a:cubicBezTo>
                      <a:pt x="9827" y="1818"/>
                      <a:pt x="9822" y="1820"/>
                      <a:pt x="9816" y="1822"/>
                    </a:cubicBezTo>
                    <a:lnTo>
                      <a:pt x="9961" y="1785"/>
                    </a:lnTo>
                    <a:lnTo>
                      <a:pt x="10214" y="1713"/>
                    </a:lnTo>
                    <a:cubicBezTo>
                      <a:pt x="10830" y="1496"/>
                      <a:pt x="11482" y="1315"/>
                      <a:pt x="12170" y="1206"/>
                    </a:cubicBezTo>
                    <a:lnTo>
                      <a:pt x="12750" y="1061"/>
                    </a:lnTo>
                    <a:lnTo>
                      <a:pt x="12967" y="1025"/>
                    </a:lnTo>
                    <a:lnTo>
                      <a:pt x="13185" y="1025"/>
                    </a:lnTo>
                    <a:cubicBezTo>
                      <a:pt x="13547" y="989"/>
                      <a:pt x="13873" y="952"/>
                      <a:pt x="14235" y="952"/>
                    </a:cubicBezTo>
                    <a:cubicBezTo>
                      <a:pt x="14419" y="943"/>
                      <a:pt x="14606" y="938"/>
                      <a:pt x="14795" y="938"/>
                    </a:cubicBezTo>
                    <a:cubicBezTo>
                      <a:pt x="15309" y="938"/>
                      <a:pt x="15832" y="972"/>
                      <a:pt x="16336" y="1025"/>
                    </a:cubicBezTo>
                    <a:cubicBezTo>
                      <a:pt x="16988" y="1097"/>
                      <a:pt x="17676" y="1206"/>
                      <a:pt x="18292" y="1387"/>
                    </a:cubicBezTo>
                    <a:cubicBezTo>
                      <a:pt x="19596" y="1713"/>
                      <a:pt x="20864" y="2220"/>
                      <a:pt x="22023" y="2908"/>
                    </a:cubicBezTo>
                    <a:cubicBezTo>
                      <a:pt x="22566" y="3234"/>
                      <a:pt x="23109" y="3596"/>
                      <a:pt x="23616" y="3995"/>
                    </a:cubicBezTo>
                    <a:cubicBezTo>
                      <a:pt x="24123" y="4393"/>
                      <a:pt x="24631" y="4864"/>
                      <a:pt x="25101" y="5335"/>
                    </a:cubicBezTo>
                    <a:cubicBezTo>
                      <a:pt x="25536" y="5806"/>
                      <a:pt x="25971" y="6313"/>
                      <a:pt x="26369" y="6820"/>
                    </a:cubicBezTo>
                    <a:cubicBezTo>
                      <a:pt x="26731" y="7363"/>
                      <a:pt x="27094" y="7907"/>
                      <a:pt x="27383" y="8486"/>
                    </a:cubicBezTo>
                    <a:cubicBezTo>
                      <a:pt x="28035" y="9682"/>
                      <a:pt x="28506" y="10949"/>
                      <a:pt x="28796" y="12253"/>
                    </a:cubicBezTo>
                    <a:cubicBezTo>
                      <a:pt x="28868" y="12616"/>
                      <a:pt x="28905" y="12869"/>
                      <a:pt x="28977" y="13195"/>
                    </a:cubicBezTo>
                    <a:cubicBezTo>
                      <a:pt x="28998" y="13365"/>
                      <a:pt x="29091" y="13432"/>
                      <a:pt x="29210" y="13432"/>
                    </a:cubicBezTo>
                    <a:cubicBezTo>
                      <a:pt x="29497" y="13432"/>
                      <a:pt x="29934" y="13042"/>
                      <a:pt x="29883" y="12760"/>
                    </a:cubicBezTo>
                    <a:cubicBezTo>
                      <a:pt x="29520" y="9971"/>
                      <a:pt x="28325" y="7363"/>
                      <a:pt x="26514" y="5226"/>
                    </a:cubicBezTo>
                    <a:cubicBezTo>
                      <a:pt x="23797" y="2003"/>
                      <a:pt x="19813" y="119"/>
                      <a:pt x="15611" y="11"/>
                    </a:cubicBezTo>
                    <a:cubicBezTo>
                      <a:pt x="15432" y="4"/>
                      <a:pt x="15252" y="0"/>
                      <a:pt x="15072"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1" name="Google Shape;1330;p31">
                <a:extLst>
                  <a:ext uri="{FF2B5EF4-FFF2-40B4-BE49-F238E27FC236}">
                    <a16:creationId xmlns:a16="http://schemas.microsoft.com/office/drawing/2014/main" id="{FD88646E-8327-1A96-D975-DDDDEAFA7D2F}"/>
                  </a:ext>
                </a:extLst>
              </p:cNvPr>
              <p:cNvSpPr/>
              <p:nvPr/>
            </p:nvSpPr>
            <p:spPr>
              <a:xfrm>
                <a:off x="6676808" y="4296693"/>
                <a:ext cx="827185" cy="469418"/>
              </a:xfrm>
              <a:custGeom>
                <a:avLst/>
                <a:gdLst/>
                <a:ahLst/>
                <a:cxnLst/>
                <a:rect l="l" t="t" r="r" b="b"/>
                <a:pathLst>
                  <a:path w="35643" h="20227" extrusionOk="0">
                    <a:moveTo>
                      <a:pt x="35393" y="1"/>
                    </a:moveTo>
                    <a:cubicBezTo>
                      <a:pt x="35328" y="1"/>
                      <a:pt x="35261" y="17"/>
                      <a:pt x="35208" y="44"/>
                    </a:cubicBezTo>
                    <a:cubicBezTo>
                      <a:pt x="34990" y="116"/>
                      <a:pt x="34882" y="334"/>
                      <a:pt x="34845" y="551"/>
                    </a:cubicBezTo>
                    <a:cubicBezTo>
                      <a:pt x="34918" y="1710"/>
                      <a:pt x="34882" y="2869"/>
                      <a:pt x="34809" y="4028"/>
                    </a:cubicBezTo>
                    <a:cubicBezTo>
                      <a:pt x="34737" y="4934"/>
                      <a:pt x="34592" y="5876"/>
                      <a:pt x="34375" y="6781"/>
                    </a:cubicBezTo>
                    <a:cubicBezTo>
                      <a:pt x="34157" y="7650"/>
                      <a:pt x="33867" y="8520"/>
                      <a:pt x="33505" y="9353"/>
                    </a:cubicBezTo>
                    <a:cubicBezTo>
                      <a:pt x="33288" y="9788"/>
                      <a:pt x="33107" y="10186"/>
                      <a:pt x="32890" y="10621"/>
                    </a:cubicBezTo>
                    <a:cubicBezTo>
                      <a:pt x="32672" y="11019"/>
                      <a:pt x="32491" y="11345"/>
                      <a:pt x="32238" y="11707"/>
                    </a:cubicBezTo>
                    <a:cubicBezTo>
                      <a:pt x="31984" y="12106"/>
                      <a:pt x="31730" y="12468"/>
                      <a:pt x="31441" y="12866"/>
                    </a:cubicBezTo>
                    <a:cubicBezTo>
                      <a:pt x="31296" y="13047"/>
                      <a:pt x="31187" y="13192"/>
                      <a:pt x="31042" y="13373"/>
                    </a:cubicBezTo>
                    <a:cubicBezTo>
                      <a:pt x="30897" y="13555"/>
                      <a:pt x="30825" y="13627"/>
                      <a:pt x="30644" y="13844"/>
                    </a:cubicBezTo>
                    <a:cubicBezTo>
                      <a:pt x="30318" y="14170"/>
                      <a:pt x="30028" y="14496"/>
                      <a:pt x="29666" y="14822"/>
                    </a:cubicBezTo>
                    <a:lnTo>
                      <a:pt x="29195" y="15257"/>
                    </a:lnTo>
                    <a:cubicBezTo>
                      <a:pt x="29014" y="15438"/>
                      <a:pt x="28941" y="15510"/>
                      <a:pt x="28724" y="15655"/>
                    </a:cubicBezTo>
                    <a:cubicBezTo>
                      <a:pt x="28398" y="15945"/>
                      <a:pt x="28000" y="16235"/>
                      <a:pt x="27637" y="16488"/>
                    </a:cubicBezTo>
                    <a:cubicBezTo>
                      <a:pt x="27456" y="16597"/>
                      <a:pt x="27275" y="16742"/>
                      <a:pt x="27094" y="16851"/>
                    </a:cubicBezTo>
                    <a:cubicBezTo>
                      <a:pt x="26913" y="16959"/>
                      <a:pt x="26732" y="17068"/>
                      <a:pt x="26551" y="17177"/>
                    </a:cubicBezTo>
                    <a:cubicBezTo>
                      <a:pt x="25754" y="17648"/>
                      <a:pt x="24921" y="18046"/>
                      <a:pt x="24088" y="18372"/>
                    </a:cubicBezTo>
                    <a:cubicBezTo>
                      <a:pt x="22349" y="19024"/>
                      <a:pt x="20502" y="19386"/>
                      <a:pt x="18655" y="19459"/>
                    </a:cubicBezTo>
                    <a:cubicBezTo>
                      <a:pt x="18433" y="19467"/>
                      <a:pt x="18212" y="19471"/>
                      <a:pt x="17991" y="19471"/>
                    </a:cubicBezTo>
                    <a:cubicBezTo>
                      <a:pt x="12584" y="19471"/>
                      <a:pt x="7475" y="16927"/>
                      <a:pt x="4238" y="12577"/>
                    </a:cubicBezTo>
                    <a:cubicBezTo>
                      <a:pt x="1993" y="9606"/>
                      <a:pt x="761" y="5984"/>
                      <a:pt x="761" y="2217"/>
                    </a:cubicBezTo>
                    <a:cubicBezTo>
                      <a:pt x="761" y="1565"/>
                      <a:pt x="761" y="913"/>
                      <a:pt x="797" y="225"/>
                    </a:cubicBezTo>
                    <a:cubicBezTo>
                      <a:pt x="797" y="87"/>
                      <a:pt x="710" y="37"/>
                      <a:pt x="609" y="37"/>
                    </a:cubicBezTo>
                    <a:cubicBezTo>
                      <a:pt x="551" y="37"/>
                      <a:pt x="488" y="54"/>
                      <a:pt x="435" y="80"/>
                    </a:cubicBezTo>
                    <a:cubicBezTo>
                      <a:pt x="218" y="189"/>
                      <a:pt x="73" y="370"/>
                      <a:pt x="37" y="587"/>
                    </a:cubicBezTo>
                    <a:cubicBezTo>
                      <a:pt x="1" y="1783"/>
                      <a:pt x="1" y="2978"/>
                      <a:pt x="109" y="4137"/>
                    </a:cubicBezTo>
                    <a:cubicBezTo>
                      <a:pt x="870" y="13011"/>
                      <a:pt x="8150" y="19929"/>
                      <a:pt x="17061" y="20219"/>
                    </a:cubicBezTo>
                    <a:cubicBezTo>
                      <a:pt x="17227" y="20224"/>
                      <a:pt x="17394" y="20226"/>
                      <a:pt x="17560" y="20226"/>
                    </a:cubicBezTo>
                    <a:cubicBezTo>
                      <a:pt x="21265" y="20226"/>
                      <a:pt x="24913" y="19072"/>
                      <a:pt x="27963" y="16923"/>
                    </a:cubicBezTo>
                    <a:cubicBezTo>
                      <a:pt x="31078" y="14714"/>
                      <a:pt x="33433" y="11562"/>
                      <a:pt x="34701" y="7940"/>
                    </a:cubicBezTo>
                    <a:cubicBezTo>
                      <a:pt x="35316" y="6093"/>
                      <a:pt x="35642" y="4137"/>
                      <a:pt x="35642" y="2181"/>
                    </a:cubicBezTo>
                    <a:cubicBezTo>
                      <a:pt x="35642" y="1529"/>
                      <a:pt x="35642" y="841"/>
                      <a:pt x="35606" y="189"/>
                    </a:cubicBezTo>
                    <a:cubicBezTo>
                      <a:pt x="35606" y="51"/>
                      <a:pt x="35504" y="1"/>
                      <a:pt x="35393"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2" name="Google Shape;1331;p31">
                <a:extLst>
                  <a:ext uri="{FF2B5EF4-FFF2-40B4-BE49-F238E27FC236}">
                    <a16:creationId xmlns:a16="http://schemas.microsoft.com/office/drawing/2014/main" id="{1DDB6BFC-21B4-CB47-D691-D8574622B07E}"/>
                  </a:ext>
                </a:extLst>
              </p:cNvPr>
              <p:cNvSpPr/>
              <p:nvPr/>
            </p:nvSpPr>
            <p:spPr>
              <a:xfrm>
                <a:off x="6746568" y="4002405"/>
                <a:ext cx="692697" cy="335348"/>
              </a:xfrm>
              <a:custGeom>
                <a:avLst/>
                <a:gdLst/>
                <a:ahLst/>
                <a:cxnLst/>
                <a:rect l="l" t="t" r="r" b="b"/>
                <a:pathLst>
                  <a:path w="29848" h="14450" extrusionOk="0">
                    <a:moveTo>
                      <a:pt x="9240" y="2249"/>
                    </a:moveTo>
                    <a:cubicBezTo>
                      <a:pt x="9235" y="2249"/>
                      <a:pt x="9223" y="2252"/>
                      <a:pt x="9201" y="2257"/>
                    </a:cubicBezTo>
                    <a:lnTo>
                      <a:pt x="9156" y="2280"/>
                    </a:lnTo>
                    <a:lnTo>
                      <a:pt x="9156" y="2280"/>
                    </a:lnTo>
                    <a:cubicBezTo>
                      <a:pt x="9197" y="2272"/>
                      <a:pt x="9255" y="2249"/>
                      <a:pt x="9240" y="2249"/>
                    </a:cubicBezTo>
                    <a:close/>
                    <a:moveTo>
                      <a:pt x="14727" y="0"/>
                    </a:moveTo>
                    <a:cubicBezTo>
                      <a:pt x="13587" y="0"/>
                      <a:pt x="12454" y="104"/>
                      <a:pt x="11338" y="337"/>
                    </a:cubicBezTo>
                    <a:cubicBezTo>
                      <a:pt x="9853" y="663"/>
                      <a:pt x="8404" y="1207"/>
                      <a:pt x="7100" y="2004"/>
                    </a:cubicBezTo>
                    <a:cubicBezTo>
                      <a:pt x="5796" y="2764"/>
                      <a:pt x="4601" y="3742"/>
                      <a:pt x="3587" y="4865"/>
                    </a:cubicBezTo>
                    <a:cubicBezTo>
                      <a:pt x="3044" y="5445"/>
                      <a:pt x="2573" y="6060"/>
                      <a:pt x="2174" y="6676"/>
                    </a:cubicBezTo>
                    <a:cubicBezTo>
                      <a:pt x="1740" y="7292"/>
                      <a:pt x="1377" y="7944"/>
                      <a:pt x="1088" y="8632"/>
                    </a:cubicBezTo>
                    <a:cubicBezTo>
                      <a:pt x="943" y="8994"/>
                      <a:pt x="834" y="9356"/>
                      <a:pt x="725" y="9719"/>
                    </a:cubicBezTo>
                    <a:lnTo>
                      <a:pt x="725" y="9827"/>
                    </a:lnTo>
                    <a:lnTo>
                      <a:pt x="725" y="9864"/>
                    </a:lnTo>
                    <a:lnTo>
                      <a:pt x="653" y="9972"/>
                    </a:lnTo>
                    <a:cubicBezTo>
                      <a:pt x="653" y="9972"/>
                      <a:pt x="653" y="10045"/>
                      <a:pt x="653" y="10045"/>
                    </a:cubicBezTo>
                    <a:lnTo>
                      <a:pt x="617" y="10190"/>
                    </a:lnTo>
                    <a:cubicBezTo>
                      <a:pt x="544" y="10334"/>
                      <a:pt x="508" y="10516"/>
                      <a:pt x="436" y="10660"/>
                    </a:cubicBezTo>
                    <a:cubicBezTo>
                      <a:pt x="363" y="11023"/>
                      <a:pt x="254" y="11349"/>
                      <a:pt x="182" y="11675"/>
                    </a:cubicBezTo>
                    <a:cubicBezTo>
                      <a:pt x="110" y="12037"/>
                      <a:pt x="73" y="12363"/>
                      <a:pt x="73" y="12725"/>
                    </a:cubicBezTo>
                    <a:cubicBezTo>
                      <a:pt x="73" y="13015"/>
                      <a:pt x="37" y="13377"/>
                      <a:pt x="1" y="13703"/>
                    </a:cubicBezTo>
                    <a:cubicBezTo>
                      <a:pt x="1" y="13800"/>
                      <a:pt x="81" y="13832"/>
                      <a:pt x="157" y="13832"/>
                    </a:cubicBezTo>
                    <a:cubicBezTo>
                      <a:pt x="194" y="13832"/>
                      <a:pt x="230" y="13824"/>
                      <a:pt x="254" y="13812"/>
                    </a:cubicBezTo>
                    <a:cubicBezTo>
                      <a:pt x="399" y="13739"/>
                      <a:pt x="508" y="13594"/>
                      <a:pt x="544" y="13449"/>
                    </a:cubicBezTo>
                    <a:cubicBezTo>
                      <a:pt x="580" y="12942"/>
                      <a:pt x="725" y="12471"/>
                      <a:pt x="870" y="12037"/>
                    </a:cubicBezTo>
                    <a:cubicBezTo>
                      <a:pt x="1015" y="11566"/>
                      <a:pt x="1124" y="11131"/>
                      <a:pt x="1305" y="10660"/>
                    </a:cubicBezTo>
                    <a:cubicBezTo>
                      <a:pt x="1305" y="10660"/>
                      <a:pt x="1305" y="10624"/>
                      <a:pt x="1305" y="10588"/>
                    </a:cubicBezTo>
                    <a:cubicBezTo>
                      <a:pt x="1305" y="10588"/>
                      <a:pt x="1325" y="10527"/>
                      <a:pt x="1320" y="10527"/>
                    </a:cubicBezTo>
                    <a:lnTo>
                      <a:pt x="1320" y="10527"/>
                    </a:lnTo>
                    <a:cubicBezTo>
                      <a:pt x="1318" y="10527"/>
                      <a:pt x="1314" y="10534"/>
                      <a:pt x="1305" y="10552"/>
                    </a:cubicBezTo>
                    <a:cubicBezTo>
                      <a:pt x="1287" y="10570"/>
                      <a:pt x="1278" y="10577"/>
                      <a:pt x="1274" y="10577"/>
                    </a:cubicBezTo>
                    <a:cubicBezTo>
                      <a:pt x="1264" y="10577"/>
                      <a:pt x="1305" y="10516"/>
                      <a:pt x="1305" y="10516"/>
                    </a:cubicBezTo>
                    <a:lnTo>
                      <a:pt x="1305" y="10443"/>
                    </a:lnTo>
                    <a:lnTo>
                      <a:pt x="1450" y="10117"/>
                    </a:lnTo>
                    <a:cubicBezTo>
                      <a:pt x="1450" y="10045"/>
                      <a:pt x="1486" y="9972"/>
                      <a:pt x="1522" y="9936"/>
                    </a:cubicBezTo>
                    <a:cubicBezTo>
                      <a:pt x="1558" y="9864"/>
                      <a:pt x="1558" y="9864"/>
                      <a:pt x="1558" y="9864"/>
                    </a:cubicBezTo>
                    <a:lnTo>
                      <a:pt x="1558" y="9864"/>
                    </a:lnTo>
                    <a:cubicBezTo>
                      <a:pt x="1555" y="9869"/>
                      <a:pt x="1551" y="9875"/>
                      <a:pt x="1548" y="9880"/>
                    </a:cubicBezTo>
                    <a:lnTo>
                      <a:pt x="1548" y="9880"/>
                    </a:lnTo>
                    <a:cubicBezTo>
                      <a:pt x="1560" y="9858"/>
                      <a:pt x="1576" y="9828"/>
                      <a:pt x="1595" y="9791"/>
                    </a:cubicBezTo>
                    <a:lnTo>
                      <a:pt x="1776" y="9429"/>
                    </a:lnTo>
                    <a:cubicBezTo>
                      <a:pt x="1884" y="9212"/>
                      <a:pt x="1993" y="8994"/>
                      <a:pt x="2138" y="8813"/>
                    </a:cubicBezTo>
                    <a:lnTo>
                      <a:pt x="2174" y="8741"/>
                    </a:lnTo>
                    <a:cubicBezTo>
                      <a:pt x="2174" y="8704"/>
                      <a:pt x="2210" y="8668"/>
                      <a:pt x="2210" y="8632"/>
                    </a:cubicBezTo>
                    <a:cubicBezTo>
                      <a:pt x="2247" y="8596"/>
                      <a:pt x="2283" y="8560"/>
                      <a:pt x="2319" y="8487"/>
                    </a:cubicBezTo>
                    <a:cubicBezTo>
                      <a:pt x="2346" y="8460"/>
                      <a:pt x="2372" y="8395"/>
                      <a:pt x="2399" y="8333"/>
                    </a:cubicBezTo>
                    <a:lnTo>
                      <a:pt x="2399" y="8333"/>
                    </a:lnTo>
                    <a:cubicBezTo>
                      <a:pt x="2435" y="8282"/>
                      <a:pt x="2485" y="8213"/>
                      <a:pt x="2500" y="8197"/>
                    </a:cubicBezTo>
                    <a:lnTo>
                      <a:pt x="2681" y="7871"/>
                    </a:lnTo>
                    <a:cubicBezTo>
                      <a:pt x="2718" y="7799"/>
                      <a:pt x="2790" y="7690"/>
                      <a:pt x="2862" y="7582"/>
                    </a:cubicBezTo>
                    <a:lnTo>
                      <a:pt x="2862" y="7582"/>
                    </a:lnTo>
                    <a:cubicBezTo>
                      <a:pt x="2862" y="7582"/>
                      <a:pt x="2862" y="7582"/>
                      <a:pt x="2862" y="7582"/>
                    </a:cubicBezTo>
                    <a:lnTo>
                      <a:pt x="2862" y="7582"/>
                    </a:lnTo>
                    <a:cubicBezTo>
                      <a:pt x="2862" y="7582"/>
                      <a:pt x="2862" y="7582"/>
                      <a:pt x="2862" y="7582"/>
                    </a:cubicBezTo>
                    <a:cubicBezTo>
                      <a:pt x="2899" y="7545"/>
                      <a:pt x="2899" y="7473"/>
                      <a:pt x="2935" y="7437"/>
                    </a:cubicBezTo>
                    <a:lnTo>
                      <a:pt x="3152" y="7147"/>
                    </a:lnTo>
                    <a:cubicBezTo>
                      <a:pt x="3406" y="6748"/>
                      <a:pt x="3659" y="6386"/>
                      <a:pt x="3949" y="6024"/>
                    </a:cubicBezTo>
                    <a:lnTo>
                      <a:pt x="4166" y="5771"/>
                    </a:lnTo>
                    <a:cubicBezTo>
                      <a:pt x="4178" y="5753"/>
                      <a:pt x="4181" y="5746"/>
                      <a:pt x="4179" y="5746"/>
                    </a:cubicBezTo>
                    <a:lnTo>
                      <a:pt x="4179" y="5746"/>
                    </a:lnTo>
                    <a:cubicBezTo>
                      <a:pt x="4173" y="5746"/>
                      <a:pt x="4136" y="5784"/>
                      <a:pt x="4106" y="5818"/>
                    </a:cubicBezTo>
                    <a:lnTo>
                      <a:pt x="4106" y="5818"/>
                    </a:lnTo>
                    <a:lnTo>
                      <a:pt x="4130" y="5771"/>
                    </a:lnTo>
                    <a:lnTo>
                      <a:pt x="4275" y="5626"/>
                    </a:lnTo>
                    <a:cubicBezTo>
                      <a:pt x="4420" y="5481"/>
                      <a:pt x="4565" y="5300"/>
                      <a:pt x="4710" y="5155"/>
                    </a:cubicBezTo>
                    <a:cubicBezTo>
                      <a:pt x="4855" y="4974"/>
                      <a:pt x="5072" y="4793"/>
                      <a:pt x="5217" y="4648"/>
                    </a:cubicBezTo>
                    <a:lnTo>
                      <a:pt x="5470" y="4430"/>
                    </a:lnTo>
                    <a:cubicBezTo>
                      <a:pt x="5499" y="4416"/>
                      <a:pt x="5546" y="4378"/>
                      <a:pt x="5575" y="4352"/>
                    </a:cubicBezTo>
                    <a:lnTo>
                      <a:pt x="5575" y="4352"/>
                    </a:lnTo>
                    <a:lnTo>
                      <a:pt x="5615" y="4322"/>
                    </a:lnTo>
                    <a:cubicBezTo>
                      <a:pt x="5977" y="4032"/>
                      <a:pt x="6340" y="3742"/>
                      <a:pt x="6738" y="3489"/>
                    </a:cubicBezTo>
                    <a:lnTo>
                      <a:pt x="7028" y="3307"/>
                    </a:lnTo>
                    <a:lnTo>
                      <a:pt x="7173" y="3199"/>
                    </a:lnTo>
                    <a:cubicBezTo>
                      <a:pt x="7390" y="3090"/>
                      <a:pt x="7607" y="2981"/>
                      <a:pt x="7788" y="2873"/>
                    </a:cubicBezTo>
                    <a:cubicBezTo>
                      <a:pt x="8223" y="2655"/>
                      <a:pt x="8658" y="2474"/>
                      <a:pt x="9129" y="2293"/>
                    </a:cubicBezTo>
                    <a:lnTo>
                      <a:pt x="9156" y="2280"/>
                    </a:lnTo>
                    <a:lnTo>
                      <a:pt x="9156" y="2280"/>
                    </a:lnTo>
                    <a:cubicBezTo>
                      <a:pt x="9147" y="2282"/>
                      <a:pt x="9138" y="2283"/>
                      <a:pt x="9132" y="2283"/>
                    </a:cubicBezTo>
                    <a:cubicBezTo>
                      <a:pt x="9116" y="2283"/>
                      <a:pt x="9110" y="2276"/>
                      <a:pt x="9129" y="2257"/>
                    </a:cubicBezTo>
                    <a:lnTo>
                      <a:pt x="9310" y="2185"/>
                    </a:lnTo>
                    <a:lnTo>
                      <a:pt x="9672" y="2076"/>
                    </a:lnTo>
                    <a:cubicBezTo>
                      <a:pt x="9889" y="2004"/>
                      <a:pt x="10143" y="1931"/>
                      <a:pt x="10396" y="1895"/>
                    </a:cubicBezTo>
                    <a:cubicBezTo>
                      <a:pt x="10867" y="1750"/>
                      <a:pt x="11374" y="1641"/>
                      <a:pt x="11882" y="1569"/>
                    </a:cubicBezTo>
                    <a:lnTo>
                      <a:pt x="12026" y="1569"/>
                    </a:lnTo>
                    <a:cubicBezTo>
                      <a:pt x="11978" y="1569"/>
                      <a:pt x="11930" y="1585"/>
                      <a:pt x="11946" y="1585"/>
                    </a:cubicBezTo>
                    <a:cubicBezTo>
                      <a:pt x="11954" y="1585"/>
                      <a:pt x="11978" y="1581"/>
                      <a:pt x="12026" y="1569"/>
                    </a:cubicBezTo>
                    <a:lnTo>
                      <a:pt x="12135" y="1569"/>
                    </a:lnTo>
                    <a:lnTo>
                      <a:pt x="12606" y="1533"/>
                    </a:lnTo>
                    <a:cubicBezTo>
                      <a:pt x="12859" y="1533"/>
                      <a:pt x="13113" y="1496"/>
                      <a:pt x="13403" y="1496"/>
                    </a:cubicBezTo>
                    <a:cubicBezTo>
                      <a:pt x="13634" y="1488"/>
                      <a:pt x="13867" y="1483"/>
                      <a:pt x="14101" y="1483"/>
                    </a:cubicBezTo>
                    <a:cubicBezTo>
                      <a:pt x="14858" y="1483"/>
                      <a:pt x="15626" y="1531"/>
                      <a:pt x="16373" y="1641"/>
                    </a:cubicBezTo>
                    <a:cubicBezTo>
                      <a:pt x="16518" y="1641"/>
                      <a:pt x="16626" y="1678"/>
                      <a:pt x="16735" y="1678"/>
                    </a:cubicBezTo>
                    <a:lnTo>
                      <a:pt x="16808" y="1678"/>
                    </a:lnTo>
                    <a:lnTo>
                      <a:pt x="17025" y="1714"/>
                    </a:lnTo>
                    <a:cubicBezTo>
                      <a:pt x="17242" y="1786"/>
                      <a:pt x="17496" y="1822"/>
                      <a:pt x="17749" y="1895"/>
                    </a:cubicBezTo>
                    <a:cubicBezTo>
                      <a:pt x="18184" y="2004"/>
                      <a:pt x="18655" y="2112"/>
                      <a:pt x="19090" y="2293"/>
                    </a:cubicBezTo>
                    <a:cubicBezTo>
                      <a:pt x="19959" y="2583"/>
                      <a:pt x="20792" y="2945"/>
                      <a:pt x="21589" y="3416"/>
                    </a:cubicBezTo>
                    <a:cubicBezTo>
                      <a:pt x="21806" y="3525"/>
                      <a:pt x="21987" y="3633"/>
                      <a:pt x="22168" y="3742"/>
                    </a:cubicBezTo>
                    <a:lnTo>
                      <a:pt x="22060" y="3670"/>
                    </a:lnTo>
                    <a:lnTo>
                      <a:pt x="22060" y="3670"/>
                    </a:lnTo>
                    <a:cubicBezTo>
                      <a:pt x="23400" y="4539"/>
                      <a:pt x="24631" y="5626"/>
                      <a:pt x="25609" y="6893"/>
                    </a:cubicBezTo>
                    <a:cubicBezTo>
                      <a:pt x="25899" y="7256"/>
                      <a:pt x="26153" y="7618"/>
                      <a:pt x="26406" y="8016"/>
                    </a:cubicBezTo>
                    <a:lnTo>
                      <a:pt x="26298" y="7871"/>
                    </a:lnTo>
                    <a:lnTo>
                      <a:pt x="26298" y="7871"/>
                    </a:lnTo>
                    <a:cubicBezTo>
                      <a:pt x="27239" y="9356"/>
                      <a:pt x="27891" y="10986"/>
                      <a:pt x="28254" y="12725"/>
                    </a:cubicBezTo>
                    <a:cubicBezTo>
                      <a:pt x="28254" y="12797"/>
                      <a:pt x="28254" y="12834"/>
                      <a:pt x="28290" y="12906"/>
                    </a:cubicBezTo>
                    <a:cubicBezTo>
                      <a:pt x="28290" y="12885"/>
                      <a:pt x="28290" y="12876"/>
                      <a:pt x="28290" y="12876"/>
                    </a:cubicBezTo>
                    <a:cubicBezTo>
                      <a:pt x="28290" y="12876"/>
                      <a:pt x="28291" y="12892"/>
                      <a:pt x="28293" y="12913"/>
                    </a:cubicBezTo>
                    <a:lnTo>
                      <a:pt x="28293" y="12913"/>
                    </a:lnTo>
                    <a:cubicBezTo>
                      <a:pt x="28292" y="12911"/>
                      <a:pt x="28291" y="12909"/>
                      <a:pt x="28290" y="12906"/>
                    </a:cubicBezTo>
                    <a:lnTo>
                      <a:pt x="28290" y="12906"/>
                    </a:lnTo>
                    <a:cubicBezTo>
                      <a:pt x="28290" y="12951"/>
                      <a:pt x="28296" y="12971"/>
                      <a:pt x="28301" y="12974"/>
                    </a:cubicBezTo>
                    <a:lnTo>
                      <a:pt x="28301" y="12974"/>
                    </a:lnTo>
                    <a:cubicBezTo>
                      <a:pt x="28297" y="12953"/>
                      <a:pt x="28295" y="12931"/>
                      <a:pt x="28293" y="12913"/>
                    </a:cubicBezTo>
                    <a:lnTo>
                      <a:pt x="28293" y="12913"/>
                    </a:lnTo>
                    <a:cubicBezTo>
                      <a:pt x="28309" y="12949"/>
                      <a:pt x="28307" y="12975"/>
                      <a:pt x="28302" y="12975"/>
                    </a:cubicBezTo>
                    <a:cubicBezTo>
                      <a:pt x="28302" y="12975"/>
                      <a:pt x="28301" y="12975"/>
                      <a:pt x="28301" y="12974"/>
                    </a:cubicBezTo>
                    <a:lnTo>
                      <a:pt x="28301" y="12974"/>
                    </a:lnTo>
                    <a:cubicBezTo>
                      <a:pt x="28306" y="13007"/>
                      <a:pt x="28314" y="13039"/>
                      <a:pt x="28326" y="13051"/>
                    </a:cubicBezTo>
                    <a:lnTo>
                      <a:pt x="28326" y="13160"/>
                    </a:lnTo>
                    <a:lnTo>
                      <a:pt x="28326" y="13305"/>
                    </a:lnTo>
                    <a:cubicBezTo>
                      <a:pt x="28362" y="13558"/>
                      <a:pt x="28398" y="13812"/>
                      <a:pt x="28435" y="14101"/>
                    </a:cubicBezTo>
                    <a:cubicBezTo>
                      <a:pt x="28435" y="14246"/>
                      <a:pt x="28507" y="14355"/>
                      <a:pt x="28652" y="14427"/>
                    </a:cubicBezTo>
                    <a:cubicBezTo>
                      <a:pt x="28718" y="14441"/>
                      <a:pt x="28780" y="14449"/>
                      <a:pt x="28840" y="14449"/>
                    </a:cubicBezTo>
                    <a:cubicBezTo>
                      <a:pt x="28944" y="14449"/>
                      <a:pt x="29044" y="14424"/>
                      <a:pt x="29159" y="14355"/>
                    </a:cubicBezTo>
                    <a:cubicBezTo>
                      <a:pt x="29521" y="14210"/>
                      <a:pt x="29811" y="13812"/>
                      <a:pt x="29847" y="13413"/>
                    </a:cubicBezTo>
                    <a:lnTo>
                      <a:pt x="29847" y="13413"/>
                    </a:lnTo>
                    <a:lnTo>
                      <a:pt x="29811" y="13449"/>
                    </a:lnTo>
                    <a:cubicBezTo>
                      <a:pt x="29702" y="12037"/>
                      <a:pt x="29413" y="10660"/>
                      <a:pt x="28906" y="9356"/>
                    </a:cubicBezTo>
                    <a:cubicBezTo>
                      <a:pt x="28435" y="8089"/>
                      <a:pt x="27746" y="6893"/>
                      <a:pt x="26913" y="5807"/>
                    </a:cubicBezTo>
                    <a:cubicBezTo>
                      <a:pt x="26116" y="4756"/>
                      <a:pt x="25175" y="3815"/>
                      <a:pt x="24088" y="3018"/>
                    </a:cubicBezTo>
                    <a:cubicBezTo>
                      <a:pt x="22965" y="2185"/>
                      <a:pt x="21734" y="1496"/>
                      <a:pt x="20430" y="1026"/>
                    </a:cubicBezTo>
                    <a:cubicBezTo>
                      <a:pt x="19017" y="518"/>
                      <a:pt x="17568" y="192"/>
                      <a:pt x="16083" y="48"/>
                    </a:cubicBezTo>
                    <a:cubicBezTo>
                      <a:pt x="15631" y="17"/>
                      <a:pt x="15178" y="0"/>
                      <a:pt x="14727"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64" name="Google Shape;1332;p31">
              <a:extLst>
                <a:ext uri="{FF2B5EF4-FFF2-40B4-BE49-F238E27FC236}">
                  <a16:creationId xmlns:a16="http://schemas.microsoft.com/office/drawing/2014/main" id="{EBBA1880-ACF8-C04A-66E5-0A369F3C3FFC}"/>
                </a:ext>
              </a:extLst>
            </p:cNvPr>
            <p:cNvGrpSpPr/>
            <p:nvPr/>
          </p:nvGrpSpPr>
          <p:grpSpPr>
            <a:xfrm>
              <a:off x="6825105" y="4094560"/>
              <a:ext cx="432100" cy="460060"/>
              <a:chOff x="6877711" y="4094560"/>
              <a:chExt cx="432100" cy="460060"/>
            </a:xfrm>
          </p:grpSpPr>
          <p:sp>
            <p:nvSpPr>
              <p:cNvPr id="70" name="Google Shape;1333;p31">
                <a:extLst>
                  <a:ext uri="{FF2B5EF4-FFF2-40B4-BE49-F238E27FC236}">
                    <a16:creationId xmlns:a16="http://schemas.microsoft.com/office/drawing/2014/main" id="{E4316A52-B95C-E176-3A9B-BC9E9F7E393B}"/>
                  </a:ext>
                </a:extLst>
              </p:cNvPr>
              <p:cNvSpPr/>
              <p:nvPr/>
            </p:nvSpPr>
            <p:spPr>
              <a:xfrm>
                <a:off x="6877711" y="4094560"/>
                <a:ext cx="432100" cy="430012"/>
              </a:xfrm>
              <a:custGeom>
                <a:avLst/>
                <a:gdLst/>
                <a:ahLst/>
                <a:cxnLst/>
                <a:rect l="l" t="t" r="r" b="b"/>
                <a:pathLst>
                  <a:path w="18619" h="18529" extrusionOk="0">
                    <a:moveTo>
                      <a:pt x="1211" y="7958"/>
                    </a:moveTo>
                    <a:cubicBezTo>
                      <a:pt x="1209" y="7958"/>
                      <a:pt x="1205" y="7967"/>
                      <a:pt x="1196" y="7993"/>
                    </a:cubicBezTo>
                    <a:cubicBezTo>
                      <a:pt x="1196" y="8006"/>
                      <a:pt x="1197" y="8011"/>
                      <a:pt x="1199" y="8011"/>
                    </a:cubicBezTo>
                    <a:cubicBezTo>
                      <a:pt x="1204" y="8011"/>
                      <a:pt x="1215" y="7958"/>
                      <a:pt x="1211" y="7958"/>
                    </a:cubicBezTo>
                    <a:close/>
                    <a:moveTo>
                      <a:pt x="17640" y="10493"/>
                    </a:moveTo>
                    <a:cubicBezTo>
                      <a:pt x="17626" y="10535"/>
                      <a:pt x="17623" y="10550"/>
                      <a:pt x="17624" y="10550"/>
                    </a:cubicBezTo>
                    <a:cubicBezTo>
                      <a:pt x="17627" y="10550"/>
                      <a:pt x="17640" y="10515"/>
                      <a:pt x="17640" y="10493"/>
                    </a:cubicBezTo>
                    <a:close/>
                    <a:moveTo>
                      <a:pt x="9599" y="966"/>
                    </a:moveTo>
                    <a:cubicBezTo>
                      <a:pt x="9853" y="966"/>
                      <a:pt x="10070" y="1003"/>
                      <a:pt x="10287" y="1039"/>
                    </a:cubicBezTo>
                    <a:cubicBezTo>
                      <a:pt x="10541" y="1075"/>
                      <a:pt x="10650" y="1111"/>
                      <a:pt x="10903" y="1148"/>
                    </a:cubicBezTo>
                    <a:cubicBezTo>
                      <a:pt x="11772" y="1329"/>
                      <a:pt x="12605" y="1618"/>
                      <a:pt x="13366" y="2053"/>
                    </a:cubicBezTo>
                    <a:cubicBezTo>
                      <a:pt x="13728" y="2270"/>
                      <a:pt x="14054" y="2488"/>
                      <a:pt x="14380" y="2741"/>
                    </a:cubicBezTo>
                    <a:cubicBezTo>
                      <a:pt x="15069" y="3285"/>
                      <a:pt x="15684" y="3900"/>
                      <a:pt x="16155" y="4625"/>
                    </a:cubicBezTo>
                    <a:cubicBezTo>
                      <a:pt x="16300" y="4806"/>
                      <a:pt x="16372" y="4951"/>
                      <a:pt x="16481" y="5132"/>
                    </a:cubicBezTo>
                    <a:cubicBezTo>
                      <a:pt x="16626" y="5313"/>
                      <a:pt x="16698" y="5494"/>
                      <a:pt x="16807" y="5711"/>
                    </a:cubicBezTo>
                    <a:cubicBezTo>
                      <a:pt x="17024" y="6074"/>
                      <a:pt x="17169" y="6508"/>
                      <a:pt x="17314" y="6907"/>
                    </a:cubicBezTo>
                    <a:cubicBezTo>
                      <a:pt x="17387" y="7124"/>
                      <a:pt x="17423" y="7341"/>
                      <a:pt x="17495" y="7559"/>
                    </a:cubicBezTo>
                    <a:lnTo>
                      <a:pt x="17568" y="7885"/>
                    </a:lnTo>
                    <a:cubicBezTo>
                      <a:pt x="17568" y="8030"/>
                      <a:pt x="17568" y="8030"/>
                      <a:pt x="17604" y="8174"/>
                    </a:cubicBezTo>
                    <a:cubicBezTo>
                      <a:pt x="17668" y="8558"/>
                      <a:pt x="17704" y="8942"/>
                      <a:pt x="17711" y="9325"/>
                    </a:cubicBezTo>
                    <a:lnTo>
                      <a:pt x="17711" y="9325"/>
                    </a:lnTo>
                    <a:cubicBezTo>
                      <a:pt x="17695" y="9374"/>
                      <a:pt x="17683" y="9425"/>
                      <a:pt x="17676" y="9478"/>
                    </a:cubicBezTo>
                    <a:cubicBezTo>
                      <a:pt x="17676" y="9732"/>
                      <a:pt x="17676" y="9949"/>
                      <a:pt x="17676" y="10203"/>
                    </a:cubicBezTo>
                    <a:cubicBezTo>
                      <a:pt x="17676" y="10312"/>
                      <a:pt x="17640" y="10384"/>
                      <a:pt x="17640" y="10493"/>
                    </a:cubicBezTo>
                    <a:cubicBezTo>
                      <a:pt x="17640" y="10529"/>
                      <a:pt x="17640" y="10565"/>
                      <a:pt x="17640" y="10601"/>
                    </a:cubicBezTo>
                    <a:cubicBezTo>
                      <a:pt x="17640" y="10638"/>
                      <a:pt x="17604" y="10710"/>
                      <a:pt x="17604" y="10782"/>
                    </a:cubicBezTo>
                    <a:cubicBezTo>
                      <a:pt x="17532" y="11217"/>
                      <a:pt x="17423" y="11652"/>
                      <a:pt x="17278" y="12086"/>
                    </a:cubicBezTo>
                    <a:cubicBezTo>
                      <a:pt x="17278" y="12123"/>
                      <a:pt x="17242" y="12159"/>
                      <a:pt x="17242" y="12231"/>
                    </a:cubicBezTo>
                    <a:cubicBezTo>
                      <a:pt x="17242" y="12231"/>
                      <a:pt x="17206" y="12267"/>
                      <a:pt x="17206" y="12304"/>
                    </a:cubicBezTo>
                    <a:cubicBezTo>
                      <a:pt x="17206" y="12304"/>
                      <a:pt x="17185" y="12365"/>
                      <a:pt x="17190" y="12365"/>
                    </a:cubicBezTo>
                    <a:cubicBezTo>
                      <a:pt x="17192" y="12365"/>
                      <a:pt x="17197" y="12358"/>
                      <a:pt x="17206" y="12340"/>
                    </a:cubicBezTo>
                    <a:cubicBezTo>
                      <a:pt x="17217" y="12317"/>
                      <a:pt x="17221" y="12309"/>
                      <a:pt x="17222" y="12309"/>
                    </a:cubicBezTo>
                    <a:lnTo>
                      <a:pt x="17222" y="12309"/>
                    </a:lnTo>
                    <a:cubicBezTo>
                      <a:pt x="17223" y="12309"/>
                      <a:pt x="17206" y="12351"/>
                      <a:pt x="17206" y="12376"/>
                    </a:cubicBezTo>
                    <a:lnTo>
                      <a:pt x="17169" y="12449"/>
                    </a:lnTo>
                    <a:cubicBezTo>
                      <a:pt x="17169" y="12521"/>
                      <a:pt x="17133" y="12557"/>
                      <a:pt x="17097" y="12593"/>
                    </a:cubicBezTo>
                    <a:cubicBezTo>
                      <a:pt x="17024" y="12811"/>
                      <a:pt x="16916" y="13028"/>
                      <a:pt x="16843" y="13209"/>
                    </a:cubicBezTo>
                    <a:cubicBezTo>
                      <a:pt x="16771" y="13318"/>
                      <a:pt x="16735" y="13390"/>
                      <a:pt x="16698" y="13499"/>
                    </a:cubicBezTo>
                    <a:lnTo>
                      <a:pt x="16590" y="13608"/>
                    </a:lnTo>
                    <a:cubicBezTo>
                      <a:pt x="16590" y="13644"/>
                      <a:pt x="16590" y="13680"/>
                      <a:pt x="16554" y="13716"/>
                    </a:cubicBezTo>
                    <a:cubicBezTo>
                      <a:pt x="16445" y="13897"/>
                      <a:pt x="16336" y="14079"/>
                      <a:pt x="16191" y="14260"/>
                    </a:cubicBezTo>
                    <a:cubicBezTo>
                      <a:pt x="16083" y="14405"/>
                      <a:pt x="15938" y="14586"/>
                      <a:pt x="15793" y="14767"/>
                    </a:cubicBezTo>
                    <a:cubicBezTo>
                      <a:pt x="15806" y="14746"/>
                      <a:pt x="15811" y="14739"/>
                      <a:pt x="15811" y="14739"/>
                    </a:cubicBezTo>
                    <a:lnTo>
                      <a:pt x="15811" y="14739"/>
                    </a:lnTo>
                    <a:cubicBezTo>
                      <a:pt x="15809" y="14739"/>
                      <a:pt x="15756" y="14813"/>
                      <a:pt x="15757" y="14813"/>
                    </a:cubicBezTo>
                    <a:cubicBezTo>
                      <a:pt x="15758" y="14813"/>
                      <a:pt x="15767" y="14801"/>
                      <a:pt x="15793" y="14767"/>
                    </a:cubicBezTo>
                    <a:lnTo>
                      <a:pt x="15793" y="14767"/>
                    </a:lnTo>
                    <a:lnTo>
                      <a:pt x="15684" y="14912"/>
                    </a:lnTo>
                    <a:cubicBezTo>
                      <a:pt x="15612" y="14984"/>
                      <a:pt x="15539" y="15057"/>
                      <a:pt x="15467" y="15165"/>
                    </a:cubicBezTo>
                    <a:cubicBezTo>
                      <a:pt x="15322" y="15310"/>
                      <a:pt x="15141" y="15455"/>
                      <a:pt x="14996" y="15600"/>
                    </a:cubicBezTo>
                    <a:lnTo>
                      <a:pt x="14969" y="15654"/>
                    </a:lnTo>
                    <a:lnTo>
                      <a:pt x="14969" y="15654"/>
                    </a:lnTo>
                    <a:cubicBezTo>
                      <a:pt x="14955" y="15663"/>
                      <a:pt x="14937" y="15672"/>
                      <a:pt x="14924" y="15672"/>
                    </a:cubicBezTo>
                    <a:lnTo>
                      <a:pt x="14851" y="15745"/>
                    </a:lnTo>
                    <a:cubicBezTo>
                      <a:pt x="14779" y="15817"/>
                      <a:pt x="14670" y="15890"/>
                      <a:pt x="14598" y="15926"/>
                    </a:cubicBezTo>
                    <a:cubicBezTo>
                      <a:pt x="14417" y="16071"/>
                      <a:pt x="14272" y="16179"/>
                      <a:pt x="14091" y="16288"/>
                    </a:cubicBezTo>
                    <a:lnTo>
                      <a:pt x="13946" y="16397"/>
                    </a:lnTo>
                    <a:cubicBezTo>
                      <a:pt x="13918" y="16397"/>
                      <a:pt x="13830" y="16458"/>
                      <a:pt x="13834" y="16458"/>
                    </a:cubicBezTo>
                    <a:cubicBezTo>
                      <a:pt x="13835" y="16458"/>
                      <a:pt x="13846" y="16451"/>
                      <a:pt x="13873" y="16433"/>
                    </a:cubicBezTo>
                    <a:lnTo>
                      <a:pt x="13873" y="16433"/>
                    </a:lnTo>
                    <a:cubicBezTo>
                      <a:pt x="13801" y="16505"/>
                      <a:pt x="13692" y="16542"/>
                      <a:pt x="13583" y="16578"/>
                    </a:cubicBezTo>
                    <a:cubicBezTo>
                      <a:pt x="13402" y="16686"/>
                      <a:pt x="13221" y="16795"/>
                      <a:pt x="13004" y="16868"/>
                    </a:cubicBezTo>
                    <a:cubicBezTo>
                      <a:pt x="12931" y="16940"/>
                      <a:pt x="12823" y="16976"/>
                      <a:pt x="12714" y="17012"/>
                    </a:cubicBezTo>
                    <a:lnTo>
                      <a:pt x="12569" y="17049"/>
                    </a:lnTo>
                    <a:lnTo>
                      <a:pt x="12515" y="17076"/>
                    </a:lnTo>
                    <a:lnTo>
                      <a:pt x="12515" y="17076"/>
                    </a:lnTo>
                    <a:cubicBezTo>
                      <a:pt x="12497" y="17080"/>
                      <a:pt x="12474" y="17085"/>
                      <a:pt x="12461" y="17085"/>
                    </a:cubicBezTo>
                    <a:cubicBezTo>
                      <a:pt x="12062" y="17230"/>
                      <a:pt x="11627" y="17338"/>
                      <a:pt x="11193" y="17447"/>
                    </a:cubicBezTo>
                    <a:lnTo>
                      <a:pt x="10867" y="17483"/>
                    </a:lnTo>
                    <a:lnTo>
                      <a:pt x="10722" y="17520"/>
                    </a:lnTo>
                    <a:lnTo>
                      <a:pt x="10613" y="17520"/>
                    </a:lnTo>
                    <a:cubicBezTo>
                      <a:pt x="10396" y="17520"/>
                      <a:pt x="10142" y="17556"/>
                      <a:pt x="9925" y="17556"/>
                    </a:cubicBezTo>
                    <a:cubicBezTo>
                      <a:pt x="9454" y="17556"/>
                      <a:pt x="8983" y="17556"/>
                      <a:pt x="8549" y="17483"/>
                    </a:cubicBezTo>
                    <a:lnTo>
                      <a:pt x="8223" y="17447"/>
                    </a:lnTo>
                    <a:lnTo>
                      <a:pt x="8150" y="17447"/>
                    </a:lnTo>
                    <a:lnTo>
                      <a:pt x="7933" y="17411"/>
                    </a:lnTo>
                    <a:cubicBezTo>
                      <a:pt x="7716" y="17375"/>
                      <a:pt x="7498" y="17302"/>
                      <a:pt x="7317" y="17230"/>
                    </a:cubicBezTo>
                    <a:cubicBezTo>
                      <a:pt x="5651" y="16759"/>
                      <a:pt x="4166" y="15781"/>
                      <a:pt x="3079" y="14441"/>
                    </a:cubicBezTo>
                    <a:cubicBezTo>
                      <a:pt x="2536" y="13789"/>
                      <a:pt x="2101" y="13064"/>
                      <a:pt x="1775" y="12267"/>
                    </a:cubicBezTo>
                    <a:cubicBezTo>
                      <a:pt x="1594" y="11833"/>
                      <a:pt x="1449" y="11434"/>
                      <a:pt x="1377" y="11000"/>
                    </a:cubicBezTo>
                    <a:cubicBezTo>
                      <a:pt x="1268" y="10565"/>
                      <a:pt x="1196" y="10130"/>
                      <a:pt x="1160" y="9696"/>
                    </a:cubicBezTo>
                    <a:cubicBezTo>
                      <a:pt x="1123" y="9261"/>
                      <a:pt x="1123" y="8790"/>
                      <a:pt x="1160" y="8319"/>
                    </a:cubicBezTo>
                    <a:cubicBezTo>
                      <a:pt x="1160" y="8211"/>
                      <a:pt x="1160" y="8102"/>
                      <a:pt x="1196" y="7993"/>
                    </a:cubicBezTo>
                    <a:lnTo>
                      <a:pt x="1196" y="7921"/>
                    </a:lnTo>
                    <a:lnTo>
                      <a:pt x="1232" y="7740"/>
                    </a:lnTo>
                    <a:cubicBezTo>
                      <a:pt x="1268" y="7486"/>
                      <a:pt x="1304" y="7269"/>
                      <a:pt x="1341" y="7052"/>
                    </a:cubicBezTo>
                    <a:cubicBezTo>
                      <a:pt x="1413" y="6870"/>
                      <a:pt x="1486" y="6653"/>
                      <a:pt x="1522" y="6436"/>
                    </a:cubicBezTo>
                    <a:lnTo>
                      <a:pt x="1594" y="6291"/>
                    </a:lnTo>
                    <a:cubicBezTo>
                      <a:pt x="1594" y="6265"/>
                      <a:pt x="1632" y="6163"/>
                      <a:pt x="1639" y="6163"/>
                    </a:cubicBezTo>
                    <a:lnTo>
                      <a:pt x="1639" y="6163"/>
                    </a:lnTo>
                    <a:cubicBezTo>
                      <a:pt x="1642" y="6163"/>
                      <a:pt x="1640" y="6178"/>
                      <a:pt x="1630" y="6219"/>
                    </a:cubicBezTo>
                    <a:lnTo>
                      <a:pt x="1739" y="5893"/>
                    </a:lnTo>
                    <a:cubicBezTo>
                      <a:pt x="1812" y="5675"/>
                      <a:pt x="1920" y="5494"/>
                      <a:pt x="2029" y="5277"/>
                    </a:cubicBezTo>
                    <a:lnTo>
                      <a:pt x="2174" y="5023"/>
                    </a:lnTo>
                    <a:lnTo>
                      <a:pt x="2246" y="4878"/>
                    </a:lnTo>
                    <a:lnTo>
                      <a:pt x="2282" y="4806"/>
                    </a:lnTo>
                    <a:cubicBezTo>
                      <a:pt x="2493" y="4456"/>
                      <a:pt x="2737" y="4105"/>
                      <a:pt x="3015" y="3788"/>
                    </a:cubicBezTo>
                    <a:lnTo>
                      <a:pt x="3015" y="3788"/>
                    </a:lnTo>
                    <a:cubicBezTo>
                      <a:pt x="3012" y="3789"/>
                      <a:pt x="3010" y="3790"/>
                      <a:pt x="3007" y="3792"/>
                    </a:cubicBezTo>
                    <a:cubicBezTo>
                      <a:pt x="3007" y="3792"/>
                      <a:pt x="3043" y="3756"/>
                      <a:pt x="3043" y="3755"/>
                    </a:cubicBezTo>
                    <a:lnTo>
                      <a:pt x="3043" y="3755"/>
                    </a:lnTo>
                    <a:cubicBezTo>
                      <a:pt x="3034" y="3766"/>
                      <a:pt x="3024" y="3777"/>
                      <a:pt x="3015" y="3788"/>
                    </a:cubicBezTo>
                    <a:lnTo>
                      <a:pt x="3015" y="3788"/>
                    </a:lnTo>
                    <a:cubicBezTo>
                      <a:pt x="3060" y="3763"/>
                      <a:pt x="3073" y="3740"/>
                      <a:pt x="3065" y="3740"/>
                    </a:cubicBezTo>
                    <a:cubicBezTo>
                      <a:pt x="3061" y="3740"/>
                      <a:pt x="3054" y="3745"/>
                      <a:pt x="3043" y="3755"/>
                    </a:cubicBezTo>
                    <a:lnTo>
                      <a:pt x="3152" y="3611"/>
                    </a:lnTo>
                    <a:lnTo>
                      <a:pt x="3369" y="3393"/>
                    </a:lnTo>
                    <a:cubicBezTo>
                      <a:pt x="3550" y="3212"/>
                      <a:pt x="3695" y="3067"/>
                      <a:pt x="3876" y="2922"/>
                    </a:cubicBezTo>
                    <a:lnTo>
                      <a:pt x="3912" y="2886"/>
                    </a:lnTo>
                    <a:cubicBezTo>
                      <a:pt x="3913" y="2885"/>
                      <a:pt x="3914" y="2885"/>
                      <a:pt x="3914" y="2884"/>
                    </a:cubicBezTo>
                    <a:lnTo>
                      <a:pt x="3914" y="2884"/>
                    </a:lnTo>
                    <a:cubicBezTo>
                      <a:pt x="3904" y="2885"/>
                      <a:pt x="3892" y="2886"/>
                      <a:pt x="3876" y="2886"/>
                    </a:cubicBezTo>
                    <a:cubicBezTo>
                      <a:pt x="3891" y="2886"/>
                      <a:pt x="3905" y="2885"/>
                      <a:pt x="3917" y="2882"/>
                    </a:cubicBezTo>
                    <a:lnTo>
                      <a:pt x="3917" y="2882"/>
                    </a:lnTo>
                    <a:cubicBezTo>
                      <a:pt x="3916" y="2883"/>
                      <a:pt x="3915" y="2883"/>
                      <a:pt x="3914" y="2884"/>
                    </a:cubicBezTo>
                    <a:lnTo>
                      <a:pt x="3914" y="2884"/>
                    </a:lnTo>
                    <a:cubicBezTo>
                      <a:pt x="3944" y="2881"/>
                      <a:pt x="3951" y="2874"/>
                      <a:pt x="3948" y="2871"/>
                    </a:cubicBezTo>
                    <a:lnTo>
                      <a:pt x="3948" y="2871"/>
                    </a:lnTo>
                    <a:cubicBezTo>
                      <a:pt x="3938" y="2876"/>
                      <a:pt x="3928" y="2879"/>
                      <a:pt x="3917" y="2882"/>
                    </a:cubicBezTo>
                    <a:lnTo>
                      <a:pt x="3917" y="2882"/>
                    </a:lnTo>
                    <a:cubicBezTo>
                      <a:pt x="3928" y="2873"/>
                      <a:pt x="3937" y="2870"/>
                      <a:pt x="3943" y="2870"/>
                    </a:cubicBezTo>
                    <a:cubicBezTo>
                      <a:pt x="3945" y="2870"/>
                      <a:pt x="3947" y="2870"/>
                      <a:pt x="3948" y="2871"/>
                    </a:cubicBezTo>
                    <a:lnTo>
                      <a:pt x="3948" y="2871"/>
                    </a:lnTo>
                    <a:cubicBezTo>
                      <a:pt x="3977" y="2857"/>
                      <a:pt x="3999" y="2835"/>
                      <a:pt x="4021" y="2814"/>
                    </a:cubicBezTo>
                    <a:lnTo>
                      <a:pt x="4275" y="2596"/>
                    </a:lnTo>
                    <a:cubicBezTo>
                      <a:pt x="4456" y="2488"/>
                      <a:pt x="4637" y="2343"/>
                      <a:pt x="4818" y="2234"/>
                    </a:cubicBezTo>
                    <a:lnTo>
                      <a:pt x="4927" y="2126"/>
                    </a:lnTo>
                    <a:lnTo>
                      <a:pt x="4999" y="2089"/>
                    </a:lnTo>
                    <a:cubicBezTo>
                      <a:pt x="5071" y="2053"/>
                      <a:pt x="5180" y="1981"/>
                      <a:pt x="5289" y="1944"/>
                    </a:cubicBezTo>
                    <a:cubicBezTo>
                      <a:pt x="5470" y="1836"/>
                      <a:pt x="5651" y="1727"/>
                      <a:pt x="5868" y="1655"/>
                    </a:cubicBezTo>
                    <a:lnTo>
                      <a:pt x="6158" y="1510"/>
                    </a:lnTo>
                    <a:lnTo>
                      <a:pt x="6303" y="1474"/>
                    </a:lnTo>
                    <a:lnTo>
                      <a:pt x="6375" y="1437"/>
                    </a:lnTo>
                    <a:cubicBezTo>
                      <a:pt x="6593" y="1365"/>
                      <a:pt x="6774" y="1292"/>
                      <a:pt x="6991" y="1256"/>
                    </a:cubicBezTo>
                    <a:cubicBezTo>
                      <a:pt x="7208" y="1184"/>
                      <a:pt x="7426" y="1148"/>
                      <a:pt x="7643" y="1111"/>
                    </a:cubicBezTo>
                    <a:lnTo>
                      <a:pt x="7969" y="1039"/>
                    </a:lnTo>
                    <a:lnTo>
                      <a:pt x="8150" y="1003"/>
                    </a:lnTo>
                    <a:lnTo>
                      <a:pt x="8223" y="1003"/>
                    </a:lnTo>
                    <a:cubicBezTo>
                      <a:pt x="8694" y="966"/>
                      <a:pt x="9164" y="966"/>
                      <a:pt x="9599" y="966"/>
                    </a:cubicBezTo>
                    <a:close/>
                    <a:moveTo>
                      <a:pt x="9600" y="0"/>
                    </a:moveTo>
                    <a:cubicBezTo>
                      <a:pt x="8743" y="0"/>
                      <a:pt x="7867" y="124"/>
                      <a:pt x="6991" y="387"/>
                    </a:cubicBezTo>
                    <a:cubicBezTo>
                      <a:pt x="5144" y="930"/>
                      <a:pt x="3478" y="2053"/>
                      <a:pt x="2246" y="3574"/>
                    </a:cubicBezTo>
                    <a:cubicBezTo>
                      <a:pt x="1015" y="5059"/>
                      <a:pt x="290" y="6870"/>
                      <a:pt x="145" y="8790"/>
                    </a:cubicBezTo>
                    <a:cubicBezTo>
                      <a:pt x="0" y="10674"/>
                      <a:pt x="435" y="12557"/>
                      <a:pt x="1413" y="14151"/>
                    </a:cubicBezTo>
                    <a:cubicBezTo>
                      <a:pt x="3063" y="16912"/>
                      <a:pt x="6031" y="18529"/>
                      <a:pt x="9143" y="18529"/>
                    </a:cubicBezTo>
                    <a:cubicBezTo>
                      <a:pt x="9787" y="18529"/>
                      <a:pt x="10438" y="18459"/>
                      <a:pt x="11084" y="18316"/>
                    </a:cubicBezTo>
                    <a:cubicBezTo>
                      <a:pt x="15467" y="17375"/>
                      <a:pt x="18618" y="13499"/>
                      <a:pt x="18618" y="9044"/>
                    </a:cubicBezTo>
                    <a:cubicBezTo>
                      <a:pt x="18618" y="3909"/>
                      <a:pt x="14416" y="0"/>
                      <a:pt x="9600"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1" name="Google Shape;1334;p31">
                <a:extLst>
                  <a:ext uri="{FF2B5EF4-FFF2-40B4-BE49-F238E27FC236}">
                    <a16:creationId xmlns:a16="http://schemas.microsoft.com/office/drawing/2014/main" id="{29F0F748-7624-66B9-E2F4-B15AB69990E0}"/>
                  </a:ext>
                </a:extLst>
              </p:cNvPr>
              <p:cNvSpPr/>
              <p:nvPr/>
            </p:nvSpPr>
            <p:spPr>
              <a:xfrm>
                <a:off x="6883583" y="4329322"/>
                <a:ext cx="426229" cy="225298"/>
              </a:xfrm>
              <a:custGeom>
                <a:avLst/>
                <a:gdLst/>
                <a:ahLst/>
                <a:cxnLst/>
                <a:rect l="l" t="t" r="r" b="b"/>
                <a:pathLst>
                  <a:path w="18366" h="9708" extrusionOk="0">
                    <a:moveTo>
                      <a:pt x="635" y="1"/>
                    </a:moveTo>
                    <a:cubicBezTo>
                      <a:pt x="575" y="1"/>
                      <a:pt x="517" y="17"/>
                      <a:pt x="472" y="51"/>
                    </a:cubicBezTo>
                    <a:cubicBezTo>
                      <a:pt x="218" y="159"/>
                      <a:pt x="37" y="413"/>
                      <a:pt x="1" y="666"/>
                    </a:cubicBezTo>
                    <a:cubicBezTo>
                      <a:pt x="1" y="4470"/>
                      <a:pt x="2392" y="7874"/>
                      <a:pt x="5978" y="9178"/>
                    </a:cubicBezTo>
                    <a:cubicBezTo>
                      <a:pt x="6968" y="9535"/>
                      <a:pt x="8002" y="9707"/>
                      <a:pt x="9044" y="9707"/>
                    </a:cubicBezTo>
                    <a:cubicBezTo>
                      <a:pt x="9907" y="9707"/>
                      <a:pt x="10775" y="9589"/>
                      <a:pt x="11628" y="9359"/>
                    </a:cubicBezTo>
                    <a:cubicBezTo>
                      <a:pt x="13475" y="8780"/>
                      <a:pt x="15142" y="7693"/>
                      <a:pt x="16373" y="6172"/>
                    </a:cubicBezTo>
                    <a:cubicBezTo>
                      <a:pt x="17532" y="4687"/>
                      <a:pt x="18220" y="2912"/>
                      <a:pt x="18329" y="1029"/>
                    </a:cubicBezTo>
                    <a:cubicBezTo>
                      <a:pt x="18329" y="811"/>
                      <a:pt x="18365" y="594"/>
                      <a:pt x="18365" y="340"/>
                    </a:cubicBezTo>
                    <a:cubicBezTo>
                      <a:pt x="18365" y="147"/>
                      <a:pt x="18236" y="83"/>
                      <a:pt x="18108" y="83"/>
                    </a:cubicBezTo>
                    <a:cubicBezTo>
                      <a:pt x="18043" y="83"/>
                      <a:pt x="17979" y="99"/>
                      <a:pt x="17931" y="123"/>
                    </a:cubicBezTo>
                    <a:cubicBezTo>
                      <a:pt x="17677" y="268"/>
                      <a:pt x="17496" y="485"/>
                      <a:pt x="17460" y="775"/>
                    </a:cubicBezTo>
                    <a:lnTo>
                      <a:pt x="17423" y="739"/>
                    </a:lnTo>
                    <a:cubicBezTo>
                      <a:pt x="17423" y="992"/>
                      <a:pt x="17423" y="1210"/>
                      <a:pt x="17423" y="1463"/>
                    </a:cubicBezTo>
                    <a:cubicBezTo>
                      <a:pt x="17423" y="1572"/>
                      <a:pt x="17387" y="1681"/>
                      <a:pt x="17387" y="1789"/>
                    </a:cubicBezTo>
                    <a:cubicBezTo>
                      <a:pt x="17387" y="1789"/>
                      <a:pt x="17387" y="1825"/>
                      <a:pt x="17387" y="1862"/>
                    </a:cubicBezTo>
                    <a:cubicBezTo>
                      <a:pt x="17387" y="1934"/>
                      <a:pt x="17351" y="1970"/>
                      <a:pt x="17351" y="2043"/>
                    </a:cubicBezTo>
                    <a:cubicBezTo>
                      <a:pt x="17279" y="2477"/>
                      <a:pt x="17170" y="2912"/>
                      <a:pt x="17025" y="3347"/>
                    </a:cubicBezTo>
                    <a:cubicBezTo>
                      <a:pt x="17025" y="3383"/>
                      <a:pt x="16989" y="3455"/>
                      <a:pt x="16989" y="3492"/>
                    </a:cubicBezTo>
                    <a:cubicBezTo>
                      <a:pt x="16953" y="3528"/>
                      <a:pt x="16989" y="3528"/>
                      <a:pt x="16953" y="3564"/>
                    </a:cubicBezTo>
                    <a:cubicBezTo>
                      <a:pt x="16953" y="3589"/>
                      <a:pt x="16935" y="3631"/>
                      <a:pt x="16937" y="3631"/>
                    </a:cubicBezTo>
                    <a:cubicBezTo>
                      <a:pt x="16937" y="3631"/>
                      <a:pt x="16941" y="3623"/>
                      <a:pt x="16953" y="3600"/>
                    </a:cubicBezTo>
                    <a:cubicBezTo>
                      <a:pt x="16964" y="3578"/>
                      <a:pt x="16968" y="3569"/>
                      <a:pt x="16969" y="3569"/>
                    </a:cubicBezTo>
                    <a:lnTo>
                      <a:pt x="16969" y="3569"/>
                    </a:lnTo>
                    <a:cubicBezTo>
                      <a:pt x="16970" y="3569"/>
                      <a:pt x="16953" y="3612"/>
                      <a:pt x="16953" y="3637"/>
                    </a:cubicBezTo>
                    <a:lnTo>
                      <a:pt x="16953" y="3709"/>
                    </a:lnTo>
                    <a:cubicBezTo>
                      <a:pt x="16916" y="3781"/>
                      <a:pt x="16880" y="3818"/>
                      <a:pt x="16880" y="3890"/>
                    </a:cubicBezTo>
                    <a:cubicBezTo>
                      <a:pt x="16771" y="4071"/>
                      <a:pt x="16699" y="4289"/>
                      <a:pt x="16590" y="4470"/>
                    </a:cubicBezTo>
                    <a:cubicBezTo>
                      <a:pt x="16554" y="4578"/>
                      <a:pt x="16482" y="4651"/>
                      <a:pt x="16445" y="4759"/>
                    </a:cubicBezTo>
                    <a:cubicBezTo>
                      <a:pt x="16373" y="4868"/>
                      <a:pt x="16373" y="4832"/>
                      <a:pt x="16373" y="4904"/>
                    </a:cubicBezTo>
                    <a:lnTo>
                      <a:pt x="16337" y="4941"/>
                    </a:lnTo>
                    <a:lnTo>
                      <a:pt x="16337" y="4904"/>
                    </a:lnTo>
                    <a:lnTo>
                      <a:pt x="16301" y="4977"/>
                    </a:lnTo>
                    <a:cubicBezTo>
                      <a:pt x="16192" y="5158"/>
                      <a:pt x="16083" y="5339"/>
                      <a:pt x="15938" y="5520"/>
                    </a:cubicBezTo>
                    <a:cubicBezTo>
                      <a:pt x="15830" y="5665"/>
                      <a:pt x="15685" y="5846"/>
                      <a:pt x="15540" y="6027"/>
                    </a:cubicBezTo>
                    <a:cubicBezTo>
                      <a:pt x="15501" y="6066"/>
                      <a:pt x="15488" y="6079"/>
                      <a:pt x="15489" y="6079"/>
                    </a:cubicBezTo>
                    <a:cubicBezTo>
                      <a:pt x="15490" y="6079"/>
                      <a:pt x="15541" y="6032"/>
                      <a:pt x="15553" y="6032"/>
                    </a:cubicBezTo>
                    <a:cubicBezTo>
                      <a:pt x="15558" y="6032"/>
                      <a:pt x="15556" y="6040"/>
                      <a:pt x="15540" y="6063"/>
                    </a:cubicBezTo>
                    <a:lnTo>
                      <a:pt x="15431" y="6172"/>
                    </a:lnTo>
                    <a:lnTo>
                      <a:pt x="15214" y="6426"/>
                    </a:lnTo>
                    <a:cubicBezTo>
                      <a:pt x="15069" y="6570"/>
                      <a:pt x="14924" y="6715"/>
                      <a:pt x="14743" y="6860"/>
                    </a:cubicBezTo>
                    <a:lnTo>
                      <a:pt x="14671" y="6933"/>
                    </a:lnTo>
                    <a:lnTo>
                      <a:pt x="14598" y="7005"/>
                    </a:lnTo>
                    <a:lnTo>
                      <a:pt x="14345" y="7186"/>
                    </a:lnTo>
                    <a:cubicBezTo>
                      <a:pt x="14200" y="7331"/>
                      <a:pt x="14019" y="7440"/>
                      <a:pt x="13838" y="7548"/>
                    </a:cubicBezTo>
                    <a:lnTo>
                      <a:pt x="13693" y="7657"/>
                    </a:lnTo>
                    <a:cubicBezTo>
                      <a:pt x="13693" y="7657"/>
                      <a:pt x="13648" y="7680"/>
                      <a:pt x="13620" y="7693"/>
                    </a:cubicBezTo>
                    <a:lnTo>
                      <a:pt x="13620" y="7693"/>
                    </a:lnTo>
                    <a:cubicBezTo>
                      <a:pt x="13644" y="7681"/>
                      <a:pt x="13648" y="7677"/>
                      <a:pt x="13643" y="7677"/>
                    </a:cubicBezTo>
                    <a:cubicBezTo>
                      <a:pt x="13632" y="7677"/>
                      <a:pt x="13584" y="7693"/>
                      <a:pt x="13584" y="7693"/>
                    </a:cubicBezTo>
                    <a:lnTo>
                      <a:pt x="13512" y="7730"/>
                    </a:lnTo>
                    <a:lnTo>
                      <a:pt x="13330" y="7838"/>
                    </a:lnTo>
                    <a:cubicBezTo>
                      <a:pt x="13149" y="7911"/>
                      <a:pt x="12968" y="8019"/>
                      <a:pt x="12787" y="8092"/>
                    </a:cubicBezTo>
                    <a:lnTo>
                      <a:pt x="12497" y="8237"/>
                    </a:lnTo>
                    <a:lnTo>
                      <a:pt x="12316" y="8273"/>
                    </a:lnTo>
                    <a:lnTo>
                      <a:pt x="12244" y="8309"/>
                    </a:lnTo>
                    <a:cubicBezTo>
                      <a:pt x="11845" y="8454"/>
                      <a:pt x="11411" y="8599"/>
                      <a:pt x="10976" y="8671"/>
                    </a:cubicBezTo>
                    <a:lnTo>
                      <a:pt x="10650" y="8708"/>
                    </a:lnTo>
                    <a:lnTo>
                      <a:pt x="10360" y="8708"/>
                    </a:lnTo>
                    <a:cubicBezTo>
                      <a:pt x="10143" y="8744"/>
                      <a:pt x="9926" y="8744"/>
                      <a:pt x="9672" y="8780"/>
                    </a:cubicBezTo>
                    <a:cubicBezTo>
                      <a:pt x="9237" y="8780"/>
                      <a:pt x="8767" y="8744"/>
                      <a:pt x="8296" y="8708"/>
                    </a:cubicBezTo>
                    <a:cubicBezTo>
                      <a:pt x="7897" y="8635"/>
                      <a:pt x="7463" y="8563"/>
                      <a:pt x="7064" y="8454"/>
                    </a:cubicBezTo>
                    <a:cubicBezTo>
                      <a:pt x="5398" y="7947"/>
                      <a:pt x="3913" y="6969"/>
                      <a:pt x="2826" y="5629"/>
                    </a:cubicBezTo>
                    <a:cubicBezTo>
                      <a:pt x="2283" y="4977"/>
                      <a:pt x="1848" y="4252"/>
                      <a:pt x="1522" y="3455"/>
                    </a:cubicBezTo>
                    <a:cubicBezTo>
                      <a:pt x="1341" y="3057"/>
                      <a:pt x="1196" y="2622"/>
                      <a:pt x="1124" y="2188"/>
                    </a:cubicBezTo>
                    <a:cubicBezTo>
                      <a:pt x="1015" y="1753"/>
                      <a:pt x="943" y="1355"/>
                      <a:pt x="907" y="920"/>
                    </a:cubicBezTo>
                    <a:lnTo>
                      <a:pt x="907" y="232"/>
                    </a:lnTo>
                    <a:cubicBezTo>
                      <a:pt x="907" y="82"/>
                      <a:pt x="768" y="1"/>
                      <a:pt x="635"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2" name="Google Shape;1335;p31">
                <a:extLst>
                  <a:ext uri="{FF2B5EF4-FFF2-40B4-BE49-F238E27FC236}">
                    <a16:creationId xmlns:a16="http://schemas.microsoft.com/office/drawing/2014/main" id="{16363666-102A-F614-6C1E-590EF49D465E}"/>
                  </a:ext>
                </a:extLst>
              </p:cNvPr>
              <p:cNvSpPr/>
              <p:nvPr/>
            </p:nvSpPr>
            <p:spPr>
              <a:xfrm>
                <a:off x="7088686" y="4402377"/>
                <a:ext cx="137063" cy="71038"/>
              </a:xfrm>
              <a:custGeom>
                <a:avLst/>
                <a:gdLst/>
                <a:ahLst/>
                <a:cxnLst/>
                <a:rect l="l" t="t" r="r" b="b"/>
                <a:pathLst>
                  <a:path w="5906" h="3061" extrusionOk="0">
                    <a:moveTo>
                      <a:pt x="5700" y="1"/>
                    </a:moveTo>
                    <a:cubicBezTo>
                      <a:pt x="5585" y="1"/>
                      <a:pt x="5422" y="138"/>
                      <a:pt x="5362" y="199"/>
                    </a:cubicBezTo>
                    <a:lnTo>
                      <a:pt x="5326" y="199"/>
                    </a:lnTo>
                    <a:cubicBezTo>
                      <a:pt x="4420" y="1322"/>
                      <a:pt x="3152" y="2082"/>
                      <a:pt x="1703" y="2372"/>
                    </a:cubicBezTo>
                    <a:cubicBezTo>
                      <a:pt x="1305" y="2481"/>
                      <a:pt x="870" y="2517"/>
                      <a:pt x="436" y="2517"/>
                    </a:cubicBezTo>
                    <a:cubicBezTo>
                      <a:pt x="255" y="2517"/>
                      <a:pt x="110" y="2626"/>
                      <a:pt x="37" y="2770"/>
                    </a:cubicBezTo>
                    <a:cubicBezTo>
                      <a:pt x="1" y="2879"/>
                      <a:pt x="1" y="3060"/>
                      <a:pt x="146" y="3060"/>
                    </a:cubicBezTo>
                    <a:cubicBezTo>
                      <a:pt x="1848" y="3060"/>
                      <a:pt x="3442" y="2481"/>
                      <a:pt x="4746" y="1394"/>
                    </a:cubicBezTo>
                    <a:cubicBezTo>
                      <a:pt x="5108" y="1068"/>
                      <a:pt x="5470" y="742"/>
                      <a:pt x="5760" y="344"/>
                    </a:cubicBezTo>
                    <a:cubicBezTo>
                      <a:pt x="5833" y="271"/>
                      <a:pt x="5905" y="90"/>
                      <a:pt x="5760" y="18"/>
                    </a:cubicBezTo>
                    <a:cubicBezTo>
                      <a:pt x="5743" y="6"/>
                      <a:pt x="5722" y="1"/>
                      <a:pt x="5700"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3" name="Google Shape;1336;p31">
                <a:extLst>
                  <a:ext uri="{FF2B5EF4-FFF2-40B4-BE49-F238E27FC236}">
                    <a16:creationId xmlns:a16="http://schemas.microsoft.com/office/drawing/2014/main" id="{7E56F406-9473-68C3-7D2E-0402D4B7F644}"/>
                  </a:ext>
                </a:extLst>
              </p:cNvPr>
              <p:cNvSpPr/>
              <p:nvPr/>
            </p:nvSpPr>
            <p:spPr>
              <a:xfrm>
                <a:off x="6930670" y="4145151"/>
                <a:ext cx="291788" cy="170691"/>
              </a:xfrm>
              <a:custGeom>
                <a:avLst/>
                <a:gdLst/>
                <a:ahLst/>
                <a:cxnLst/>
                <a:rect l="l" t="t" r="r" b="b"/>
                <a:pathLst>
                  <a:path w="12573" h="7355" extrusionOk="0">
                    <a:moveTo>
                      <a:pt x="7237" y="0"/>
                    </a:moveTo>
                    <a:cubicBezTo>
                      <a:pt x="6806" y="0"/>
                      <a:pt x="6372" y="42"/>
                      <a:pt x="5941" y="127"/>
                    </a:cubicBezTo>
                    <a:cubicBezTo>
                      <a:pt x="3804" y="525"/>
                      <a:pt x="1956" y="1865"/>
                      <a:pt x="906" y="3749"/>
                    </a:cubicBezTo>
                    <a:cubicBezTo>
                      <a:pt x="326" y="4799"/>
                      <a:pt x="0" y="5994"/>
                      <a:pt x="0" y="7226"/>
                    </a:cubicBezTo>
                    <a:cubicBezTo>
                      <a:pt x="0" y="7323"/>
                      <a:pt x="81" y="7355"/>
                      <a:pt x="167" y="7355"/>
                    </a:cubicBezTo>
                    <a:cubicBezTo>
                      <a:pt x="210" y="7355"/>
                      <a:pt x="254" y="7347"/>
                      <a:pt x="290" y="7335"/>
                    </a:cubicBezTo>
                    <a:cubicBezTo>
                      <a:pt x="435" y="7262"/>
                      <a:pt x="544" y="7117"/>
                      <a:pt x="580" y="6936"/>
                    </a:cubicBezTo>
                    <a:cubicBezTo>
                      <a:pt x="580" y="5958"/>
                      <a:pt x="797" y="4980"/>
                      <a:pt x="1232" y="4075"/>
                    </a:cubicBezTo>
                    <a:cubicBezTo>
                      <a:pt x="2101" y="2372"/>
                      <a:pt x="3659" y="1141"/>
                      <a:pt x="5542" y="706"/>
                    </a:cubicBezTo>
                    <a:cubicBezTo>
                      <a:pt x="5992" y="613"/>
                      <a:pt x="6456" y="566"/>
                      <a:pt x="6921" y="566"/>
                    </a:cubicBezTo>
                    <a:cubicBezTo>
                      <a:pt x="7542" y="566"/>
                      <a:pt x="8166" y="649"/>
                      <a:pt x="8766" y="815"/>
                    </a:cubicBezTo>
                    <a:cubicBezTo>
                      <a:pt x="9997" y="1177"/>
                      <a:pt x="11084" y="1865"/>
                      <a:pt x="11953" y="2807"/>
                    </a:cubicBezTo>
                    <a:cubicBezTo>
                      <a:pt x="11986" y="2846"/>
                      <a:pt x="12028" y="2863"/>
                      <a:pt x="12074" y="2863"/>
                    </a:cubicBezTo>
                    <a:cubicBezTo>
                      <a:pt x="12283" y="2863"/>
                      <a:pt x="12573" y="2514"/>
                      <a:pt x="12424" y="2336"/>
                    </a:cubicBezTo>
                    <a:cubicBezTo>
                      <a:pt x="11089" y="852"/>
                      <a:pt x="9193" y="0"/>
                      <a:pt x="7237"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65" name="Google Shape;1337;p31">
              <a:extLst>
                <a:ext uri="{FF2B5EF4-FFF2-40B4-BE49-F238E27FC236}">
                  <a16:creationId xmlns:a16="http://schemas.microsoft.com/office/drawing/2014/main" id="{EEA20489-4DA7-CA01-D3E5-23ED8E289E64}"/>
                </a:ext>
              </a:extLst>
            </p:cNvPr>
            <p:cNvGrpSpPr/>
            <p:nvPr/>
          </p:nvGrpSpPr>
          <p:grpSpPr>
            <a:xfrm>
              <a:off x="6952890" y="2895325"/>
              <a:ext cx="177375" cy="162917"/>
              <a:chOff x="7013890" y="3013973"/>
              <a:chExt cx="177375" cy="162917"/>
            </a:xfrm>
          </p:grpSpPr>
          <p:sp>
            <p:nvSpPr>
              <p:cNvPr id="68" name="Google Shape;1338;p31">
                <a:extLst>
                  <a:ext uri="{FF2B5EF4-FFF2-40B4-BE49-F238E27FC236}">
                    <a16:creationId xmlns:a16="http://schemas.microsoft.com/office/drawing/2014/main" id="{2A8E98B0-EB7E-1CEF-E803-EF0A67A16639}"/>
                  </a:ext>
                </a:extLst>
              </p:cNvPr>
              <p:cNvSpPr/>
              <p:nvPr/>
            </p:nvSpPr>
            <p:spPr>
              <a:xfrm>
                <a:off x="7021873" y="3028106"/>
                <a:ext cx="169392" cy="137435"/>
              </a:xfrm>
              <a:custGeom>
                <a:avLst/>
                <a:gdLst/>
                <a:ahLst/>
                <a:cxnLst/>
                <a:rect l="l" t="t" r="r" b="b"/>
                <a:pathLst>
                  <a:path w="7299" h="5922" extrusionOk="0">
                    <a:moveTo>
                      <a:pt x="3228" y="1"/>
                    </a:moveTo>
                    <a:cubicBezTo>
                      <a:pt x="2122" y="1"/>
                      <a:pt x="1136" y="552"/>
                      <a:pt x="628" y="1491"/>
                    </a:cubicBezTo>
                    <a:lnTo>
                      <a:pt x="628" y="1491"/>
                    </a:lnTo>
                    <a:cubicBezTo>
                      <a:pt x="0" y="2441"/>
                      <a:pt x="102" y="3729"/>
                      <a:pt x="703" y="4671"/>
                    </a:cubicBezTo>
                    <a:lnTo>
                      <a:pt x="703" y="4671"/>
                    </a:lnTo>
                    <a:cubicBezTo>
                      <a:pt x="871" y="4969"/>
                      <a:pt x="1089" y="5222"/>
                      <a:pt x="1354" y="5394"/>
                    </a:cubicBezTo>
                    <a:lnTo>
                      <a:pt x="1354" y="5394"/>
                    </a:lnTo>
                    <a:cubicBezTo>
                      <a:pt x="1773" y="5721"/>
                      <a:pt x="2291" y="5922"/>
                      <a:pt x="2882" y="5922"/>
                    </a:cubicBezTo>
                    <a:cubicBezTo>
                      <a:pt x="2929" y="5922"/>
                      <a:pt x="2977" y="5921"/>
                      <a:pt x="3025" y="5918"/>
                    </a:cubicBezTo>
                    <a:cubicBezTo>
                      <a:pt x="5814" y="5773"/>
                      <a:pt x="7299" y="1499"/>
                      <a:pt x="4474" y="231"/>
                    </a:cubicBezTo>
                    <a:cubicBezTo>
                      <a:pt x="4054" y="75"/>
                      <a:pt x="3633" y="1"/>
                      <a:pt x="3228" y="1"/>
                    </a:cubicBezTo>
                    <a:close/>
                  </a:path>
                </a:pathLst>
              </a:custGeom>
              <a:solidFill>
                <a:srgbClr val="F9414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9" name="Google Shape;1339;p31">
                <a:extLst>
                  <a:ext uri="{FF2B5EF4-FFF2-40B4-BE49-F238E27FC236}">
                    <a16:creationId xmlns:a16="http://schemas.microsoft.com/office/drawing/2014/main" id="{FE22E25F-48DD-EA66-2EAB-61704984B403}"/>
                  </a:ext>
                </a:extLst>
              </p:cNvPr>
              <p:cNvSpPr/>
              <p:nvPr/>
            </p:nvSpPr>
            <p:spPr>
              <a:xfrm>
                <a:off x="7013890" y="3013973"/>
                <a:ext cx="164773" cy="162917"/>
              </a:xfrm>
              <a:custGeom>
                <a:avLst/>
                <a:gdLst/>
                <a:ahLst/>
                <a:cxnLst/>
                <a:rect l="l" t="t" r="r" b="b"/>
                <a:pathLst>
                  <a:path w="7100" h="7020" extrusionOk="0">
                    <a:moveTo>
                      <a:pt x="1866" y="1438"/>
                    </a:moveTo>
                    <a:cubicBezTo>
                      <a:pt x="1866" y="1447"/>
                      <a:pt x="1848" y="1474"/>
                      <a:pt x="1811" y="1492"/>
                    </a:cubicBezTo>
                    <a:cubicBezTo>
                      <a:pt x="1811" y="1492"/>
                      <a:pt x="1836" y="1467"/>
                      <a:pt x="1866" y="1438"/>
                    </a:cubicBezTo>
                    <a:close/>
                    <a:moveTo>
                      <a:pt x="1790" y="1523"/>
                    </a:moveTo>
                    <a:cubicBezTo>
                      <a:pt x="1793" y="1523"/>
                      <a:pt x="1790" y="1534"/>
                      <a:pt x="1775" y="1565"/>
                    </a:cubicBezTo>
                    <a:cubicBezTo>
                      <a:pt x="1775" y="1544"/>
                      <a:pt x="1787" y="1523"/>
                      <a:pt x="1790" y="1523"/>
                    </a:cubicBezTo>
                    <a:close/>
                    <a:moveTo>
                      <a:pt x="1278" y="2475"/>
                    </a:moveTo>
                    <a:lnTo>
                      <a:pt x="1278" y="2475"/>
                    </a:lnTo>
                    <a:cubicBezTo>
                      <a:pt x="1279" y="2475"/>
                      <a:pt x="1273" y="2492"/>
                      <a:pt x="1268" y="2511"/>
                    </a:cubicBezTo>
                    <a:lnTo>
                      <a:pt x="1268" y="2511"/>
                    </a:lnTo>
                    <a:lnTo>
                      <a:pt x="1268" y="2506"/>
                    </a:lnTo>
                    <a:cubicBezTo>
                      <a:pt x="1276" y="2484"/>
                      <a:pt x="1278" y="2475"/>
                      <a:pt x="1278" y="2475"/>
                    </a:cubicBezTo>
                    <a:close/>
                    <a:moveTo>
                      <a:pt x="5440" y="4830"/>
                    </a:moveTo>
                    <a:cubicBezTo>
                      <a:pt x="5442" y="4830"/>
                      <a:pt x="5441" y="4838"/>
                      <a:pt x="5433" y="4861"/>
                    </a:cubicBezTo>
                    <a:lnTo>
                      <a:pt x="5399" y="4896"/>
                    </a:lnTo>
                    <a:lnTo>
                      <a:pt x="5399" y="4896"/>
                    </a:lnTo>
                    <a:cubicBezTo>
                      <a:pt x="5412" y="4872"/>
                      <a:pt x="5435" y="4830"/>
                      <a:pt x="5440" y="4830"/>
                    </a:cubicBezTo>
                    <a:close/>
                    <a:moveTo>
                      <a:pt x="3423" y="1139"/>
                    </a:moveTo>
                    <a:cubicBezTo>
                      <a:pt x="3478" y="1139"/>
                      <a:pt x="3532" y="1148"/>
                      <a:pt x="3586" y="1166"/>
                    </a:cubicBezTo>
                    <a:lnTo>
                      <a:pt x="3876" y="1166"/>
                    </a:lnTo>
                    <a:cubicBezTo>
                      <a:pt x="4130" y="1202"/>
                      <a:pt x="4347" y="1275"/>
                      <a:pt x="4600" y="1384"/>
                    </a:cubicBezTo>
                    <a:lnTo>
                      <a:pt x="4709" y="1456"/>
                    </a:lnTo>
                    <a:cubicBezTo>
                      <a:pt x="4709" y="1456"/>
                      <a:pt x="4811" y="1517"/>
                      <a:pt x="4816" y="1517"/>
                    </a:cubicBezTo>
                    <a:cubicBezTo>
                      <a:pt x="4818" y="1517"/>
                      <a:pt x="4809" y="1510"/>
                      <a:pt x="4782" y="1492"/>
                    </a:cubicBezTo>
                    <a:lnTo>
                      <a:pt x="4782" y="1492"/>
                    </a:lnTo>
                    <a:cubicBezTo>
                      <a:pt x="4854" y="1528"/>
                      <a:pt x="4926" y="1601"/>
                      <a:pt x="4999" y="1673"/>
                    </a:cubicBezTo>
                    <a:cubicBezTo>
                      <a:pt x="5144" y="1782"/>
                      <a:pt x="5289" y="1891"/>
                      <a:pt x="5397" y="2036"/>
                    </a:cubicBezTo>
                    <a:cubicBezTo>
                      <a:pt x="5397" y="2072"/>
                      <a:pt x="5433" y="2108"/>
                      <a:pt x="5470" y="2144"/>
                    </a:cubicBezTo>
                    <a:lnTo>
                      <a:pt x="5506" y="2217"/>
                    </a:lnTo>
                    <a:cubicBezTo>
                      <a:pt x="5542" y="2289"/>
                      <a:pt x="5578" y="2362"/>
                      <a:pt x="5615" y="2434"/>
                    </a:cubicBezTo>
                    <a:cubicBezTo>
                      <a:pt x="5687" y="2579"/>
                      <a:pt x="5759" y="2760"/>
                      <a:pt x="5796" y="2905"/>
                    </a:cubicBezTo>
                    <a:cubicBezTo>
                      <a:pt x="5796" y="2931"/>
                      <a:pt x="5815" y="3017"/>
                      <a:pt x="5811" y="3017"/>
                    </a:cubicBezTo>
                    <a:cubicBezTo>
                      <a:pt x="5810" y="3017"/>
                      <a:pt x="5805" y="3006"/>
                      <a:pt x="5796" y="2977"/>
                    </a:cubicBezTo>
                    <a:cubicBezTo>
                      <a:pt x="5796" y="2977"/>
                      <a:pt x="5796" y="3050"/>
                      <a:pt x="5796" y="3086"/>
                    </a:cubicBezTo>
                    <a:lnTo>
                      <a:pt x="5796" y="3339"/>
                    </a:lnTo>
                    <a:lnTo>
                      <a:pt x="5796" y="3593"/>
                    </a:lnTo>
                    <a:cubicBezTo>
                      <a:pt x="5796" y="3629"/>
                      <a:pt x="5796" y="3665"/>
                      <a:pt x="5796" y="3702"/>
                    </a:cubicBezTo>
                    <a:lnTo>
                      <a:pt x="5796" y="3774"/>
                    </a:lnTo>
                    <a:cubicBezTo>
                      <a:pt x="5759" y="3955"/>
                      <a:pt x="5723" y="4136"/>
                      <a:pt x="5651" y="4281"/>
                    </a:cubicBezTo>
                    <a:lnTo>
                      <a:pt x="5636" y="4339"/>
                    </a:lnTo>
                    <a:lnTo>
                      <a:pt x="5636" y="4339"/>
                    </a:lnTo>
                    <a:cubicBezTo>
                      <a:pt x="5631" y="4339"/>
                      <a:pt x="5624" y="4344"/>
                      <a:pt x="5615" y="4354"/>
                    </a:cubicBezTo>
                    <a:lnTo>
                      <a:pt x="5615" y="4426"/>
                    </a:lnTo>
                    <a:cubicBezTo>
                      <a:pt x="5578" y="4499"/>
                      <a:pt x="5542" y="4607"/>
                      <a:pt x="5506" y="4680"/>
                    </a:cubicBezTo>
                    <a:lnTo>
                      <a:pt x="5397" y="4897"/>
                    </a:lnTo>
                    <a:lnTo>
                      <a:pt x="5325" y="5006"/>
                    </a:lnTo>
                    <a:cubicBezTo>
                      <a:pt x="5252" y="5078"/>
                      <a:pt x="5216" y="5151"/>
                      <a:pt x="5144" y="5223"/>
                    </a:cubicBezTo>
                    <a:lnTo>
                      <a:pt x="5071" y="5332"/>
                    </a:lnTo>
                    <a:lnTo>
                      <a:pt x="4963" y="5404"/>
                    </a:lnTo>
                    <a:cubicBezTo>
                      <a:pt x="4963" y="5404"/>
                      <a:pt x="4873" y="5464"/>
                      <a:pt x="4857" y="5502"/>
                    </a:cubicBezTo>
                    <a:lnTo>
                      <a:pt x="4857" y="5502"/>
                    </a:lnTo>
                    <a:lnTo>
                      <a:pt x="4745" y="5585"/>
                    </a:lnTo>
                    <a:lnTo>
                      <a:pt x="4637" y="5658"/>
                    </a:lnTo>
                    <a:lnTo>
                      <a:pt x="4609" y="5685"/>
                    </a:lnTo>
                    <a:lnTo>
                      <a:pt x="4419" y="5766"/>
                    </a:lnTo>
                    <a:lnTo>
                      <a:pt x="4311" y="5839"/>
                    </a:lnTo>
                    <a:cubicBezTo>
                      <a:pt x="4309" y="5839"/>
                      <a:pt x="4306" y="5839"/>
                      <a:pt x="4304" y="5839"/>
                    </a:cubicBezTo>
                    <a:lnTo>
                      <a:pt x="4304" y="5839"/>
                    </a:lnTo>
                    <a:cubicBezTo>
                      <a:pt x="4313" y="5833"/>
                      <a:pt x="4318" y="5829"/>
                      <a:pt x="4312" y="5829"/>
                    </a:cubicBezTo>
                    <a:cubicBezTo>
                      <a:pt x="4308" y="5829"/>
                      <a:pt x="4296" y="5832"/>
                      <a:pt x="4274" y="5839"/>
                    </a:cubicBezTo>
                    <a:cubicBezTo>
                      <a:pt x="4273" y="5840"/>
                      <a:pt x="4271" y="5840"/>
                      <a:pt x="4270" y="5841"/>
                    </a:cubicBezTo>
                    <a:lnTo>
                      <a:pt x="4270" y="5841"/>
                    </a:lnTo>
                    <a:cubicBezTo>
                      <a:pt x="4260" y="5843"/>
                      <a:pt x="4252" y="5846"/>
                      <a:pt x="4246" y="5852"/>
                    </a:cubicBezTo>
                    <a:lnTo>
                      <a:pt x="4246" y="5852"/>
                    </a:lnTo>
                    <a:cubicBezTo>
                      <a:pt x="4175" y="5883"/>
                      <a:pt x="4080" y="5911"/>
                      <a:pt x="3985" y="5911"/>
                    </a:cubicBezTo>
                    <a:lnTo>
                      <a:pt x="3079" y="5911"/>
                    </a:lnTo>
                    <a:cubicBezTo>
                      <a:pt x="2898" y="5875"/>
                      <a:pt x="2717" y="5839"/>
                      <a:pt x="2572" y="5730"/>
                    </a:cubicBezTo>
                    <a:cubicBezTo>
                      <a:pt x="2500" y="5694"/>
                      <a:pt x="2427" y="5658"/>
                      <a:pt x="2355" y="5621"/>
                    </a:cubicBezTo>
                    <a:lnTo>
                      <a:pt x="2318" y="5585"/>
                    </a:lnTo>
                    <a:lnTo>
                      <a:pt x="2174" y="5513"/>
                    </a:lnTo>
                    <a:cubicBezTo>
                      <a:pt x="2065" y="5404"/>
                      <a:pt x="1920" y="5259"/>
                      <a:pt x="1811" y="5151"/>
                    </a:cubicBezTo>
                    <a:cubicBezTo>
                      <a:pt x="1739" y="5078"/>
                      <a:pt x="1703" y="5006"/>
                      <a:pt x="1630" y="4933"/>
                    </a:cubicBezTo>
                    <a:cubicBezTo>
                      <a:pt x="1594" y="4861"/>
                      <a:pt x="1594" y="4897"/>
                      <a:pt x="1594" y="4861"/>
                    </a:cubicBezTo>
                    <a:cubicBezTo>
                      <a:pt x="1569" y="4836"/>
                      <a:pt x="1544" y="4794"/>
                      <a:pt x="1555" y="4794"/>
                    </a:cubicBezTo>
                    <a:lnTo>
                      <a:pt x="1555" y="4794"/>
                    </a:lnTo>
                    <a:cubicBezTo>
                      <a:pt x="1560" y="4794"/>
                      <a:pt x="1572" y="4802"/>
                      <a:pt x="1594" y="4825"/>
                    </a:cubicBezTo>
                    <a:cubicBezTo>
                      <a:pt x="1605" y="4847"/>
                      <a:pt x="1610" y="4856"/>
                      <a:pt x="1610" y="4856"/>
                    </a:cubicBezTo>
                    <a:cubicBezTo>
                      <a:pt x="1611" y="4856"/>
                      <a:pt x="1594" y="4813"/>
                      <a:pt x="1594" y="4788"/>
                    </a:cubicBezTo>
                    <a:cubicBezTo>
                      <a:pt x="1485" y="4643"/>
                      <a:pt x="1413" y="4499"/>
                      <a:pt x="1340" y="4317"/>
                    </a:cubicBezTo>
                    <a:cubicBezTo>
                      <a:pt x="1268" y="4173"/>
                      <a:pt x="1232" y="3991"/>
                      <a:pt x="1196" y="3810"/>
                    </a:cubicBezTo>
                    <a:lnTo>
                      <a:pt x="1196" y="3774"/>
                    </a:lnTo>
                    <a:cubicBezTo>
                      <a:pt x="1196" y="3738"/>
                      <a:pt x="1196" y="3702"/>
                      <a:pt x="1196" y="3665"/>
                    </a:cubicBezTo>
                    <a:cubicBezTo>
                      <a:pt x="1196" y="3557"/>
                      <a:pt x="1196" y="3484"/>
                      <a:pt x="1196" y="3376"/>
                    </a:cubicBezTo>
                    <a:cubicBezTo>
                      <a:pt x="1196" y="3303"/>
                      <a:pt x="1196" y="3231"/>
                      <a:pt x="1196" y="3122"/>
                    </a:cubicBezTo>
                    <a:lnTo>
                      <a:pt x="1196" y="3013"/>
                    </a:lnTo>
                    <a:cubicBezTo>
                      <a:pt x="1196" y="2977"/>
                      <a:pt x="1196" y="2941"/>
                      <a:pt x="1196" y="2941"/>
                    </a:cubicBezTo>
                    <a:cubicBezTo>
                      <a:pt x="1196" y="2869"/>
                      <a:pt x="1232" y="2760"/>
                      <a:pt x="1232" y="2688"/>
                    </a:cubicBezTo>
                    <a:cubicBezTo>
                      <a:pt x="1232" y="2651"/>
                      <a:pt x="1268" y="2615"/>
                      <a:pt x="1268" y="2579"/>
                    </a:cubicBezTo>
                    <a:lnTo>
                      <a:pt x="1268" y="2543"/>
                    </a:lnTo>
                    <a:lnTo>
                      <a:pt x="1377" y="2325"/>
                    </a:lnTo>
                    <a:lnTo>
                      <a:pt x="1449" y="2217"/>
                    </a:lnTo>
                    <a:lnTo>
                      <a:pt x="1377" y="2289"/>
                    </a:lnTo>
                    <a:cubicBezTo>
                      <a:pt x="1449" y="2217"/>
                      <a:pt x="1485" y="2144"/>
                      <a:pt x="1485" y="2072"/>
                    </a:cubicBezTo>
                    <a:cubicBezTo>
                      <a:pt x="1510" y="2047"/>
                      <a:pt x="1552" y="1988"/>
                      <a:pt x="1553" y="1988"/>
                    </a:cubicBezTo>
                    <a:lnTo>
                      <a:pt x="1553" y="1988"/>
                    </a:lnTo>
                    <a:cubicBezTo>
                      <a:pt x="1553" y="1988"/>
                      <a:pt x="1545" y="2001"/>
                      <a:pt x="1522" y="2036"/>
                    </a:cubicBezTo>
                    <a:lnTo>
                      <a:pt x="1522" y="2036"/>
                    </a:lnTo>
                    <a:lnTo>
                      <a:pt x="1594" y="1927"/>
                    </a:lnTo>
                    <a:cubicBezTo>
                      <a:pt x="1605" y="1904"/>
                      <a:pt x="1610" y="1896"/>
                      <a:pt x="1609" y="1896"/>
                    </a:cubicBezTo>
                    <a:lnTo>
                      <a:pt x="1609" y="1896"/>
                    </a:lnTo>
                    <a:cubicBezTo>
                      <a:pt x="1608" y="1896"/>
                      <a:pt x="1583" y="1938"/>
                      <a:pt x="1558" y="1963"/>
                    </a:cubicBezTo>
                    <a:lnTo>
                      <a:pt x="1558" y="1963"/>
                    </a:lnTo>
                    <a:cubicBezTo>
                      <a:pt x="1594" y="1927"/>
                      <a:pt x="1594" y="1891"/>
                      <a:pt x="1630" y="1854"/>
                    </a:cubicBezTo>
                    <a:cubicBezTo>
                      <a:pt x="1678" y="1807"/>
                      <a:pt x="1709" y="1744"/>
                      <a:pt x="1736" y="1676"/>
                    </a:cubicBezTo>
                    <a:lnTo>
                      <a:pt x="1736" y="1676"/>
                    </a:lnTo>
                    <a:lnTo>
                      <a:pt x="1775" y="1637"/>
                    </a:lnTo>
                    <a:lnTo>
                      <a:pt x="1775" y="1637"/>
                    </a:lnTo>
                    <a:cubicBezTo>
                      <a:pt x="1757" y="1655"/>
                      <a:pt x="1748" y="1673"/>
                      <a:pt x="1757" y="1673"/>
                    </a:cubicBezTo>
                    <a:cubicBezTo>
                      <a:pt x="1766" y="1673"/>
                      <a:pt x="1793" y="1655"/>
                      <a:pt x="1848" y="1601"/>
                    </a:cubicBezTo>
                    <a:lnTo>
                      <a:pt x="1848" y="1601"/>
                    </a:lnTo>
                    <a:lnTo>
                      <a:pt x="1775" y="1637"/>
                    </a:lnTo>
                    <a:cubicBezTo>
                      <a:pt x="1848" y="1601"/>
                      <a:pt x="1884" y="1565"/>
                      <a:pt x="1920" y="1528"/>
                    </a:cubicBezTo>
                    <a:lnTo>
                      <a:pt x="2029" y="1456"/>
                    </a:lnTo>
                    <a:cubicBezTo>
                      <a:pt x="2056" y="1438"/>
                      <a:pt x="2067" y="1431"/>
                      <a:pt x="2069" y="1431"/>
                    </a:cubicBezTo>
                    <a:lnTo>
                      <a:pt x="2069" y="1431"/>
                    </a:lnTo>
                    <a:cubicBezTo>
                      <a:pt x="2074" y="1431"/>
                      <a:pt x="1992" y="1492"/>
                      <a:pt x="1992" y="1492"/>
                    </a:cubicBezTo>
                    <a:lnTo>
                      <a:pt x="2101" y="1420"/>
                    </a:lnTo>
                    <a:cubicBezTo>
                      <a:pt x="2174" y="1384"/>
                      <a:pt x="2282" y="1347"/>
                      <a:pt x="2391" y="1311"/>
                    </a:cubicBezTo>
                    <a:cubicBezTo>
                      <a:pt x="2414" y="1295"/>
                      <a:pt x="2423" y="1287"/>
                      <a:pt x="2422" y="1282"/>
                    </a:cubicBezTo>
                    <a:lnTo>
                      <a:pt x="2422" y="1282"/>
                    </a:lnTo>
                    <a:cubicBezTo>
                      <a:pt x="2433" y="1275"/>
                      <a:pt x="2442" y="1275"/>
                      <a:pt x="2463" y="1275"/>
                    </a:cubicBezTo>
                    <a:lnTo>
                      <a:pt x="2644" y="1202"/>
                    </a:lnTo>
                    <a:cubicBezTo>
                      <a:pt x="2753" y="1202"/>
                      <a:pt x="2862" y="1166"/>
                      <a:pt x="2970" y="1166"/>
                    </a:cubicBezTo>
                    <a:lnTo>
                      <a:pt x="3260" y="1166"/>
                    </a:lnTo>
                    <a:cubicBezTo>
                      <a:pt x="3315" y="1148"/>
                      <a:pt x="3369" y="1139"/>
                      <a:pt x="3423" y="1139"/>
                    </a:cubicBezTo>
                    <a:close/>
                    <a:moveTo>
                      <a:pt x="3914" y="0"/>
                    </a:moveTo>
                    <a:cubicBezTo>
                      <a:pt x="2970" y="0"/>
                      <a:pt x="2040" y="388"/>
                      <a:pt x="1340" y="1058"/>
                    </a:cubicBezTo>
                    <a:cubicBezTo>
                      <a:pt x="1075" y="1303"/>
                      <a:pt x="855" y="1583"/>
                      <a:pt x="688" y="1892"/>
                    </a:cubicBezTo>
                    <a:lnTo>
                      <a:pt x="688" y="1892"/>
                    </a:lnTo>
                    <a:cubicBezTo>
                      <a:pt x="398" y="2254"/>
                      <a:pt x="218" y="2688"/>
                      <a:pt x="145" y="3158"/>
                    </a:cubicBezTo>
                    <a:cubicBezTo>
                      <a:pt x="0" y="3955"/>
                      <a:pt x="145" y="4825"/>
                      <a:pt x="580" y="5549"/>
                    </a:cubicBezTo>
                    <a:cubicBezTo>
                      <a:pt x="978" y="6273"/>
                      <a:pt x="1666" y="6781"/>
                      <a:pt x="2463" y="6962"/>
                    </a:cubicBezTo>
                    <a:cubicBezTo>
                      <a:pt x="2673" y="7000"/>
                      <a:pt x="2882" y="7019"/>
                      <a:pt x="3089" y="7019"/>
                    </a:cubicBezTo>
                    <a:cubicBezTo>
                      <a:pt x="3850" y="7019"/>
                      <a:pt x="4582" y="6765"/>
                      <a:pt x="5180" y="6310"/>
                    </a:cubicBezTo>
                    <a:cubicBezTo>
                      <a:pt x="5977" y="5730"/>
                      <a:pt x="6556" y="4897"/>
                      <a:pt x="6846" y="3955"/>
                    </a:cubicBezTo>
                    <a:cubicBezTo>
                      <a:pt x="7100" y="3195"/>
                      <a:pt x="7063" y="2362"/>
                      <a:pt x="6737" y="1601"/>
                    </a:cubicBezTo>
                    <a:cubicBezTo>
                      <a:pt x="6556" y="1202"/>
                      <a:pt x="6267" y="876"/>
                      <a:pt x="5941" y="623"/>
                    </a:cubicBezTo>
                    <a:cubicBezTo>
                      <a:pt x="5506" y="333"/>
                      <a:pt x="4999" y="116"/>
                      <a:pt x="4456" y="43"/>
                    </a:cubicBezTo>
                    <a:cubicBezTo>
                      <a:pt x="4276" y="14"/>
                      <a:pt x="4095" y="0"/>
                      <a:pt x="3914"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66" name="Google Shape;1340;p31">
              <a:extLst>
                <a:ext uri="{FF2B5EF4-FFF2-40B4-BE49-F238E27FC236}">
                  <a16:creationId xmlns:a16="http://schemas.microsoft.com/office/drawing/2014/main" id="{8234B335-8DA1-1307-AF6C-1BFECFF7284B}"/>
                </a:ext>
              </a:extLst>
            </p:cNvPr>
            <p:cNvSpPr txBox="1"/>
            <p:nvPr/>
          </p:nvSpPr>
          <p:spPr>
            <a:xfrm>
              <a:off x="6161565" y="1898799"/>
              <a:ext cx="2685548" cy="340500"/>
            </a:xfrm>
            <a:prstGeom prst="rect">
              <a:avLst/>
            </a:prstGeom>
            <a:no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s-CO" sz="2000" b="0" i="0" u="none" strike="noStrike" kern="0" cap="none" spc="0" normalizeH="0" baseline="0" noProof="0" dirty="0">
                  <a:ln>
                    <a:noFill/>
                  </a:ln>
                  <a:solidFill>
                    <a:srgbClr val="F94144"/>
                  </a:solidFill>
                  <a:effectLst/>
                  <a:uLnTx/>
                  <a:uFillTx/>
                  <a:latin typeface="Fira Sans Extra Condensed Medium"/>
                  <a:ea typeface="Fira Sans Extra Condensed Medium"/>
                  <a:cs typeface="Fira Sans Extra Condensed Medium"/>
                  <a:sym typeface="Fira Sans Extra Condensed Medium"/>
                </a:rPr>
                <a:t>Abre un nuevo </a:t>
              </a:r>
              <a:r>
                <a:rPr kumimoji="0" lang="es-CO" sz="2000" b="0" i="0" u="none" strike="noStrike" kern="0" cap="none" spc="0" normalizeH="0" baseline="0" noProof="0" dirty="0" err="1">
                  <a:ln>
                    <a:noFill/>
                  </a:ln>
                  <a:solidFill>
                    <a:srgbClr val="F94144"/>
                  </a:solidFill>
                  <a:effectLst/>
                  <a:uLnTx/>
                  <a:uFillTx/>
                  <a:latin typeface="Fira Sans Extra Condensed Medium"/>
                  <a:ea typeface="Fira Sans Extra Condensed Medium"/>
                  <a:cs typeface="Fira Sans Extra Condensed Medium"/>
                  <a:sym typeface="Fira Sans Extra Condensed Medium"/>
                </a:rPr>
                <a:t>sket</a:t>
              </a:r>
              <a:r>
                <a:rPr lang="es-CO" sz="2000" kern="0" dirty="0">
                  <a:solidFill>
                    <a:srgbClr val="F94144"/>
                  </a:solidFill>
                  <a:latin typeface="Fira Sans Extra Condensed Medium"/>
                  <a:ea typeface="Fira Sans Extra Condensed Medium"/>
                  <a:cs typeface="Fira Sans Extra Condensed Medium"/>
                  <a:sym typeface="Fira Sans Extra Condensed Medium"/>
                </a:rPr>
                <a:t>ch y escribe tu</a:t>
              </a:r>
              <a:r>
                <a:rPr kumimoji="0" lang="es-CO" sz="2000" b="0" i="0" u="none" strike="noStrike" kern="0" cap="none" spc="0" normalizeH="0" baseline="0" noProof="0" dirty="0">
                  <a:ln>
                    <a:noFill/>
                  </a:ln>
                  <a:solidFill>
                    <a:srgbClr val="F94144"/>
                  </a:solidFill>
                  <a:effectLst/>
                  <a:uLnTx/>
                  <a:uFillTx/>
                  <a:latin typeface="Fira Sans Extra Condensed Medium"/>
                  <a:ea typeface="Fira Sans Extra Condensed Medium"/>
                  <a:cs typeface="Fira Sans Extra Condensed Medium"/>
                  <a:sym typeface="Fira Sans Extra Condensed Medium"/>
                </a:rPr>
                <a:t> código</a:t>
              </a:r>
              <a:endParaRPr kumimoji="0" sz="2000" b="0" i="0" u="none" strike="noStrike" kern="0" cap="none" spc="0" normalizeH="0" baseline="0" noProof="0" dirty="0">
                <a:ln>
                  <a:noFill/>
                </a:ln>
                <a:solidFill>
                  <a:srgbClr val="F94144"/>
                </a:solidFill>
                <a:effectLst/>
                <a:uLnTx/>
                <a:uFillTx/>
                <a:latin typeface="Fira Sans Extra Condensed Medium"/>
                <a:ea typeface="Fira Sans Extra Condensed Medium"/>
                <a:cs typeface="Fira Sans Extra Condensed Medium"/>
                <a:sym typeface="Fira Sans Extra Condensed Medium"/>
              </a:endParaRPr>
            </a:p>
          </p:txBody>
        </p:sp>
      </p:grpSp>
      <p:grpSp>
        <p:nvGrpSpPr>
          <p:cNvPr id="83" name="Google Shape;1342;p31">
            <a:extLst>
              <a:ext uri="{FF2B5EF4-FFF2-40B4-BE49-F238E27FC236}">
                <a16:creationId xmlns:a16="http://schemas.microsoft.com/office/drawing/2014/main" id="{683A5EEE-AC67-FF22-6BE2-89134A2F2930}"/>
              </a:ext>
            </a:extLst>
          </p:cNvPr>
          <p:cNvGrpSpPr/>
          <p:nvPr/>
        </p:nvGrpSpPr>
        <p:grpSpPr>
          <a:xfrm>
            <a:off x="2173457" y="1666058"/>
            <a:ext cx="1937400" cy="2526812"/>
            <a:chOff x="2787106" y="2239299"/>
            <a:chExt cx="1937400" cy="2526812"/>
          </a:xfrm>
        </p:grpSpPr>
        <p:grpSp>
          <p:nvGrpSpPr>
            <p:cNvPr id="84" name="Google Shape;1343;p31">
              <a:extLst>
                <a:ext uri="{FF2B5EF4-FFF2-40B4-BE49-F238E27FC236}">
                  <a16:creationId xmlns:a16="http://schemas.microsoft.com/office/drawing/2014/main" id="{846B2D2D-B05C-021A-3546-9946FB99B82A}"/>
                </a:ext>
              </a:extLst>
            </p:cNvPr>
            <p:cNvGrpSpPr/>
            <p:nvPr/>
          </p:nvGrpSpPr>
          <p:grpSpPr>
            <a:xfrm>
              <a:off x="3624668" y="4102902"/>
              <a:ext cx="262291" cy="444903"/>
              <a:chOff x="4841804" y="4106047"/>
              <a:chExt cx="262291" cy="444903"/>
            </a:xfrm>
          </p:grpSpPr>
          <p:sp>
            <p:nvSpPr>
              <p:cNvPr id="100" name="Google Shape;1344;p31">
                <a:extLst>
                  <a:ext uri="{FF2B5EF4-FFF2-40B4-BE49-F238E27FC236}">
                    <a16:creationId xmlns:a16="http://schemas.microsoft.com/office/drawing/2014/main" id="{7AC3375C-C2E2-53C1-216F-43EB784878DA}"/>
                  </a:ext>
                </a:extLst>
              </p:cNvPr>
              <p:cNvSpPr/>
              <p:nvPr/>
            </p:nvSpPr>
            <p:spPr>
              <a:xfrm>
                <a:off x="4841804" y="4106047"/>
                <a:ext cx="260597" cy="103250"/>
              </a:xfrm>
              <a:custGeom>
                <a:avLst/>
                <a:gdLst/>
                <a:ahLst/>
                <a:cxnLst/>
                <a:rect l="l" t="t" r="r" b="b"/>
                <a:pathLst>
                  <a:path w="11229" h="4449" extrusionOk="0">
                    <a:moveTo>
                      <a:pt x="1434" y="1439"/>
                    </a:moveTo>
                    <a:cubicBezTo>
                      <a:pt x="1434" y="1439"/>
                      <a:pt x="1422" y="1446"/>
                      <a:pt x="1409" y="1454"/>
                    </a:cubicBezTo>
                    <a:lnTo>
                      <a:pt x="1409" y="1454"/>
                    </a:lnTo>
                    <a:lnTo>
                      <a:pt x="1413" y="1449"/>
                    </a:lnTo>
                    <a:cubicBezTo>
                      <a:pt x="1428" y="1442"/>
                      <a:pt x="1433" y="1439"/>
                      <a:pt x="1434" y="1439"/>
                    </a:cubicBezTo>
                    <a:close/>
                    <a:moveTo>
                      <a:pt x="1107" y="1541"/>
                    </a:moveTo>
                    <a:cubicBezTo>
                      <a:pt x="1110" y="1541"/>
                      <a:pt x="1097" y="1560"/>
                      <a:pt x="1083" y="1581"/>
                    </a:cubicBezTo>
                    <a:lnTo>
                      <a:pt x="1083" y="1581"/>
                    </a:lnTo>
                    <a:cubicBezTo>
                      <a:pt x="1084" y="1574"/>
                      <a:pt x="1085" y="1567"/>
                      <a:pt x="1086" y="1561"/>
                    </a:cubicBezTo>
                    <a:lnTo>
                      <a:pt x="1086" y="1561"/>
                    </a:lnTo>
                    <a:cubicBezTo>
                      <a:pt x="1086" y="1560"/>
                      <a:pt x="1087" y="1559"/>
                      <a:pt x="1087" y="1558"/>
                    </a:cubicBezTo>
                    <a:cubicBezTo>
                      <a:pt x="1099" y="1546"/>
                      <a:pt x="1105" y="1541"/>
                      <a:pt x="1107" y="1541"/>
                    </a:cubicBezTo>
                    <a:close/>
                    <a:moveTo>
                      <a:pt x="1073" y="1595"/>
                    </a:moveTo>
                    <a:cubicBezTo>
                      <a:pt x="1071" y="1596"/>
                      <a:pt x="1070" y="1598"/>
                      <a:pt x="1069" y="1600"/>
                    </a:cubicBezTo>
                    <a:lnTo>
                      <a:pt x="1069" y="1600"/>
                    </a:lnTo>
                    <a:cubicBezTo>
                      <a:pt x="1069" y="1596"/>
                      <a:pt x="1069" y="1595"/>
                      <a:pt x="1073" y="1595"/>
                    </a:cubicBezTo>
                    <a:close/>
                    <a:moveTo>
                      <a:pt x="1087" y="1594"/>
                    </a:moveTo>
                    <a:cubicBezTo>
                      <a:pt x="1087" y="1594"/>
                      <a:pt x="1083" y="1597"/>
                      <a:pt x="1077" y="1602"/>
                    </a:cubicBezTo>
                    <a:lnTo>
                      <a:pt x="1077" y="1602"/>
                    </a:lnTo>
                    <a:cubicBezTo>
                      <a:pt x="1078" y="1599"/>
                      <a:pt x="1079" y="1597"/>
                      <a:pt x="1079" y="1594"/>
                    </a:cubicBezTo>
                    <a:lnTo>
                      <a:pt x="1079" y="1594"/>
                    </a:lnTo>
                    <a:cubicBezTo>
                      <a:pt x="1081" y="1594"/>
                      <a:pt x="1084" y="1594"/>
                      <a:pt x="1087" y="1594"/>
                    </a:cubicBezTo>
                    <a:close/>
                    <a:moveTo>
                      <a:pt x="1057" y="1616"/>
                    </a:moveTo>
                    <a:cubicBezTo>
                      <a:pt x="1056" y="1617"/>
                      <a:pt x="1056" y="1618"/>
                      <a:pt x="1055" y="1619"/>
                    </a:cubicBezTo>
                    <a:lnTo>
                      <a:pt x="1055" y="1619"/>
                    </a:lnTo>
                    <a:cubicBezTo>
                      <a:pt x="1042" y="1629"/>
                      <a:pt x="1027" y="1641"/>
                      <a:pt x="1015" y="1652"/>
                    </a:cubicBezTo>
                    <a:lnTo>
                      <a:pt x="1015" y="1652"/>
                    </a:lnTo>
                    <a:cubicBezTo>
                      <a:pt x="1015" y="1647"/>
                      <a:pt x="1015" y="1640"/>
                      <a:pt x="1015" y="1631"/>
                    </a:cubicBezTo>
                    <a:lnTo>
                      <a:pt x="1057" y="1616"/>
                    </a:lnTo>
                    <a:close/>
                    <a:moveTo>
                      <a:pt x="1413" y="3695"/>
                    </a:moveTo>
                    <a:cubicBezTo>
                      <a:pt x="1412" y="3696"/>
                      <a:pt x="1411" y="3697"/>
                      <a:pt x="1410" y="3699"/>
                    </a:cubicBezTo>
                    <a:lnTo>
                      <a:pt x="1410" y="3699"/>
                    </a:lnTo>
                    <a:cubicBezTo>
                      <a:pt x="1409" y="3702"/>
                      <a:pt x="1409" y="3705"/>
                      <a:pt x="1408" y="3708"/>
                    </a:cubicBezTo>
                    <a:lnTo>
                      <a:pt x="1408" y="3708"/>
                    </a:lnTo>
                    <a:lnTo>
                      <a:pt x="1413" y="3695"/>
                    </a:lnTo>
                    <a:close/>
                    <a:moveTo>
                      <a:pt x="10025" y="3855"/>
                    </a:moveTo>
                    <a:cubicBezTo>
                      <a:pt x="10011" y="3882"/>
                      <a:pt x="9999" y="3908"/>
                      <a:pt x="9986" y="3934"/>
                    </a:cubicBezTo>
                    <a:lnTo>
                      <a:pt x="9986" y="3934"/>
                    </a:lnTo>
                    <a:cubicBezTo>
                      <a:pt x="9974" y="3956"/>
                      <a:pt x="9963" y="3972"/>
                      <a:pt x="9962" y="3972"/>
                    </a:cubicBezTo>
                    <a:cubicBezTo>
                      <a:pt x="9959" y="3972"/>
                      <a:pt x="9974" y="3941"/>
                      <a:pt x="10025" y="3855"/>
                    </a:cubicBezTo>
                    <a:close/>
                    <a:moveTo>
                      <a:pt x="6158" y="1"/>
                    </a:moveTo>
                    <a:cubicBezTo>
                      <a:pt x="5108" y="1"/>
                      <a:pt x="4057" y="73"/>
                      <a:pt x="3007" y="218"/>
                    </a:cubicBezTo>
                    <a:cubicBezTo>
                      <a:pt x="2210" y="290"/>
                      <a:pt x="1449" y="508"/>
                      <a:pt x="761" y="942"/>
                    </a:cubicBezTo>
                    <a:cubicBezTo>
                      <a:pt x="399" y="1196"/>
                      <a:pt x="145" y="1631"/>
                      <a:pt x="109" y="2065"/>
                    </a:cubicBezTo>
                    <a:cubicBezTo>
                      <a:pt x="0" y="2681"/>
                      <a:pt x="109" y="3333"/>
                      <a:pt x="363" y="3876"/>
                    </a:cubicBezTo>
                    <a:cubicBezTo>
                      <a:pt x="399" y="3949"/>
                      <a:pt x="435" y="3985"/>
                      <a:pt x="435" y="4021"/>
                    </a:cubicBezTo>
                    <a:cubicBezTo>
                      <a:pt x="507" y="4094"/>
                      <a:pt x="544" y="4166"/>
                      <a:pt x="616" y="4202"/>
                    </a:cubicBezTo>
                    <a:cubicBezTo>
                      <a:pt x="670" y="4257"/>
                      <a:pt x="734" y="4284"/>
                      <a:pt x="797" y="4284"/>
                    </a:cubicBezTo>
                    <a:cubicBezTo>
                      <a:pt x="834" y="4284"/>
                      <a:pt x="870" y="4275"/>
                      <a:pt x="905" y="4257"/>
                    </a:cubicBezTo>
                    <a:lnTo>
                      <a:pt x="905" y="4257"/>
                    </a:lnTo>
                    <a:lnTo>
                      <a:pt x="1015" y="4238"/>
                    </a:lnTo>
                    <a:cubicBezTo>
                      <a:pt x="1196" y="4202"/>
                      <a:pt x="1377" y="4021"/>
                      <a:pt x="1377" y="3804"/>
                    </a:cubicBezTo>
                    <a:lnTo>
                      <a:pt x="1413" y="3804"/>
                    </a:lnTo>
                    <a:cubicBezTo>
                      <a:pt x="1402" y="3792"/>
                      <a:pt x="1394" y="3781"/>
                      <a:pt x="1390" y="3770"/>
                    </a:cubicBezTo>
                    <a:lnTo>
                      <a:pt x="1390" y="3770"/>
                    </a:lnTo>
                    <a:cubicBezTo>
                      <a:pt x="1397" y="3749"/>
                      <a:pt x="1404" y="3728"/>
                      <a:pt x="1408" y="3708"/>
                    </a:cubicBezTo>
                    <a:lnTo>
                      <a:pt x="1408" y="3708"/>
                    </a:lnTo>
                    <a:lnTo>
                      <a:pt x="1387" y="3760"/>
                    </a:lnTo>
                    <a:lnTo>
                      <a:pt x="1387" y="3760"/>
                    </a:lnTo>
                    <a:cubicBezTo>
                      <a:pt x="1383" y="3740"/>
                      <a:pt x="1390" y="3719"/>
                      <a:pt x="1410" y="3699"/>
                    </a:cubicBezTo>
                    <a:lnTo>
                      <a:pt x="1410" y="3699"/>
                    </a:lnTo>
                    <a:cubicBezTo>
                      <a:pt x="1412" y="3685"/>
                      <a:pt x="1413" y="3672"/>
                      <a:pt x="1413" y="3659"/>
                    </a:cubicBezTo>
                    <a:cubicBezTo>
                      <a:pt x="1413" y="3623"/>
                      <a:pt x="1377" y="3550"/>
                      <a:pt x="1377" y="3514"/>
                    </a:cubicBezTo>
                    <a:cubicBezTo>
                      <a:pt x="1341" y="3478"/>
                      <a:pt x="1341" y="3405"/>
                      <a:pt x="1304" y="3369"/>
                    </a:cubicBezTo>
                    <a:cubicBezTo>
                      <a:pt x="1232" y="3224"/>
                      <a:pt x="1196" y="3116"/>
                      <a:pt x="1159" y="2971"/>
                    </a:cubicBezTo>
                    <a:cubicBezTo>
                      <a:pt x="1159" y="2898"/>
                      <a:pt x="1123" y="2826"/>
                      <a:pt x="1087" y="2790"/>
                    </a:cubicBezTo>
                    <a:cubicBezTo>
                      <a:pt x="1087" y="2757"/>
                      <a:pt x="1087" y="2732"/>
                      <a:pt x="1087" y="2717"/>
                    </a:cubicBezTo>
                    <a:cubicBezTo>
                      <a:pt x="1123" y="2717"/>
                      <a:pt x="1087" y="2717"/>
                      <a:pt x="1087" y="2681"/>
                    </a:cubicBezTo>
                    <a:lnTo>
                      <a:pt x="1087" y="2608"/>
                    </a:lnTo>
                    <a:cubicBezTo>
                      <a:pt x="1087" y="2464"/>
                      <a:pt x="1087" y="2319"/>
                      <a:pt x="1051" y="2174"/>
                    </a:cubicBezTo>
                    <a:cubicBezTo>
                      <a:pt x="1051" y="1993"/>
                      <a:pt x="1051" y="1884"/>
                      <a:pt x="1051" y="1739"/>
                    </a:cubicBezTo>
                    <a:lnTo>
                      <a:pt x="1051" y="1667"/>
                    </a:lnTo>
                    <a:cubicBezTo>
                      <a:pt x="1056" y="1656"/>
                      <a:pt x="1061" y="1646"/>
                      <a:pt x="1065" y="1637"/>
                    </a:cubicBezTo>
                    <a:lnTo>
                      <a:pt x="1065" y="1637"/>
                    </a:lnTo>
                    <a:cubicBezTo>
                      <a:pt x="1069" y="1636"/>
                      <a:pt x="1077" y="1634"/>
                      <a:pt x="1087" y="1631"/>
                    </a:cubicBezTo>
                    <a:lnTo>
                      <a:pt x="1122" y="1596"/>
                    </a:lnTo>
                    <a:lnTo>
                      <a:pt x="1122" y="1596"/>
                    </a:lnTo>
                    <a:cubicBezTo>
                      <a:pt x="1106" y="1604"/>
                      <a:pt x="1083" y="1617"/>
                      <a:pt x="1069" y="1626"/>
                    </a:cubicBezTo>
                    <a:lnTo>
                      <a:pt x="1069" y="1626"/>
                    </a:lnTo>
                    <a:cubicBezTo>
                      <a:pt x="1071" y="1621"/>
                      <a:pt x="1073" y="1615"/>
                      <a:pt x="1075" y="1611"/>
                    </a:cubicBezTo>
                    <a:lnTo>
                      <a:pt x="1075" y="1611"/>
                    </a:lnTo>
                    <a:lnTo>
                      <a:pt x="1123" y="1594"/>
                    </a:lnTo>
                    <a:lnTo>
                      <a:pt x="1123" y="1594"/>
                    </a:lnTo>
                    <a:lnTo>
                      <a:pt x="1122" y="1596"/>
                    </a:lnTo>
                    <a:lnTo>
                      <a:pt x="1122" y="1596"/>
                    </a:lnTo>
                    <a:cubicBezTo>
                      <a:pt x="1132" y="1590"/>
                      <a:pt x="1139" y="1587"/>
                      <a:pt x="1138" y="1587"/>
                    </a:cubicBezTo>
                    <a:lnTo>
                      <a:pt x="1138" y="1587"/>
                    </a:lnTo>
                    <a:cubicBezTo>
                      <a:pt x="1138" y="1587"/>
                      <a:pt x="1134" y="1589"/>
                      <a:pt x="1123" y="1594"/>
                    </a:cubicBezTo>
                    <a:lnTo>
                      <a:pt x="1159" y="1558"/>
                    </a:lnTo>
                    <a:cubicBezTo>
                      <a:pt x="1232" y="1522"/>
                      <a:pt x="1304" y="1522"/>
                      <a:pt x="1377" y="1486"/>
                    </a:cubicBezTo>
                    <a:cubicBezTo>
                      <a:pt x="1413" y="1486"/>
                      <a:pt x="1449" y="1449"/>
                      <a:pt x="1485" y="1449"/>
                    </a:cubicBezTo>
                    <a:cubicBezTo>
                      <a:pt x="1848" y="1341"/>
                      <a:pt x="2246" y="1232"/>
                      <a:pt x="2608" y="1196"/>
                    </a:cubicBezTo>
                    <a:lnTo>
                      <a:pt x="2934" y="1123"/>
                    </a:lnTo>
                    <a:lnTo>
                      <a:pt x="3188" y="1123"/>
                    </a:lnTo>
                    <a:cubicBezTo>
                      <a:pt x="3441" y="1087"/>
                      <a:pt x="3659" y="1087"/>
                      <a:pt x="3912" y="1087"/>
                    </a:cubicBezTo>
                    <a:cubicBezTo>
                      <a:pt x="4419" y="1051"/>
                      <a:pt x="4926" y="1015"/>
                      <a:pt x="5434" y="1015"/>
                    </a:cubicBezTo>
                    <a:cubicBezTo>
                      <a:pt x="5608" y="1009"/>
                      <a:pt x="5781" y="1006"/>
                      <a:pt x="5953" y="1006"/>
                    </a:cubicBezTo>
                    <a:cubicBezTo>
                      <a:pt x="6783" y="1006"/>
                      <a:pt x="7594" y="1076"/>
                      <a:pt x="8404" y="1196"/>
                    </a:cubicBezTo>
                    <a:lnTo>
                      <a:pt x="8730" y="1232"/>
                    </a:lnTo>
                    <a:lnTo>
                      <a:pt x="8947" y="1232"/>
                    </a:lnTo>
                    <a:cubicBezTo>
                      <a:pt x="9128" y="1268"/>
                      <a:pt x="9346" y="1305"/>
                      <a:pt x="9527" y="1341"/>
                    </a:cubicBezTo>
                    <a:cubicBezTo>
                      <a:pt x="9671" y="1413"/>
                      <a:pt x="9816" y="1449"/>
                      <a:pt x="9961" y="1486"/>
                    </a:cubicBezTo>
                    <a:cubicBezTo>
                      <a:pt x="10118" y="1580"/>
                      <a:pt x="10248" y="1674"/>
                      <a:pt x="10421" y="1674"/>
                    </a:cubicBezTo>
                    <a:cubicBezTo>
                      <a:pt x="10448" y="1674"/>
                      <a:pt x="10475" y="1672"/>
                      <a:pt x="10505" y="1667"/>
                    </a:cubicBezTo>
                    <a:cubicBezTo>
                      <a:pt x="10522" y="1661"/>
                      <a:pt x="10541" y="1655"/>
                      <a:pt x="10560" y="1649"/>
                    </a:cubicBezTo>
                    <a:lnTo>
                      <a:pt x="10560" y="1649"/>
                    </a:lnTo>
                    <a:cubicBezTo>
                      <a:pt x="10578" y="1658"/>
                      <a:pt x="10595" y="1667"/>
                      <a:pt x="10613" y="1667"/>
                    </a:cubicBezTo>
                    <a:lnTo>
                      <a:pt x="10613" y="1703"/>
                    </a:lnTo>
                    <a:cubicBezTo>
                      <a:pt x="10686" y="1848"/>
                      <a:pt x="10722" y="1993"/>
                      <a:pt x="10722" y="2138"/>
                    </a:cubicBezTo>
                    <a:cubicBezTo>
                      <a:pt x="10722" y="2391"/>
                      <a:pt x="10722" y="2608"/>
                      <a:pt x="10649" y="2826"/>
                    </a:cubicBezTo>
                    <a:cubicBezTo>
                      <a:pt x="10621" y="2995"/>
                      <a:pt x="10571" y="3165"/>
                      <a:pt x="10499" y="3334"/>
                    </a:cubicBezTo>
                    <a:lnTo>
                      <a:pt x="10499" y="3334"/>
                    </a:lnTo>
                    <a:cubicBezTo>
                      <a:pt x="10423" y="3386"/>
                      <a:pt x="10355" y="3446"/>
                      <a:pt x="10287" y="3514"/>
                    </a:cubicBezTo>
                    <a:cubicBezTo>
                      <a:pt x="10276" y="3525"/>
                      <a:pt x="10262" y="3539"/>
                      <a:pt x="10251" y="3550"/>
                    </a:cubicBezTo>
                    <a:lnTo>
                      <a:pt x="10251" y="3550"/>
                    </a:lnTo>
                    <a:cubicBezTo>
                      <a:pt x="10150" y="3626"/>
                      <a:pt x="10084" y="3737"/>
                      <a:pt x="10029" y="3846"/>
                    </a:cubicBezTo>
                    <a:lnTo>
                      <a:pt x="10029" y="3846"/>
                    </a:lnTo>
                    <a:cubicBezTo>
                      <a:pt x="9924" y="3989"/>
                      <a:pt x="9889" y="4132"/>
                      <a:pt x="9925" y="4311"/>
                    </a:cubicBezTo>
                    <a:cubicBezTo>
                      <a:pt x="9977" y="4389"/>
                      <a:pt x="10067" y="4449"/>
                      <a:pt x="10154" y="4449"/>
                    </a:cubicBezTo>
                    <a:cubicBezTo>
                      <a:pt x="10188" y="4449"/>
                      <a:pt x="10221" y="4440"/>
                      <a:pt x="10251" y="4420"/>
                    </a:cubicBezTo>
                    <a:cubicBezTo>
                      <a:pt x="10432" y="4383"/>
                      <a:pt x="10577" y="4311"/>
                      <a:pt x="10722" y="4202"/>
                    </a:cubicBezTo>
                    <a:cubicBezTo>
                      <a:pt x="10831" y="4094"/>
                      <a:pt x="10939" y="3949"/>
                      <a:pt x="11012" y="3804"/>
                    </a:cubicBezTo>
                    <a:cubicBezTo>
                      <a:pt x="11029" y="3768"/>
                      <a:pt x="11056" y="3698"/>
                      <a:pt x="11070" y="3657"/>
                    </a:cubicBezTo>
                    <a:lnTo>
                      <a:pt x="11070" y="3657"/>
                    </a:lnTo>
                    <a:cubicBezTo>
                      <a:pt x="11126" y="3541"/>
                      <a:pt x="11145" y="3358"/>
                      <a:pt x="11048" y="3260"/>
                    </a:cubicBezTo>
                    <a:lnTo>
                      <a:pt x="11039" y="3252"/>
                    </a:lnTo>
                    <a:lnTo>
                      <a:pt x="11039" y="3252"/>
                    </a:lnTo>
                    <a:cubicBezTo>
                      <a:pt x="11127" y="2856"/>
                      <a:pt x="11157" y="2461"/>
                      <a:pt x="11157" y="2065"/>
                    </a:cubicBezTo>
                    <a:cubicBezTo>
                      <a:pt x="11157" y="1884"/>
                      <a:pt x="11229" y="1703"/>
                      <a:pt x="11229" y="1522"/>
                    </a:cubicBezTo>
                    <a:cubicBezTo>
                      <a:pt x="11229" y="1421"/>
                      <a:pt x="11229" y="1320"/>
                      <a:pt x="11192" y="1231"/>
                    </a:cubicBezTo>
                    <a:lnTo>
                      <a:pt x="11192" y="1231"/>
                    </a:lnTo>
                    <a:lnTo>
                      <a:pt x="11193" y="1232"/>
                    </a:lnTo>
                    <a:cubicBezTo>
                      <a:pt x="11167" y="1153"/>
                      <a:pt x="11140" y="1094"/>
                      <a:pt x="11100" y="1039"/>
                    </a:cubicBezTo>
                    <a:lnTo>
                      <a:pt x="11100" y="1039"/>
                    </a:lnTo>
                    <a:cubicBezTo>
                      <a:pt x="11096" y="1019"/>
                      <a:pt x="11091" y="999"/>
                      <a:pt x="11084" y="979"/>
                    </a:cubicBezTo>
                    <a:cubicBezTo>
                      <a:pt x="11084" y="797"/>
                      <a:pt x="10939" y="761"/>
                      <a:pt x="10831" y="689"/>
                    </a:cubicBezTo>
                    <a:cubicBezTo>
                      <a:pt x="10686" y="616"/>
                      <a:pt x="10541" y="544"/>
                      <a:pt x="10396" y="508"/>
                    </a:cubicBezTo>
                    <a:cubicBezTo>
                      <a:pt x="9997" y="399"/>
                      <a:pt x="9599" y="290"/>
                      <a:pt x="9164" y="254"/>
                    </a:cubicBezTo>
                    <a:cubicBezTo>
                      <a:pt x="8186" y="73"/>
                      <a:pt x="7172" y="1"/>
                      <a:pt x="6158"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1" name="Google Shape;1345;p31">
                <a:extLst>
                  <a:ext uri="{FF2B5EF4-FFF2-40B4-BE49-F238E27FC236}">
                    <a16:creationId xmlns:a16="http://schemas.microsoft.com/office/drawing/2014/main" id="{2A7689E2-A689-E219-A0D7-D9ACFDEFE0FA}"/>
                  </a:ext>
                </a:extLst>
              </p:cNvPr>
              <p:cNvSpPr/>
              <p:nvPr/>
            </p:nvSpPr>
            <p:spPr>
              <a:xfrm>
                <a:off x="4853570" y="4139210"/>
                <a:ext cx="242959" cy="380232"/>
              </a:xfrm>
              <a:custGeom>
                <a:avLst/>
                <a:gdLst/>
                <a:ahLst/>
                <a:cxnLst/>
                <a:rect l="l" t="t" r="r" b="b"/>
                <a:pathLst>
                  <a:path w="10469" h="16384" extrusionOk="0">
                    <a:moveTo>
                      <a:pt x="1449" y="1904"/>
                    </a:moveTo>
                    <a:cubicBezTo>
                      <a:pt x="1449" y="1904"/>
                      <a:pt x="1449" y="1904"/>
                      <a:pt x="1449" y="1904"/>
                    </a:cubicBezTo>
                    <a:cubicBezTo>
                      <a:pt x="1449" y="1904"/>
                      <a:pt x="1449" y="1904"/>
                      <a:pt x="1449" y="1904"/>
                    </a:cubicBezTo>
                    <a:close/>
                    <a:moveTo>
                      <a:pt x="8005" y="5526"/>
                    </a:moveTo>
                    <a:cubicBezTo>
                      <a:pt x="7957" y="5561"/>
                      <a:pt x="7922" y="5587"/>
                      <a:pt x="7897" y="5608"/>
                    </a:cubicBezTo>
                    <a:lnTo>
                      <a:pt x="7897" y="5608"/>
                    </a:lnTo>
                    <a:lnTo>
                      <a:pt x="8005" y="5526"/>
                    </a:lnTo>
                    <a:close/>
                    <a:moveTo>
                      <a:pt x="6520" y="7736"/>
                    </a:moveTo>
                    <a:lnTo>
                      <a:pt x="6520" y="7736"/>
                    </a:lnTo>
                    <a:cubicBezTo>
                      <a:pt x="6520" y="7736"/>
                      <a:pt x="6520" y="7736"/>
                      <a:pt x="6520" y="7736"/>
                    </a:cubicBezTo>
                    <a:lnTo>
                      <a:pt x="6520" y="7736"/>
                    </a:lnTo>
                    <a:lnTo>
                      <a:pt x="6520" y="7736"/>
                    </a:lnTo>
                    <a:close/>
                    <a:moveTo>
                      <a:pt x="6583" y="7751"/>
                    </a:moveTo>
                    <a:lnTo>
                      <a:pt x="6583" y="7751"/>
                    </a:lnTo>
                    <a:cubicBezTo>
                      <a:pt x="6577" y="7755"/>
                      <a:pt x="6571" y="7760"/>
                      <a:pt x="6565" y="7765"/>
                    </a:cubicBezTo>
                    <a:lnTo>
                      <a:pt x="6565" y="7765"/>
                    </a:lnTo>
                    <a:cubicBezTo>
                      <a:pt x="6575" y="7757"/>
                      <a:pt x="6580" y="7753"/>
                      <a:pt x="6583" y="7751"/>
                    </a:cubicBezTo>
                    <a:close/>
                    <a:moveTo>
                      <a:pt x="6520" y="7736"/>
                    </a:moveTo>
                    <a:cubicBezTo>
                      <a:pt x="6509" y="7762"/>
                      <a:pt x="6499" y="7785"/>
                      <a:pt x="6490" y="7805"/>
                    </a:cubicBezTo>
                    <a:lnTo>
                      <a:pt x="6490" y="7805"/>
                    </a:lnTo>
                    <a:cubicBezTo>
                      <a:pt x="6490" y="7805"/>
                      <a:pt x="6490" y="7805"/>
                      <a:pt x="6490" y="7805"/>
                    </a:cubicBezTo>
                    <a:lnTo>
                      <a:pt x="6490" y="7805"/>
                    </a:lnTo>
                    <a:cubicBezTo>
                      <a:pt x="6490" y="7805"/>
                      <a:pt x="6490" y="7805"/>
                      <a:pt x="6489" y="7806"/>
                    </a:cubicBezTo>
                    <a:lnTo>
                      <a:pt x="6489" y="7806"/>
                    </a:lnTo>
                    <a:cubicBezTo>
                      <a:pt x="6489" y="7805"/>
                      <a:pt x="6489" y="7805"/>
                      <a:pt x="6490" y="7805"/>
                    </a:cubicBezTo>
                    <a:lnTo>
                      <a:pt x="6490" y="7805"/>
                    </a:lnTo>
                    <a:cubicBezTo>
                      <a:pt x="6488" y="7806"/>
                      <a:pt x="6486" y="7807"/>
                      <a:pt x="6484" y="7808"/>
                    </a:cubicBezTo>
                    <a:cubicBezTo>
                      <a:pt x="6484" y="7808"/>
                      <a:pt x="6484" y="7809"/>
                      <a:pt x="6484" y="7810"/>
                    </a:cubicBezTo>
                    <a:lnTo>
                      <a:pt x="6484" y="7810"/>
                    </a:lnTo>
                    <a:cubicBezTo>
                      <a:pt x="6483" y="7811"/>
                      <a:pt x="6482" y="7812"/>
                      <a:pt x="6480" y="7814"/>
                    </a:cubicBezTo>
                    <a:lnTo>
                      <a:pt x="6480" y="7814"/>
                    </a:lnTo>
                    <a:lnTo>
                      <a:pt x="6484" y="7808"/>
                    </a:lnTo>
                    <a:lnTo>
                      <a:pt x="6520" y="7736"/>
                    </a:lnTo>
                    <a:close/>
                    <a:moveTo>
                      <a:pt x="6508" y="7795"/>
                    </a:moveTo>
                    <a:lnTo>
                      <a:pt x="6508" y="7795"/>
                    </a:lnTo>
                    <a:cubicBezTo>
                      <a:pt x="6508" y="7800"/>
                      <a:pt x="6507" y="7804"/>
                      <a:pt x="6507" y="7809"/>
                    </a:cubicBezTo>
                    <a:lnTo>
                      <a:pt x="6507" y="7809"/>
                    </a:lnTo>
                    <a:cubicBezTo>
                      <a:pt x="6502" y="7813"/>
                      <a:pt x="6497" y="7816"/>
                      <a:pt x="6492" y="7820"/>
                    </a:cubicBezTo>
                    <a:lnTo>
                      <a:pt x="6492" y="7820"/>
                    </a:lnTo>
                    <a:cubicBezTo>
                      <a:pt x="6494" y="7814"/>
                      <a:pt x="6497" y="7807"/>
                      <a:pt x="6499" y="7800"/>
                    </a:cubicBezTo>
                    <a:lnTo>
                      <a:pt x="6499" y="7800"/>
                    </a:lnTo>
                    <a:cubicBezTo>
                      <a:pt x="6496" y="7802"/>
                      <a:pt x="6493" y="7803"/>
                      <a:pt x="6490" y="7805"/>
                    </a:cubicBezTo>
                    <a:lnTo>
                      <a:pt x="6490" y="7805"/>
                    </a:lnTo>
                    <a:cubicBezTo>
                      <a:pt x="6494" y="7802"/>
                      <a:pt x="6497" y="7799"/>
                      <a:pt x="6500" y="7796"/>
                    </a:cubicBezTo>
                    <a:lnTo>
                      <a:pt x="6500" y="7796"/>
                    </a:lnTo>
                    <a:cubicBezTo>
                      <a:pt x="6500" y="7798"/>
                      <a:pt x="6499" y="7799"/>
                      <a:pt x="6499" y="7800"/>
                    </a:cubicBezTo>
                    <a:lnTo>
                      <a:pt x="6499" y="7800"/>
                    </a:lnTo>
                    <a:cubicBezTo>
                      <a:pt x="6502" y="7799"/>
                      <a:pt x="6505" y="7797"/>
                      <a:pt x="6508" y="7795"/>
                    </a:cubicBezTo>
                    <a:close/>
                    <a:moveTo>
                      <a:pt x="6507" y="7809"/>
                    </a:moveTo>
                    <a:cubicBezTo>
                      <a:pt x="6506" y="7813"/>
                      <a:pt x="6506" y="7817"/>
                      <a:pt x="6506" y="7820"/>
                    </a:cubicBezTo>
                    <a:lnTo>
                      <a:pt x="6506" y="7820"/>
                    </a:lnTo>
                    <a:cubicBezTo>
                      <a:pt x="6499" y="7827"/>
                      <a:pt x="6492" y="7834"/>
                      <a:pt x="6485" y="7842"/>
                    </a:cubicBezTo>
                    <a:lnTo>
                      <a:pt x="6485" y="7842"/>
                    </a:lnTo>
                    <a:cubicBezTo>
                      <a:pt x="6487" y="7836"/>
                      <a:pt x="6489" y="7828"/>
                      <a:pt x="6492" y="7820"/>
                    </a:cubicBezTo>
                    <a:lnTo>
                      <a:pt x="6492" y="7820"/>
                    </a:lnTo>
                    <a:lnTo>
                      <a:pt x="6484" y="7826"/>
                    </a:lnTo>
                    <a:lnTo>
                      <a:pt x="6484" y="7826"/>
                    </a:lnTo>
                    <a:cubicBezTo>
                      <a:pt x="6484" y="7826"/>
                      <a:pt x="6484" y="7826"/>
                      <a:pt x="6484" y="7826"/>
                    </a:cubicBezTo>
                    <a:lnTo>
                      <a:pt x="6484" y="7826"/>
                    </a:lnTo>
                    <a:cubicBezTo>
                      <a:pt x="6482" y="7828"/>
                      <a:pt x="6480" y="7829"/>
                      <a:pt x="6477" y="7831"/>
                    </a:cubicBezTo>
                    <a:lnTo>
                      <a:pt x="6477" y="7831"/>
                    </a:lnTo>
                    <a:cubicBezTo>
                      <a:pt x="6480" y="7827"/>
                      <a:pt x="6482" y="7822"/>
                      <a:pt x="6484" y="7817"/>
                    </a:cubicBezTo>
                    <a:lnTo>
                      <a:pt x="6484" y="7817"/>
                    </a:lnTo>
                    <a:cubicBezTo>
                      <a:pt x="6484" y="7820"/>
                      <a:pt x="6484" y="7823"/>
                      <a:pt x="6484" y="7826"/>
                    </a:cubicBezTo>
                    <a:lnTo>
                      <a:pt x="6484" y="7826"/>
                    </a:lnTo>
                    <a:cubicBezTo>
                      <a:pt x="6487" y="7824"/>
                      <a:pt x="6490" y="7822"/>
                      <a:pt x="6492" y="7820"/>
                    </a:cubicBezTo>
                    <a:lnTo>
                      <a:pt x="6492" y="7820"/>
                    </a:lnTo>
                    <a:cubicBezTo>
                      <a:pt x="6492" y="7820"/>
                      <a:pt x="6492" y="7820"/>
                      <a:pt x="6492" y="7820"/>
                    </a:cubicBezTo>
                    <a:lnTo>
                      <a:pt x="6492" y="7820"/>
                    </a:lnTo>
                    <a:lnTo>
                      <a:pt x="6507" y="7809"/>
                    </a:lnTo>
                    <a:close/>
                    <a:moveTo>
                      <a:pt x="6527" y="7797"/>
                    </a:moveTo>
                    <a:lnTo>
                      <a:pt x="6542" y="7859"/>
                    </a:lnTo>
                    <a:lnTo>
                      <a:pt x="6542" y="7859"/>
                    </a:lnTo>
                    <a:lnTo>
                      <a:pt x="6514" y="7886"/>
                    </a:lnTo>
                    <a:lnTo>
                      <a:pt x="6514" y="7886"/>
                    </a:lnTo>
                    <a:cubicBezTo>
                      <a:pt x="6517" y="7872"/>
                      <a:pt x="6519" y="7858"/>
                      <a:pt x="6520" y="7844"/>
                    </a:cubicBezTo>
                    <a:lnTo>
                      <a:pt x="6520" y="7804"/>
                    </a:lnTo>
                    <a:lnTo>
                      <a:pt x="6520" y="7804"/>
                    </a:lnTo>
                    <a:cubicBezTo>
                      <a:pt x="6523" y="7802"/>
                      <a:pt x="6525" y="7799"/>
                      <a:pt x="6527" y="7797"/>
                    </a:cubicBezTo>
                    <a:close/>
                    <a:moveTo>
                      <a:pt x="6480" y="7814"/>
                    </a:moveTo>
                    <a:lnTo>
                      <a:pt x="6460" y="7844"/>
                    </a:lnTo>
                    <a:lnTo>
                      <a:pt x="6460" y="7844"/>
                    </a:lnTo>
                    <a:cubicBezTo>
                      <a:pt x="6466" y="7840"/>
                      <a:pt x="6472" y="7835"/>
                      <a:pt x="6477" y="7831"/>
                    </a:cubicBezTo>
                    <a:lnTo>
                      <a:pt x="6477" y="7831"/>
                    </a:lnTo>
                    <a:cubicBezTo>
                      <a:pt x="6477" y="7831"/>
                      <a:pt x="6477" y="7831"/>
                      <a:pt x="6477" y="7831"/>
                    </a:cubicBezTo>
                    <a:lnTo>
                      <a:pt x="6477" y="7831"/>
                    </a:lnTo>
                    <a:lnTo>
                      <a:pt x="6484" y="7826"/>
                    </a:lnTo>
                    <a:lnTo>
                      <a:pt x="6484" y="7826"/>
                    </a:lnTo>
                    <a:cubicBezTo>
                      <a:pt x="6484" y="7833"/>
                      <a:pt x="6484" y="7840"/>
                      <a:pt x="6484" y="7843"/>
                    </a:cubicBezTo>
                    <a:lnTo>
                      <a:pt x="6484" y="7843"/>
                    </a:lnTo>
                    <a:cubicBezTo>
                      <a:pt x="6484" y="7843"/>
                      <a:pt x="6485" y="7842"/>
                      <a:pt x="6485" y="7842"/>
                    </a:cubicBezTo>
                    <a:lnTo>
                      <a:pt x="6485" y="7842"/>
                    </a:lnTo>
                    <a:cubicBezTo>
                      <a:pt x="6485" y="7843"/>
                      <a:pt x="6484" y="7844"/>
                      <a:pt x="6484" y="7844"/>
                    </a:cubicBezTo>
                    <a:cubicBezTo>
                      <a:pt x="6484" y="7844"/>
                      <a:pt x="6484" y="7844"/>
                      <a:pt x="6484" y="7843"/>
                    </a:cubicBezTo>
                    <a:lnTo>
                      <a:pt x="6484" y="7843"/>
                    </a:lnTo>
                    <a:cubicBezTo>
                      <a:pt x="6476" y="7851"/>
                      <a:pt x="6467" y="7860"/>
                      <a:pt x="6458" y="7870"/>
                    </a:cubicBezTo>
                    <a:lnTo>
                      <a:pt x="6458" y="7870"/>
                    </a:lnTo>
                    <a:cubicBezTo>
                      <a:pt x="6442" y="7901"/>
                      <a:pt x="6432" y="7912"/>
                      <a:pt x="6428" y="7912"/>
                    </a:cubicBezTo>
                    <a:cubicBezTo>
                      <a:pt x="6426" y="7912"/>
                      <a:pt x="6426" y="7908"/>
                      <a:pt x="6427" y="7901"/>
                    </a:cubicBezTo>
                    <a:lnTo>
                      <a:pt x="6427" y="7901"/>
                    </a:lnTo>
                    <a:cubicBezTo>
                      <a:pt x="6422" y="7906"/>
                      <a:pt x="6417" y="7911"/>
                      <a:pt x="6412" y="7917"/>
                    </a:cubicBezTo>
                    <a:lnTo>
                      <a:pt x="6430" y="7890"/>
                    </a:lnTo>
                    <a:lnTo>
                      <a:pt x="6430" y="7890"/>
                    </a:lnTo>
                    <a:cubicBezTo>
                      <a:pt x="6428" y="7894"/>
                      <a:pt x="6427" y="7898"/>
                      <a:pt x="6427" y="7901"/>
                    </a:cubicBezTo>
                    <a:lnTo>
                      <a:pt x="6427" y="7901"/>
                    </a:lnTo>
                    <a:cubicBezTo>
                      <a:pt x="6438" y="7890"/>
                      <a:pt x="6448" y="7880"/>
                      <a:pt x="6458" y="7870"/>
                    </a:cubicBezTo>
                    <a:lnTo>
                      <a:pt x="6458" y="7870"/>
                    </a:lnTo>
                    <a:cubicBezTo>
                      <a:pt x="6464" y="7859"/>
                      <a:pt x="6470" y="7846"/>
                      <a:pt x="6477" y="7831"/>
                    </a:cubicBezTo>
                    <a:lnTo>
                      <a:pt x="6477" y="7831"/>
                    </a:lnTo>
                    <a:lnTo>
                      <a:pt x="6460" y="7844"/>
                    </a:lnTo>
                    <a:lnTo>
                      <a:pt x="6460" y="7844"/>
                    </a:lnTo>
                    <a:lnTo>
                      <a:pt x="6430" y="7890"/>
                    </a:lnTo>
                    <a:lnTo>
                      <a:pt x="6430" y="7890"/>
                    </a:lnTo>
                    <a:cubicBezTo>
                      <a:pt x="6432" y="7881"/>
                      <a:pt x="6436" y="7870"/>
                      <a:pt x="6441" y="7858"/>
                    </a:cubicBezTo>
                    <a:lnTo>
                      <a:pt x="6441" y="7858"/>
                    </a:lnTo>
                    <a:lnTo>
                      <a:pt x="6460" y="7844"/>
                    </a:lnTo>
                    <a:lnTo>
                      <a:pt x="6460" y="7844"/>
                    </a:lnTo>
                    <a:lnTo>
                      <a:pt x="6460" y="7844"/>
                    </a:lnTo>
                    <a:lnTo>
                      <a:pt x="6460" y="7844"/>
                    </a:lnTo>
                    <a:cubicBezTo>
                      <a:pt x="6454" y="7849"/>
                      <a:pt x="6448" y="7853"/>
                      <a:pt x="6441" y="7858"/>
                    </a:cubicBezTo>
                    <a:lnTo>
                      <a:pt x="6441" y="7858"/>
                    </a:lnTo>
                    <a:cubicBezTo>
                      <a:pt x="6443" y="7854"/>
                      <a:pt x="6446" y="7849"/>
                      <a:pt x="6448" y="7844"/>
                    </a:cubicBezTo>
                    <a:cubicBezTo>
                      <a:pt x="6458" y="7834"/>
                      <a:pt x="6469" y="7824"/>
                      <a:pt x="6480" y="7814"/>
                    </a:cubicBezTo>
                    <a:close/>
                    <a:moveTo>
                      <a:pt x="4616" y="8021"/>
                    </a:moveTo>
                    <a:cubicBezTo>
                      <a:pt x="4611" y="8024"/>
                      <a:pt x="4606" y="8025"/>
                      <a:pt x="4601" y="8025"/>
                    </a:cubicBezTo>
                    <a:lnTo>
                      <a:pt x="4616" y="8021"/>
                    </a:lnTo>
                    <a:close/>
                    <a:moveTo>
                      <a:pt x="5071" y="1469"/>
                    </a:moveTo>
                    <a:cubicBezTo>
                      <a:pt x="6013" y="1469"/>
                      <a:pt x="6955" y="1542"/>
                      <a:pt x="7897" y="1650"/>
                    </a:cubicBezTo>
                    <a:lnTo>
                      <a:pt x="8187" y="1687"/>
                    </a:lnTo>
                    <a:lnTo>
                      <a:pt x="8042" y="1687"/>
                    </a:lnTo>
                    <a:cubicBezTo>
                      <a:pt x="8288" y="1717"/>
                      <a:pt x="8560" y="1774"/>
                      <a:pt x="8814" y="1880"/>
                    </a:cubicBezTo>
                    <a:lnTo>
                      <a:pt x="8814" y="1880"/>
                    </a:lnTo>
                    <a:cubicBezTo>
                      <a:pt x="8836" y="1901"/>
                      <a:pt x="8857" y="1923"/>
                      <a:pt x="8879" y="1944"/>
                    </a:cubicBezTo>
                    <a:lnTo>
                      <a:pt x="8879" y="1944"/>
                    </a:lnTo>
                    <a:cubicBezTo>
                      <a:pt x="8897" y="1997"/>
                      <a:pt x="8911" y="2041"/>
                      <a:pt x="8911" y="2085"/>
                    </a:cubicBezTo>
                    <a:lnTo>
                      <a:pt x="8875" y="1940"/>
                    </a:lnTo>
                    <a:lnTo>
                      <a:pt x="8875" y="1940"/>
                    </a:lnTo>
                    <a:cubicBezTo>
                      <a:pt x="8911" y="2266"/>
                      <a:pt x="8947" y="2592"/>
                      <a:pt x="8983" y="2954"/>
                    </a:cubicBezTo>
                    <a:cubicBezTo>
                      <a:pt x="8983" y="3099"/>
                      <a:pt x="8983" y="3280"/>
                      <a:pt x="8983" y="3461"/>
                    </a:cubicBezTo>
                    <a:lnTo>
                      <a:pt x="8983" y="3534"/>
                    </a:lnTo>
                    <a:lnTo>
                      <a:pt x="8983" y="3570"/>
                    </a:lnTo>
                    <a:cubicBezTo>
                      <a:pt x="8947" y="3643"/>
                      <a:pt x="8947" y="3751"/>
                      <a:pt x="8911" y="3824"/>
                    </a:cubicBezTo>
                    <a:cubicBezTo>
                      <a:pt x="8875" y="4005"/>
                      <a:pt x="8839" y="4150"/>
                      <a:pt x="8802" y="4331"/>
                    </a:cubicBezTo>
                    <a:lnTo>
                      <a:pt x="8790" y="4355"/>
                    </a:lnTo>
                    <a:lnTo>
                      <a:pt x="8790" y="4355"/>
                    </a:lnTo>
                    <a:cubicBezTo>
                      <a:pt x="8791" y="4350"/>
                      <a:pt x="8792" y="4347"/>
                      <a:pt x="8791" y="4347"/>
                    </a:cubicBezTo>
                    <a:lnTo>
                      <a:pt x="8791" y="4347"/>
                    </a:lnTo>
                    <a:cubicBezTo>
                      <a:pt x="8790" y="4347"/>
                      <a:pt x="8783" y="4362"/>
                      <a:pt x="8766" y="4403"/>
                    </a:cubicBezTo>
                    <a:cubicBezTo>
                      <a:pt x="8730" y="4476"/>
                      <a:pt x="8694" y="4584"/>
                      <a:pt x="8657" y="4657"/>
                    </a:cubicBezTo>
                    <a:cubicBezTo>
                      <a:pt x="8621" y="4729"/>
                      <a:pt x="8585" y="4802"/>
                      <a:pt x="8549" y="4874"/>
                    </a:cubicBezTo>
                    <a:cubicBezTo>
                      <a:pt x="8549" y="4874"/>
                      <a:pt x="8549" y="4874"/>
                      <a:pt x="8549" y="4874"/>
                    </a:cubicBezTo>
                    <a:lnTo>
                      <a:pt x="8549" y="4874"/>
                    </a:lnTo>
                    <a:lnTo>
                      <a:pt x="8513" y="4910"/>
                    </a:lnTo>
                    <a:cubicBezTo>
                      <a:pt x="8476" y="4983"/>
                      <a:pt x="8440" y="5055"/>
                      <a:pt x="8368" y="5128"/>
                    </a:cubicBezTo>
                    <a:cubicBezTo>
                      <a:pt x="8359" y="5136"/>
                      <a:pt x="8342" y="5155"/>
                      <a:pt x="8322" y="5177"/>
                    </a:cubicBezTo>
                    <a:lnTo>
                      <a:pt x="8322" y="5177"/>
                    </a:lnTo>
                    <a:cubicBezTo>
                      <a:pt x="8325" y="5173"/>
                      <a:pt x="8328" y="5168"/>
                      <a:pt x="8331" y="5164"/>
                    </a:cubicBezTo>
                    <a:lnTo>
                      <a:pt x="8331" y="5164"/>
                    </a:lnTo>
                    <a:cubicBezTo>
                      <a:pt x="8261" y="5246"/>
                      <a:pt x="8236" y="5275"/>
                      <a:pt x="8236" y="5275"/>
                    </a:cubicBezTo>
                    <a:cubicBezTo>
                      <a:pt x="8236" y="5275"/>
                      <a:pt x="8283" y="5221"/>
                      <a:pt x="8322" y="5177"/>
                    </a:cubicBezTo>
                    <a:lnTo>
                      <a:pt x="8322" y="5177"/>
                    </a:lnTo>
                    <a:cubicBezTo>
                      <a:pt x="8250" y="5281"/>
                      <a:pt x="8147" y="5384"/>
                      <a:pt x="8078" y="5454"/>
                    </a:cubicBezTo>
                    <a:lnTo>
                      <a:pt x="7897" y="5635"/>
                    </a:lnTo>
                    <a:cubicBezTo>
                      <a:pt x="7882" y="5649"/>
                      <a:pt x="7855" y="5664"/>
                      <a:pt x="7846" y="5664"/>
                    </a:cubicBezTo>
                    <a:cubicBezTo>
                      <a:pt x="7837" y="5664"/>
                      <a:pt x="7844" y="5650"/>
                      <a:pt x="7897" y="5608"/>
                    </a:cubicBezTo>
                    <a:lnTo>
                      <a:pt x="7897" y="5608"/>
                    </a:lnTo>
                    <a:lnTo>
                      <a:pt x="7861" y="5635"/>
                    </a:lnTo>
                    <a:cubicBezTo>
                      <a:pt x="7643" y="5816"/>
                      <a:pt x="7426" y="5961"/>
                      <a:pt x="7209" y="6069"/>
                    </a:cubicBezTo>
                    <a:cubicBezTo>
                      <a:pt x="6846" y="6323"/>
                      <a:pt x="6448" y="6540"/>
                      <a:pt x="6086" y="6794"/>
                    </a:cubicBezTo>
                    <a:cubicBezTo>
                      <a:pt x="5639" y="7129"/>
                      <a:pt x="5321" y="7593"/>
                      <a:pt x="5166" y="8104"/>
                    </a:cubicBezTo>
                    <a:lnTo>
                      <a:pt x="5166" y="8104"/>
                    </a:lnTo>
                    <a:cubicBezTo>
                      <a:pt x="5101" y="8016"/>
                      <a:pt x="5003" y="7949"/>
                      <a:pt x="4890" y="7917"/>
                    </a:cubicBezTo>
                    <a:cubicBezTo>
                      <a:pt x="4863" y="7903"/>
                      <a:pt x="4835" y="7897"/>
                      <a:pt x="4806" y="7897"/>
                    </a:cubicBezTo>
                    <a:cubicBezTo>
                      <a:pt x="4786" y="7897"/>
                      <a:pt x="4766" y="7900"/>
                      <a:pt x="4745" y="7905"/>
                    </a:cubicBezTo>
                    <a:lnTo>
                      <a:pt x="4745" y="7905"/>
                    </a:lnTo>
                    <a:cubicBezTo>
                      <a:pt x="4687" y="7535"/>
                      <a:pt x="4301" y="7260"/>
                      <a:pt x="4021" y="7011"/>
                    </a:cubicBezTo>
                    <a:cubicBezTo>
                      <a:pt x="3731" y="6830"/>
                      <a:pt x="3514" y="6613"/>
                      <a:pt x="3260" y="6395"/>
                    </a:cubicBezTo>
                    <a:cubicBezTo>
                      <a:pt x="2971" y="6142"/>
                      <a:pt x="2717" y="5888"/>
                      <a:pt x="2464" y="5598"/>
                    </a:cubicBezTo>
                    <a:cubicBezTo>
                      <a:pt x="1956" y="4946"/>
                      <a:pt x="1594" y="4186"/>
                      <a:pt x="1449" y="3353"/>
                    </a:cubicBezTo>
                    <a:lnTo>
                      <a:pt x="1449" y="3317"/>
                    </a:lnTo>
                    <a:lnTo>
                      <a:pt x="1449" y="3280"/>
                    </a:lnTo>
                    <a:lnTo>
                      <a:pt x="1449" y="3135"/>
                    </a:lnTo>
                    <a:cubicBezTo>
                      <a:pt x="1449" y="3027"/>
                      <a:pt x="1449" y="2918"/>
                      <a:pt x="1413" y="2809"/>
                    </a:cubicBezTo>
                    <a:lnTo>
                      <a:pt x="1413" y="2157"/>
                    </a:lnTo>
                    <a:cubicBezTo>
                      <a:pt x="1413" y="2085"/>
                      <a:pt x="1413" y="1976"/>
                      <a:pt x="1449" y="1868"/>
                    </a:cubicBezTo>
                    <a:cubicBezTo>
                      <a:pt x="1456" y="1849"/>
                      <a:pt x="1460" y="1837"/>
                      <a:pt x="1462" y="1832"/>
                    </a:cubicBezTo>
                    <a:lnTo>
                      <a:pt x="1462" y="1832"/>
                    </a:lnTo>
                    <a:cubicBezTo>
                      <a:pt x="1455" y="1863"/>
                      <a:pt x="1449" y="1889"/>
                      <a:pt x="1449" y="1904"/>
                    </a:cubicBezTo>
                    <a:cubicBezTo>
                      <a:pt x="1449" y="1904"/>
                      <a:pt x="1469" y="1827"/>
                      <a:pt x="1465" y="1827"/>
                    </a:cubicBezTo>
                    <a:lnTo>
                      <a:pt x="1465" y="1827"/>
                    </a:lnTo>
                    <a:cubicBezTo>
                      <a:pt x="1465" y="1827"/>
                      <a:pt x="1464" y="1829"/>
                      <a:pt x="1462" y="1832"/>
                    </a:cubicBezTo>
                    <a:lnTo>
                      <a:pt x="1462" y="1832"/>
                    </a:lnTo>
                    <a:cubicBezTo>
                      <a:pt x="1471" y="1792"/>
                      <a:pt x="1482" y="1744"/>
                      <a:pt x="1485" y="1704"/>
                    </a:cubicBezTo>
                    <a:lnTo>
                      <a:pt x="1485" y="1704"/>
                    </a:lnTo>
                    <a:cubicBezTo>
                      <a:pt x="1560" y="1686"/>
                      <a:pt x="1632" y="1668"/>
                      <a:pt x="1703" y="1650"/>
                    </a:cubicBezTo>
                    <a:lnTo>
                      <a:pt x="1956" y="1614"/>
                    </a:lnTo>
                    <a:lnTo>
                      <a:pt x="2138" y="1614"/>
                    </a:lnTo>
                    <a:cubicBezTo>
                      <a:pt x="3079" y="1505"/>
                      <a:pt x="4094" y="1469"/>
                      <a:pt x="5071" y="1469"/>
                    </a:cubicBezTo>
                    <a:close/>
                    <a:moveTo>
                      <a:pt x="4069" y="8472"/>
                    </a:moveTo>
                    <a:cubicBezTo>
                      <a:pt x="4065" y="8480"/>
                      <a:pt x="4061" y="8488"/>
                      <a:pt x="4057" y="8496"/>
                    </a:cubicBezTo>
                    <a:lnTo>
                      <a:pt x="4040" y="8496"/>
                    </a:lnTo>
                    <a:cubicBezTo>
                      <a:pt x="4052" y="8486"/>
                      <a:pt x="4062" y="8478"/>
                      <a:pt x="4069" y="8472"/>
                    </a:cubicBezTo>
                    <a:close/>
                    <a:moveTo>
                      <a:pt x="5149" y="8736"/>
                    </a:moveTo>
                    <a:cubicBezTo>
                      <a:pt x="5149" y="8736"/>
                      <a:pt x="5147" y="8741"/>
                      <a:pt x="5143" y="8751"/>
                    </a:cubicBezTo>
                    <a:lnTo>
                      <a:pt x="5143" y="8751"/>
                    </a:lnTo>
                    <a:cubicBezTo>
                      <a:pt x="5145" y="8746"/>
                      <a:pt x="5146" y="8741"/>
                      <a:pt x="5148" y="8737"/>
                    </a:cubicBezTo>
                    <a:lnTo>
                      <a:pt x="5148" y="8737"/>
                    </a:lnTo>
                    <a:cubicBezTo>
                      <a:pt x="5148" y="8736"/>
                      <a:pt x="5149" y="8736"/>
                      <a:pt x="5149" y="8736"/>
                    </a:cubicBezTo>
                    <a:close/>
                    <a:moveTo>
                      <a:pt x="5476" y="8924"/>
                    </a:moveTo>
                    <a:lnTo>
                      <a:pt x="5470" y="8931"/>
                    </a:lnTo>
                    <a:lnTo>
                      <a:pt x="5434" y="8931"/>
                    </a:lnTo>
                    <a:cubicBezTo>
                      <a:pt x="5448" y="8929"/>
                      <a:pt x="5462" y="8927"/>
                      <a:pt x="5476" y="8924"/>
                    </a:cubicBezTo>
                    <a:close/>
                    <a:moveTo>
                      <a:pt x="1954" y="11507"/>
                    </a:moveTo>
                    <a:cubicBezTo>
                      <a:pt x="1938" y="11525"/>
                      <a:pt x="1926" y="11543"/>
                      <a:pt x="1922" y="11561"/>
                    </a:cubicBezTo>
                    <a:lnTo>
                      <a:pt x="1922" y="11561"/>
                    </a:lnTo>
                    <a:cubicBezTo>
                      <a:pt x="1934" y="11539"/>
                      <a:pt x="1948" y="11517"/>
                      <a:pt x="1954" y="11507"/>
                    </a:cubicBezTo>
                    <a:close/>
                    <a:moveTo>
                      <a:pt x="1922" y="11561"/>
                    </a:moveTo>
                    <a:cubicBezTo>
                      <a:pt x="1907" y="11586"/>
                      <a:pt x="1894" y="11610"/>
                      <a:pt x="1895" y="11610"/>
                    </a:cubicBezTo>
                    <a:cubicBezTo>
                      <a:pt x="1896" y="11610"/>
                      <a:pt x="1904" y="11600"/>
                      <a:pt x="1920" y="11575"/>
                    </a:cubicBezTo>
                    <a:cubicBezTo>
                      <a:pt x="1920" y="11570"/>
                      <a:pt x="1921" y="11566"/>
                      <a:pt x="1922" y="11561"/>
                    </a:cubicBezTo>
                    <a:close/>
                    <a:moveTo>
                      <a:pt x="9353" y="14610"/>
                    </a:moveTo>
                    <a:lnTo>
                      <a:pt x="9309" y="14654"/>
                    </a:lnTo>
                    <a:cubicBezTo>
                      <a:pt x="9302" y="14654"/>
                      <a:pt x="9295" y="14654"/>
                      <a:pt x="9287" y="14655"/>
                    </a:cubicBezTo>
                    <a:lnTo>
                      <a:pt x="9287" y="14655"/>
                    </a:lnTo>
                    <a:cubicBezTo>
                      <a:pt x="9291" y="14651"/>
                      <a:pt x="9293" y="14648"/>
                      <a:pt x="9295" y="14646"/>
                    </a:cubicBezTo>
                    <a:lnTo>
                      <a:pt x="9295" y="14646"/>
                    </a:lnTo>
                    <a:cubicBezTo>
                      <a:pt x="9312" y="14635"/>
                      <a:pt x="9333" y="14622"/>
                      <a:pt x="9353" y="14610"/>
                    </a:cubicBezTo>
                    <a:close/>
                    <a:moveTo>
                      <a:pt x="5100" y="8817"/>
                    </a:moveTo>
                    <a:cubicBezTo>
                      <a:pt x="5102" y="8821"/>
                      <a:pt x="5103" y="8826"/>
                      <a:pt x="5104" y="8830"/>
                    </a:cubicBezTo>
                    <a:lnTo>
                      <a:pt x="5104" y="8830"/>
                    </a:lnTo>
                    <a:cubicBezTo>
                      <a:pt x="5094" y="8849"/>
                      <a:pt x="5084" y="8870"/>
                      <a:pt x="5071" y="8895"/>
                    </a:cubicBezTo>
                    <a:cubicBezTo>
                      <a:pt x="5084" y="8876"/>
                      <a:pt x="5095" y="8857"/>
                      <a:pt x="5105" y="8836"/>
                    </a:cubicBezTo>
                    <a:lnTo>
                      <a:pt x="5105" y="8836"/>
                    </a:lnTo>
                    <a:cubicBezTo>
                      <a:pt x="5171" y="9089"/>
                      <a:pt x="5326" y="9312"/>
                      <a:pt x="5542" y="9474"/>
                    </a:cubicBezTo>
                    <a:cubicBezTo>
                      <a:pt x="5905" y="9728"/>
                      <a:pt x="6267" y="9981"/>
                      <a:pt x="6629" y="10162"/>
                    </a:cubicBezTo>
                    <a:lnTo>
                      <a:pt x="6520" y="10090"/>
                    </a:lnTo>
                    <a:lnTo>
                      <a:pt x="6520" y="10090"/>
                    </a:lnTo>
                    <a:cubicBezTo>
                      <a:pt x="7209" y="10525"/>
                      <a:pt x="7824" y="11104"/>
                      <a:pt x="8331" y="11829"/>
                    </a:cubicBezTo>
                    <a:lnTo>
                      <a:pt x="8223" y="11684"/>
                    </a:lnTo>
                    <a:lnTo>
                      <a:pt x="8223" y="11684"/>
                    </a:lnTo>
                    <a:cubicBezTo>
                      <a:pt x="8585" y="12227"/>
                      <a:pt x="8802" y="12843"/>
                      <a:pt x="8911" y="13458"/>
                    </a:cubicBezTo>
                    <a:lnTo>
                      <a:pt x="8911" y="13314"/>
                    </a:lnTo>
                    <a:cubicBezTo>
                      <a:pt x="8947" y="13603"/>
                      <a:pt x="8983" y="13893"/>
                      <a:pt x="8983" y="14183"/>
                    </a:cubicBezTo>
                    <a:lnTo>
                      <a:pt x="8983" y="14618"/>
                    </a:lnTo>
                    <a:cubicBezTo>
                      <a:pt x="8983" y="14636"/>
                      <a:pt x="8983" y="14655"/>
                      <a:pt x="8983" y="14674"/>
                    </a:cubicBezTo>
                    <a:lnTo>
                      <a:pt x="8983" y="14674"/>
                    </a:lnTo>
                    <a:cubicBezTo>
                      <a:pt x="8760" y="14733"/>
                      <a:pt x="8560" y="14766"/>
                      <a:pt x="8331" y="14799"/>
                    </a:cubicBezTo>
                    <a:lnTo>
                      <a:pt x="8042" y="14799"/>
                    </a:lnTo>
                    <a:lnTo>
                      <a:pt x="7535" y="14835"/>
                    </a:lnTo>
                    <a:cubicBezTo>
                      <a:pt x="7209" y="14871"/>
                      <a:pt x="6846" y="14871"/>
                      <a:pt x="6520" y="14907"/>
                    </a:cubicBezTo>
                    <a:lnTo>
                      <a:pt x="4347" y="14907"/>
                    </a:lnTo>
                    <a:cubicBezTo>
                      <a:pt x="3659" y="14871"/>
                      <a:pt x="2971" y="14799"/>
                      <a:pt x="2282" y="14690"/>
                    </a:cubicBezTo>
                    <a:lnTo>
                      <a:pt x="2282" y="14690"/>
                    </a:lnTo>
                    <a:lnTo>
                      <a:pt x="2427" y="14726"/>
                    </a:lnTo>
                    <a:cubicBezTo>
                      <a:pt x="2134" y="14694"/>
                      <a:pt x="1870" y="14632"/>
                      <a:pt x="1636" y="14514"/>
                    </a:cubicBezTo>
                    <a:lnTo>
                      <a:pt x="1636" y="14514"/>
                    </a:lnTo>
                    <a:cubicBezTo>
                      <a:pt x="1627" y="14505"/>
                      <a:pt x="1618" y="14496"/>
                      <a:pt x="1608" y="14487"/>
                    </a:cubicBezTo>
                    <a:lnTo>
                      <a:pt x="1608" y="14487"/>
                    </a:lnTo>
                    <a:cubicBezTo>
                      <a:pt x="1594" y="14434"/>
                      <a:pt x="1594" y="14381"/>
                      <a:pt x="1594" y="14328"/>
                    </a:cubicBezTo>
                    <a:lnTo>
                      <a:pt x="1594" y="14473"/>
                    </a:lnTo>
                    <a:cubicBezTo>
                      <a:pt x="1558" y="14147"/>
                      <a:pt x="1522" y="13821"/>
                      <a:pt x="1522" y="13458"/>
                    </a:cubicBezTo>
                    <a:lnTo>
                      <a:pt x="1522" y="12951"/>
                    </a:lnTo>
                    <a:cubicBezTo>
                      <a:pt x="1522" y="12915"/>
                      <a:pt x="1522" y="12879"/>
                      <a:pt x="1522" y="12843"/>
                    </a:cubicBezTo>
                    <a:cubicBezTo>
                      <a:pt x="1522" y="12734"/>
                      <a:pt x="1522" y="12662"/>
                      <a:pt x="1558" y="12553"/>
                    </a:cubicBezTo>
                    <a:cubicBezTo>
                      <a:pt x="1594" y="12408"/>
                      <a:pt x="1630" y="12227"/>
                      <a:pt x="1667" y="12082"/>
                    </a:cubicBezTo>
                    <a:cubicBezTo>
                      <a:pt x="1690" y="12059"/>
                      <a:pt x="1698" y="12036"/>
                      <a:pt x="1701" y="12013"/>
                    </a:cubicBezTo>
                    <a:lnTo>
                      <a:pt x="1701" y="12013"/>
                    </a:lnTo>
                    <a:cubicBezTo>
                      <a:pt x="1702" y="12012"/>
                      <a:pt x="1702" y="12011"/>
                      <a:pt x="1703" y="12010"/>
                    </a:cubicBezTo>
                    <a:cubicBezTo>
                      <a:pt x="1775" y="11865"/>
                      <a:pt x="1775" y="11829"/>
                      <a:pt x="1812" y="11756"/>
                    </a:cubicBezTo>
                    <a:cubicBezTo>
                      <a:pt x="1848" y="11684"/>
                      <a:pt x="1884" y="11575"/>
                      <a:pt x="1956" y="11503"/>
                    </a:cubicBezTo>
                    <a:lnTo>
                      <a:pt x="1956" y="11503"/>
                    </a:lnTo>
                    <a:cubicBezTo>
                      <a:pt x="1956" y="11503"/>
                      <a:pt x="1955" y="11504"/>
                      <a:pt x="1954" y="11507"/>
                    </a:cubicBezTo>
                    <a:lnTo>
                      <a:pt x="1954" y="11507"/>
                    </a:lnTo>
                    <a:cubicBezTo>
                      <a:pt x="1965" y="11494"/>
                      <a:pt x="1979" y="11480"/>
                      <a:pt x="1993" y="11466"/>
                    </a:cubicBezTo>
                    <a:lnTo>
                      <a:pt x="2101" y="11285"/>
                    </a:lnTo>
                    <a:cubicBezTo>
                      <a:pt x="2120" y="11267"/>
                      <a:pt x="2145" y="11239"/>
                      <a:pt x="2169" y="11212"/>
                    </a:cubicBezTo>
                    <a:lnTo>
                      <a:pt x="2169" y="11212"/>
                    </a:lnTo>
                    <a:cubicBezTo>
                      <a:pt x="2160" y="11223"/>
                      <a:pt x="2149" y="11235"/>
                      <a:pt x="2138" y="11249"/>
                    </a:cubicBezTo>
                    <a:cubicBezTo>
                      <a:pt x="2246" y="11140"/>
                      <a:pt x="2355" y="11032"/>
                      <a:pt x="2464" y="10923"/>
                    </a:cubicBezTo>
                    <a:lnTo>
                      <a:pt x="2608" y="10778"/>
                    </a:lnTo>
                    <a:cubicBezTo>
                      <a:pt x="2826" y="10597"/>
                      <a:pt x="3043" y="10452"/>
                      <a:pt x="3260" y="10307"/>
                    </a:cubicBezTo>
                    <a:cubicBezTo>
                      <a:pt x="3659" y="10090"/>
                      <a:pt x="4021" y="9836"/>
                      <a:pt x="4383" y="9583"/>
                    </a:cubicBezTo>
                    <a:cubicBezTo>
                      <a:pt x="4528" y="9474"/>
                      <a:pt x="4673" y="9365"/>
                      <a:pt x="4782" y="9221"/>
                    </a:cubicBezTo>
                    <a:cubicBezTo>
                      <a:pt x="4854" y="9148"/>
                      <a:pt x="4927" y="9040"/>
                      <a:pt x="4999" y="8967"/>
                    </a:cubicBezTo>
                    <a:cubicBezTo>
                      <a:pt x="5035" y="8931"/>
                      <a:pt x="5035" y="8931"/>
                      <a:pt x="5035" y="8931"/>
                    </a:cubicBezTo>
                    <a:cubicBezTo>
                      <a:pt x="5062" y="8884"/>
                      <a:pt x="5083" y="8846"/>
                      <a:pt x="5100" y="8817"/>
                    </a:cubicBezTo>
                    <a:close/>
                    <a:moveTo>
                      <a:pt x="8955" y="15039"/>
                    </a:moveTo>
                    <a:cubicBezTo>
                      <a:pt x="8952" y="15052"/>
                      <a:pt x="8947" y="15075"/>
                      <a:pt x="8947" y="15088"/>
                    </a:cubicBezTo>
                    <a:cubicBezTo>
                      <a:pt x="8944" y="15088"/>
                      <a:pt x="8939" y="15091"/>
                      <a:pt x="8933" y="15095"/>
                    </a:cubicBezTo>
                    <a:lnTo>
                      <a:pt x="8933" y="15095"/>
                    </a:lnTo>
                    <a:cubicBezTo>
                      <a:pt x="8941" y="15071"/>
                      <a:pt x="8946" y="15055"/>
                      <a:pt x="8950" y="15045"/>
                    </a:cubicBezTo>
                    <a:lnTo>
                      <a:pt x="8950" y="15045"/>
                    </a:lnTo>
                    <a:cubicBezTo>
                      <a:pt x="8951" y="15043"/>
                      <a:pt x="8953" y="15041"/>
                      <a:pt x="8955" y="15039"/>
                    </a:cubicBezTo>
                    <a:close/>
                    <a:moveTo>
                      <a:pt x="8922" y="15080"/>
                    </a:moveTo>
                    <a:lnTo>
                      <a:pt x="8919" y="15107"/>
                    </a:lnTo>
                    <a:lnTo>
                      <a:pt x="8919" y="15107"/>
                    </a:lnTo>
                    <a:cubicBezTo>
                      <a:pt x="8889" y="15132"/>
                      <a:pt x="8851" y="15177"/>
                      <a:pt x="8850" y="15177"/>
                    </a:cubicBezTo>
                    <a:cubicBezTo>
                      <a:pt x="8848" y="15177"/>
                      <a:pt x="8867" y="15153"/>
                      <a:pt x="8922" y="15080"/>
                    </a:cubicBezTo>
                    <a:close/>
                    <a:moveTo>
                      <a:pt x="8911" y="15161"/>
                    </a:moveTo>
                    <a:cubicBezTo>
                      <a:pt x="8911" y="15184"/>
                      <a:pt x="8882" y="15250"/>
                      <a:pt x="8879" y="15250"/>
                    </a:cubicBezTo>
                    <a:cubicBezTo>
                      <a:pt x="8877" y="15250"/>
                      <a:pt x="8884" y="15228"/>
                      <a:pt x="8911" y="15161"/>
                    </a:cubicBezTo>
                    <a:close/>
                    <a:moveTo>
                      <a:pt x="5625" y="1"/>
                    </a:moveTo>
                    <a:cubicBezTo>
                      <a:pt x="4918" y="1"/>
                      <a:pt x="4213" y="29"/>
                      <a:pt x="3514" y="93"/>
                    </a:cubicBezTo>
                    <a:cubicBezTo>
                      <a:pt x="2862" y="93"/>
                      <a:pt x="2174" y="202"/>
                      <a:pt x="1558" y="383"/>
                    </a:cubicBezTo>
                    <a:cubicBezTo>
                      <a:pt x="1160" y="455"/>
                      <a:pt x="834" y="636"/>
                      <a:pt x="580" y="890"/>
                    </a:cubicBezTo>
                    <a:cubicBezTo>
                      <a:pt x="363" y="1071"/>
                      <a:pt x="254" y="1288"/>
                      <a:pt x="182" y="1542"/>
                    </a:cubicBezTo>
                    <a:cubicBezTo>
                      <a:pt x="73" y="1868"/>
                      <a:pt x="37" y="2230"/>
                      <a:pt x="37" y="2592"/>
                    </a:cubicBezTo>
                    <a:cubicBezTo>
                      <a:pt x="37" y="3244"/>
                      <a:pt x="145" y="3932"/>
                      <a:pt x="399" y="4548"/>
                    </a:cubicBezTo>
                    <a:cubicBezTo>
                      <a:pt x="471" y="4693"/>
                      <a:pt x="508" y="4838"/>
                      <a:pt x="580" y="4983"/>
                    </a:cubicBezTo>
                    <a:cubicBezTo>
                      <a:pt x="689" y="5164"/>
                      <a:pt x="797" y="5345"/>
                      <a:pt x="870" y="5454"/>
                    </a:cubicBezTo>
                    <a:cubicBezTo>
                      <a:pt x="1051" y="5743"/>
                      <a:pt x="1268" y="5997"/>
                      <a:pt x="1522" y="6250"/>
                    </a:cubicBezTo>
                    <a:cubicBezTo>
                      <a:pt x="1993" y="6685"/>
                      <a:pt x="2536" y="7011"/>
                      <a:pt x="3116" y="7265"/>
                    </a:cubicBezTo>
                    <a:cubicBezTo>
                      <a:pt x="3514" y="7410"/>
                      <a:pt x="3912" y="7627"/>
                      <a:pt x="4275" y="7880"/>
                    </a:cubicBezTo>
                    <a:cubicBezTo>
                      <a:pt x="4344" y="7950"/>
                      <a:pt x="4414" y="8020"/>
                      <a:pt x="4455" y="8099"/>
                    </a:cubicBezTo>
                    <a:lnTo>
                      <a:pt x="4455" y="8099"/>
                    </a:lnTo>
                    <a:lnTo>
                      <a:pt x="4419" y="8134"/>
                    </a:lnTo>
                    <a:cubicBezTo>
                      <a:pt x="4418" y="8137"/>
                      <a:pt x="4417" y="8140"/>
                      <a:pt x="4416" y="8142"/>
                    </a:cubicBezTo>
                    <a:lnTo>
                      <a:pt x="4416" y="8142"/>
                    </a:lnTo>
                    <a:cubicBezTo>
                      <a:pt x="4285" y="8219"/>
                      <a:pt x="4168" y="8313"/>
                      <a:pt x="4068" y="8434"/>
                    </a:cubicBezTo>
                    <a:lnTo>
                      <a:pt x="4068" y="8434"/>
                    </a:lnTo>
                    <a:cubicBezTo>
                      <a:pt x="4077" y="8427"/>
                      <a:pt x="4082" y="8424"/>
                      <a:pt x="4084" y="8424"/>
                    </a:cubicBezTo>
                    <a:cubicBezTo>
                      <a:pt x="4091" y="8424"/>
                      <a:pt x="4083" y="8442"/>
                      <a:pt x="4072" y="8466"/>
                    </a:cubicBezTo>
                    <a:lnTo>
                      <a:pt x="4072" y="8466"/>
                    </a:lnTo>
                    <a:cubicBezTo>
                      <a:pt x="4059" y="8475"/>
                      <a:pt x="4040" y="8487"/>
                      <a:pt x="4021" y="8496"/>
                    </a:cubicBezTo>
                    <a:cubicBezTo>
                      <a:pt x="4036" y="8475"/>
                      <a:pt x="4052" y="8454"/>
                      <a:pt x="4068" y="8434"/>
                    </a:cubicBezTo>
                    <a:lnTo>
                      <a:pt x="4068" y="8434"/>
                    </a:lnTo>
                    <a:cubicBezTo>
                      <a:pt x="4049" y="8452"/>
                      <a:pt x="4012" y="8492"/>
                      <a:pt x="3949" y="8569"/>
                    </a:cubicBezTo>
                    <a:cubicBezTo>
                      <a:pt x="3623" y="8822"/>
                      <a:pt x="3260" y="9040"/>
                      <a:pt x="2898" y="9257"/>
                    </a:cubicBezTo>
                    <a:cubicBezTo>
                      <a:pt x="2391" y="9547"/>
                      <a:pt x="1956" y="9909"/>
                      <a:pt x="1522" y="10343"/>
                    </a:cubicBezTo>
                    <a:cubicBezTo>
                      <a:pt x="978" y="10923"/>
                      <a:pt x="580" y="11611"/>
                      <a:pt x="326" y="12336"/>
                    </a:cubicBezTo>
                    <a:cubicBezTo>
                      <a:pt x="109" y="12988"/>
                      <a:pt x="0" y="13676"/>
                      <a:pt x="37" y="14364"/>
                    </a:cubicBezTo>
                    <a:cubicBezTo>
                      <a:pt x="73" y="14726"/>
                      <a:pt x="109" y="15052"/>
                      <a:pt x="182" y="15414"/>
                    </a:cubicBezTo>
                    <a:cubicBezTo>
                      <a:pt x="218" y="15523"/>
                      <a:pt x="254" y="15632"/>
                      <a:pt x="326" y="15740"/>
                    </a:cubicBezTo>
                    <a:cubicBezTo>
                      <a:pt x="508" y="15849"/>
                      <a:pt x="689" y="15958"/>
                      <a:pt x="870" y="15994"/>
                    </a:cubicBezTo>
                    <a:cubicBezTo>
                      <a:pt x="1160" y="16066"/>
                      <a:pt x="1413" y="16139"/>
                      <a:pt x="1703" y="16175"/>
                    </a:cubicBezTo>
                    <a:cubicBezTo>
                      <a:pt x="2391" y="16284"/>
                      <a:pt x="3079" y="16356"/>
                      <a:pt x="3768" y="16356"/>
                    </a:cubicBezTo>
                    <a:cubicBezTo>
                      <a:pt x="4166" y="16374"/>
                      <a:pt x="4564" y="16383"/>
                      <a:pt x="4963" y="16383"/>
                    </a:cubicBezTo>
                    <a:cubicBezTo>
                      <a:pt x="5361" y="16383"/>
                      <a:pt x="5760" y="16374"/>
                      <a:pt x="6158" y="16356"/>
                    </a:cubicBezTo>
                    <a:cubicBezTo>
                      <a:pt x="6883" y="16356"/>
                      <a:pt x="7607" y="16284"/>
                      <a:pt x="8331" y="16139"/>
                    </a:cubicBezTo>
                    <a:cubicBezTo>
                      <a:pt x="8911" y="16103"/>
                      <a:pt x="9490" y="15885"/>
                      <a:pt x="9925" y="15487"/>
                    </a:cubicBezTo>
                    <a:cubicBezTo>
                      <a:pt x="10142" y="15270"/>
                      <a:pt x="10287" y="15016"/>
                      <a:pt x="10324" y="14726"/>
                    </a:cubicBezTo>
                    <a:cubicBezTo>
                      <a:pt x="10396" y="14400"/>
                      <a:pt x="10432" y="14002"/>
                      <a:pt x="10468" y="13640"/>
                    </a:cubicBezTo>
                    <a:cubicBezTo>
                      <a:pt x="10468" y="12988"/>
                      <a:pt x="10396" y="12336"/>
                      <a:pt x="10179" y="11720"/>
                    </a:cubicBezTo>
                    <a:cubicBezTo>
                      <a:pt x="9961" y="11068"/>
                      <a:pt x="9635" y="10488"/>
                      <a:pt x="9201" y="9945"/>
                    </a:cubicBezTo>
                    <a:cubicBezTo>
                      <a:pt x="8802" y="9547"/>
                      <a:pt x="8331" y="9148"/>
                      <a:pt x="7861" y="8858"/>
                    </a:cubicBezTo>
                    <a:lnTo>
                      <a:pt x="7136" y="8388"/>
                    </a:lnTo>
                    <a:lnTo>
                      <a:pt x="7281" y="8460"/>
                    </a:lnTo>
                    <a:cubicBezTo>
                      <a:pt x="6991" y="8315"/>
                      <a:pt x="6738" y="8134"/>
                      <a:pt x="6557" y="7844"/>
                    </a:cubicBezTo>
                    <a:lnTo>
                      <a:pt x="6557" y="7844"/>
                    </a:lnTo>
                    <a:cubicBezTo>
                      <a:pt x="6557" y="7844"/>
                      <a:pt x="6557" y="7844"/>
                      <a:pt x="6557" y="7844"/>
                    </a:cubicBezTo>
                    <a:lnTo>
                      <a:pt x="6557" y="7844"/>
                    </a:lnTo>
                    <a:cubicBezTo>
                      <a:pt x="6557" y="7844"/>
                      <a:pt x="6557" y="7844"/>
                      <a:pt x="6557" y="7844"/>
                    </a:cubicBezTo>
                    <a:lnTo>
                      <a:pt x="6557" y="7844"/>
                    </a:lnTo>
                    <a:cubicBezTo>
                      <a:pt x="6557" y="7844"/>
                      <a:pt x="6557" y="7844"/>
                      <a:pt x="6557" y="7844"/>
                    </a:cubicBezTo>
                    <a:cubicBezTo>
                      <a:pt x="6548" y="7827"/>
                      <a:pt x="6539" y="7810"/>
                      <a:pt x="6531" y="7793"/>
                    </a:cubicBezTo>
                    <a:lnTo>
                      <a:pt x="6531" y="7793"/>
                    </a:lnTo>
                    <a:cubicBezTo>
                      <a:pt x="6529" y="7794"/>
                      <a:pt x="6528" y="7796"/>
                      <a:pt x="6527" y="7797"/>
                    </a:cubicBezTo>
                    <a:lnTo>
                      <a:pt x="6527" y="7797"/>
                    </a:lnTo>
                    <a:lnTo>
                      <a:pt x="6526" y="7795"/>
                    </a:lnTo>
                    <a:lnTo>
                      <a:pt x="6520" y="7799"/>
                    </a:lnTo>
                    <a:lnTo>
                      <a:pt x="6520" y="7799"/>
                    </a:lnTo>
                    <a:lnTo>
                      <a:pt x="6520" y="7799"/>
                    </a:lnTo>
                    <a:cubicBezTo>
                      <a:pt x="6522" y="7797"/>
                      <a:pt x="6524" y="7796"/>
                      <a:pt x="6526" y="7795"/>
                    </a:cubicBezTo>
                    <a:lnTo>
                      <a:pt x="6526" y="7795"/>
                    </a:lnTo>
                    <a:lnTo>
                      <a:pt x="6526" y="7795"/>
                    </a:lnTo>
                    <a:lnTo>
                      <a:pt x="6530" y="7792"/>
                    </a:lnTo>
                    <a:lnTo>
                      <a:pt x="6530" y="7792"/>
                    </a:lnTo>
                    <a:cubicBezTo>
                      <a:pt x="6530" y="7792"/>
                      <a:pt x="6531" y="7792"/>
                      <a:pt x="6531" y="7793"/>
                    </a:cubicBezTo>
                    <a:lnTo>
                      <a:pt x="6531" y="7793"/>
                    </a:lnTo>
                    <a:cubicBezTo>
                      <a:pt x="6532" y="7791"/>
                      <a:pt x="6533" y="7790"/>
                      <a:pt x="6534" y="7789"/>
                    </a:cubicBezTo>
                    <a:lnTo>
                      <a:pt x="6534" y="7789"/>
                    </a:lnTo>
                    <a:lnTo>
                      <a:pt x="6530" y="7792"/>
                    </a:lnTo>
                    <a:lnTo>
                      <a:pt x="6530" y="7792"/>
                    </a:lnTo>
                    <a:cubicBezTo>
                      <a:pt x="6530" y="7791"/>
                      <a:pt x="6530" y="7791"/>
                      <a:pt x="6530" y="7791"/>
                    </a:cubicBezTo>
                    <a:lnTo>
                      <a:pt x="6530" y="7791"/>
                    </a:lnTo>
                    <a:cubicBezTo>
                      <a:pt x="6529" y="7792"/>
                      <a:pt x="6527" y="7793"/>
                      <a:pt x="6526" y="7795"/>
                    </a:cubicBezTo>
                    <a:lnTo>
                      <a:pt x="6526" y="7795"/>
                    </a:lnTo>
                    <a:lnTo>
                      <a:pt x="6524" y="7786"/>
                    </a:lnTo>
                    <a:lnTo>
                      <a:pt x="6524" y="7786"/>
                    </a:lnTo>
                    <a:cubicBezTo>
                      <a:pt x="6523" y="7786"/>
                      <a:pt x="6522" y="7787"/>
                      <a:pt x="6520" y="7788"/>
                    </a:cubicBezTo>
                    <a:lnTo>
                      <a:pt x="6520" y="7788"/>
                    </a:lnTo>
                    <a:lnTo>
                      <a:pt x="6520" y="7780"/>
                    </a:lnTo>
                    <a:lnTo>
                      <a:pt x="6520" y="7780"/>
                    </a:lnTo>
                    <a:cubicBezTo>
                      <a:pt x="6521" y="7779"/>
                      <a:pt x="6521" y="7779"/>
                      <a:pt x="6522" y="7778"/>
                    </a:cubicBezTo>
                    <a:lnTo>
                      <a:pt x="6522" y="7778"/>
                    </a:lnTo>
                    <a:lnTo>
                      <a:pt x="6524" y="7786"/>
                    </a:lnTo>
                    <a:lnTo>
                      <a:pt x="6524" y="7786"/>
                    </a:lnTo>
                    <a:cubicBezTo>
                      <a:pt x="6525" y="7785"/>
                      <a:pt x="6526" y="7785"/>
                      <a:pt x="6527" y="7784"/>
                    </a:cubicBezTo>
                    <a:lnTo>
                      <a:pt x="6527" y="7784"/>
                    </a:lnTo>
                    <a:cubicBezTo>
                      <a:pt x="6528" y="7787"/>
                      <a:pt x="6529" y="7789"/>
                      <a:pt x="6530" y="7791"/>
                    </a:cubicBezTo>
                    <a:lnTo>
                      <a:pt x="6530" y="7791"/>
                    </a:lnTo>
                    <a:cubicBezTo>
                      <a:pt x="6532" y="7790"/>
                      <a:pt x="6533" y="7789"/>
                      <a:pt x="6534" y="7788"/>
                    </a:cubicBezTo>
                    <a:lnTo>
                      <a:pt x="6534" y="7788"/>
                    </a:lnTo>
                    <a:cubicBezTo>
                      <a:pt x="6534" y="7788"/>
                      <a:pt x="6534" y="7788"/>
                      <a:pt x="6534" y="7789"/>
                    </a:cubicBezTo>
                    <a:lnTo>
                      <a:pt x="6534" y="7789"/>
                    </a:lnTo>
                    <a:lnTo>
                      <a:pt x="6557" y="7772"/>
                    </a:lnTo>
                    <a:cubicBezTo>
                      <a:pt x="6560" y="7769"/>
                      <a:pt x="6562" y="7767"/>
                      <a:pt x="6565" y="7765"/>
                    </a:cubicBezTo>
                    <a:lnTo>
                      <a:pt x="6565" y="7765"/>
                    </a:lnTo>
                    <a:cubicBezTo>
                      <a:pt x="6558" y="7771"/>
                      <a:pt x="6548" y="7778"/>
                      <a:pt x="6534" y="7788"/>
                    </a:cubicBezTo>
                    <a:lnTo>
                      <a:pt x="6534" y="7788"/>
                    </a:lnTo>
                    <a:cubicBezTo>
                      <a:pt x="6541" y="7781"/>
                      <a:pt x="6545" y="7775"/>
                      <a:pt x="6549" y="7771"/>
                    </a:cubicBezTo>
                    <a:lnTo>
                      <a:pt x="6549" y="7771"/>
                    </a:lnTo>
                    <a:cubicBezTo>
                      <a:pt x="6542" y="7775"/>
                      <a:pt x="6534" y="7780"/>
                      <a:pt x="6527" y="7784"/>
                    </a:cubicBezTo>
                    <a:lnTo>
                      <a:pt x="6527" y="7784"/>
                    </a:lnTo>
                    <a:cubicBezTo>
                      <a:pt x="6525" y="7782"/>
                      <a:pt x="6524" y="7780"/>
                      <a:pt x="6523" y="7777"/>
                    </a:cubicBezTo>
                    <a:lnTo>
                      <a:pt x="6523" y="7777"/>
                    </a:lnTo>
                    <a:cubicBezTo>
                      <a:pt x="6538" y="7766"/>
                      <a:pt x="6550" y="7758"/>
                      <a:pt x="6554" y="7758"/>
                    </a:cubicBezTo>
                    <a:cubicBezTo>
                      <a:pt x="6557" y="7758"/>
                      <a:pt x="6555" y="7762"/>
                      <a:pt x="6549" y="7771"/>
                    </a:cubicBezTo>
                    <a:lnTo>
                      <a:pt x="6549" y="7771"/>
                    </a:lnTo>
                    <a:cubicBezTo>
                      <a:pt x="6568" y="7758"/>
                      <a:pt x="6584" y="7749"/>
                      <a:pt x="6585" y="7749"/>
                    </a:cubicBezTo>
                    <a:lnTo>
                      <a:pt x="6585" y="7749"/>
                    </a:lnTo>
                    <a:cubicBezTo>
                      <a:pt x="6585" y="7749"/>
                      <a:pt x="6585" y="7749"/>
                      <a:pt x="6583" y="7751"/>
                    </a:cubicBezTo>
                    <a:lnTo>
                      <a:pt x="6583" y="7751"/>
                    </a:lnTo>
                    <a:cubicBezTo>
                      <a:pt x="6938" y="7471"/>
                      <a:pt x="7327" y="7258"/>
                      <a:pt x="7716" y="7011"/>
                    </a:cubicBezTo>
                    <a:cubicBezTo>
                      <a:pt x="8983" y="6250"/>
                      <a:pt x="9889" y="5019"/>
                      <a:pt x="10287" y="3570"/>
                    </a:cubicBezTo>
                    <a:cubicBezTo>
                      <a:pt x="10432" y="2882"/>
                      <a:pt x="10468" y="2157"/>
                      <a:pt x="10360" y="1433"/>
                    </a:cubicBezTo>
                    <a:cubicBezTo>
                      <a:pt x="10360" y="1179"/>
                      <a:pt x="10287" y="926"/>
                      <a:pt x="10142" y="672"/>
                    </a:cubicBezTo>
                    <a:cubicBezTo>
                      <a:pt x="10070" y="600"/>
                      <a:pt x="9998" y="528"/>
                      <a:pt x="9889" y="491"/>
                    </a:cubicBezTo>
                    <a:cubicBezTo>
                      <a:pt x="9708" y="419"/>
                      <a:pt x="9527" y="346"/>
                      <a:pt x="9346" y="310"/>
                    </a:cubicBezTo>
                    <a:cubicBezTo>
                      <a:pt x="8983" y="238"/>
                      <a:pt x="8657" y="165"/>
                      <a:pt x="8331" y="129"/>
                    </a:cubicBezTo>
                    <a:cubicBezTo>
                      <a:pt x="7436" y="48"/>
                      <a:pt x="6530" y="1"/>
                      <a:pt x="5625"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2" name="Google Shape;1346;p31">
                <a:extLst>
                  <a:ext uri="{FF2B5EF4-FFF2-40B4-BE49-F238E27FC236}">
                    <a16:creationId xmlns:a16="http://schemas.microsoft.com/office/drawing/2014/main" id="{EC12ACD0-666E-4E44-48FE-C1FF74B59134}"/>
                  </a:ext>
                </a:extLst>
              </p:cNvPr>
              <p:cNvSpPr/>
              <p:nvPr/>
            </p:nvSpPr>
            <p:spPr>
              <a:xfrm>
                <a:off x="4844334" y="4447492"/>
                <a:ext cx="259762" cy="103459"/>
              </a:xfrm>
              <a:custGeom>
                <a:avLst/>
                <a:gdLst/>
                <a:ahLst/>
                <a:cxnLst/>
                <a:rect l="l" t="t" r="r" b="b"/>
                <a:pathLst>
                  <a:path w="11193" h="4458" extrusionOk="0">
                    <a:moveTo>
                      <a:pt x="1268" y="477"/>
                    </a:moveTo>
                    <a:lnTo>
                      <a:pt x="1268" y="477"/>
                    </a:lnTo>
                    <a:cubicBezTo>
                      <a:pt x="1270" y="477"/>
                      <a:pt x="1255" y="508"/>
                      <a:pt x="1204" y="594"/>
                    </a:cubicBezTo>
                    <a:lnTo>
                      <a:pt x="1204" y="594"/>
                    </a:lnTo>
                    <a:cubicBezTo>
                      <a:pt x="1218" y="568"/>
                      <a:pt x="1230" y="541"/>
                      <a:pt x="1243" y="516"/>
                    </a:cubicBezTo>
                    <a:lnTo>
                      <a:pt x="1243" y="516"/>
                    </a:lnTo>
                    <a:cubicBezTo>
                      <a:pt x="1255" y="493"/>
                      <a:pt x="1266" y="477"/>
                      <a:pt x="1268" y="477"/>
                    </a:cubicBezTo>
                    <a:close/>
                    <a:moveTo>
                      <a:pt x="1062" y="0"/>
                    </a:moveTo>
                    <a:cubicBezTo>
                      <a:pt x="1023" y="0"/>
                      <a:pt x="982" y="9"/>
                      <a:pt x="942" y="30"/>
                    </a:cubicBezTo>
                    <a:cubicBezTo>
                      <a:pt x="797" y="66"/>
                      <a:pt x="652" y="138"/>
                      <a:pt x="507" y="247"/>
                    </a:cubicBezTo>
                    <a:cubicBezTo>
                      <a:pt x="398" y="356"/>
                      <a:pt x="290" y="500"/>
                      <a:pt x="217" y="645"/>
                    </a:cubicBezTo>
                    <a:cubicBezTo>
                      <a:pt x="208" y="664"/>
                      <a:pt x="195" y="691"/>
                      <a:pt x="181" y="718"/>
                    </a:cubicBezTo>
                    <a:lnTo>
                      <a:pt x="181" y="718"/>
                    </a:lnTo>
                    <a:cubicBezTo>
                      <a:pt x="109" y="863"/>
                      <a:pt x="73" y="1080"/>
                      <a:pt x="181" y="1189"/>
                    </a:cubicBezTo>
                    <a:lnTo>
                      <a:pt x="190" y="1197"/>
                    </a:lnTo>
                    <a:lnTo>
                      <a:pt x="190" y="1197"/>
                    </a:lnTo>
                    <a:cubicBezTo>
                      <a:pt x="102" y="1593"/>
                      <a:pt x="69" y="1988"/>
                      <a:pt x="36" y="2384"/>
                    </a:cubicBezTo>
                    <a:cubicBezTo>
                      <a:pt x="36" y="2565"/>
                      <a:pt x="0" y="2746"/>
                      <a:pt x="0" y="2927"/>
                    </a:cubicBezTo>
                    <a:cubicBezTo>
                      <a:pt x="0" y="3067"/>
                      <a:pt x="0" y="3206"/>
                      <a:pt x="65" y="3314"/>
                    </a:cubicBezTo>
                    <a:lnTo>
                      <a:pt x="65" y="3314"/>
                    </a:lnTo>
                    <a:cubicBezTo>
                      <a:pt x="80" y="3344"/>
                      <a:pt x="100" y="3375"/>
                      <a:pt x="123" y="3404"/>
                    </a:cubicBezTo>
                    <a:lnTo>
                      <a:pt x="123" y="3404"/>
                    </a:lnTo>
                    <a:cubicBezTo>
                      <a:pt x="126" y="3438"/>
                      <a:pt x="133" y="3472"/>
                      <a:pt x="145" y="3507"/>
                    </a:cubicBezTo>
                    <a:cubicBezTo>
                      <a:pt x="145" y="3652"/>
                      <a:pt x="290" y="3724"/>
                      <a:pt x="398" y="3797"/>
                    </a:cubicBezTo>
                    <a:cubicBezTo>
                      <a:pt x="543" y="3869"/>
                      <a:pt x="688" y="3905"/>
                      <a:pt x="833" y="3978"/>
                    </a:cubicBezTo>
                    <a:cubicBezTo>
                      <a:pt x="1232" y="4086"/>
                      <a:pt x="1630" y="4159"/>
                      <a:pt x="2065" y="4231"/>
                    </a:cubicBezTo>
                    <a:cubicBezTo>
                      <a:pt x="3043" y="4376"/>
                      <a:pt x="4057" y="4449"/>
                      <a:pt x="5071" y="4449"/>
                    </a:cubicBezTo>
                    <a:cubicBezTo>
                      <a:pt x="5251" y="4455"/>
                      <a:pt x="5431" y="4458"/>
                      <a:pt x="5612" y="4458"/>
                    </a:cubicBezTo>
                    <a:cubicBezTo>
                      <a:pt x="6482" y="4458"/>
                      <a:pt x="7352" y="4388"/>
                      <a:pt x="8222" y="4267"/>
                    </a:cubicBezTo>
                    <a:cubicBezTo>
                      <a:pt x="8983" y="4195"/>
                      <a:pt x="9780" y="3942"/>
                      <a:pt x="10432" y="3543"/>
                    </a:cubicBezTo>
                    <a:cubicBezTo>
                      <a:pt x="10830" y="3290"/>
                      <a:pt x="11084" y="2855"/>
                      <a:pt x="11120" y="2420"/>
                    </a:cubicBezTo>
                    <a:cubicBezTo>
                      <a:pt x="11192" y="1768"/>
                      <a:pt x="11120" y="1152"/>
                      <a:pt x="10866" y="609"/>
                    </a:cubicBezTo>
                    <a:cubicBezTo>
                      <a:pt x="10830" y="537"/>
                      <a:pt x="10794" y="500"/>
                      <a:pt x="10794" y="428"/>
                    </a:cubicBezTo>
                    <a:cubicBezTo>
                      <a:pt x="10722" y="392"/>
                      <a:pt x="10685" y="319"/>
                      <a:pt x="10613" y="247"/>
                    </a:cubicBezTo>
                    <a:cubicBezTo>
                      <a:pt x="10559" y="211"/>
                      <a:pt x="10495" y="193"/>
                      <a:pt x="10432" y="193"/>
                    </a:cubicBezTo>
                    <a:cubicBezTo>
                      <a:pt x="10373" y="193"/>
                      <a:pt x="10315" y="208"/>
                      <a:pt x="10264" y="239"/>
                    </a:cubicBezTo>
                    <a:lnTo>
                      <a:pt x="10264" y="239"/>
                    </a:lnTo>
                    <a:lnTo>
                      <a:pt x="10214" y="247"/>
                    </a:lnTo>
                    <a:cubicBezTo>
                      <a:pt x="9997" y="283"/>
                      <a:pt x="9852" y="464"/>
                      <a:pt x="9852" y="682"/>
                    </a:cubicBezTo>
                    <a:cubicBezTo>
                      <a:pt x="9852" y="682"/>
                      <a:pt x="9852" y="682"/>
                      <a:pt x="9852" y="682"/>
                    </a:cubicBezTo>
                    <a:lnTo>
                      <a:pt x="9852" y="682"/>
                    </a:lnTo>
                    <a:cubicBezTo>
                      <a:pt x="9819" y="777"/>
                      <a:pt x="9831" y="886"/>
                      <a:pt x="9888" y="971"/>
                    </a:cubicBezTo>
                    <a:cubicBezTo>
                      <a:pt x="9888" y="981"/>
                      <a:pt x="9888" y="994"/>
                      <a:pt x="9888" y="1008"/>
                    </a:cubicBezTo>
                    <a:cubicBezTo>
                      <a:pt x="9925" y="1044"/>
                      <a:pt x="9925" y="1080"/>
                      <a:pt x="9925" y="1080"/>
                    </a:cubicBezTo>
                    <a:cubicBezTo>
                      <a:pt x="9961" y="1152"/>
                      <a:pt x="9997" y="1189"/>
                      <a:pt x="10033" y="1261"/>
                    </a:cubicBezTo>
                    <a:cubicBezTo>
                      <a:pt x="10070" y="1406"/>
                      <a:pt x="10106" y="1515"/>
                      <a:pt x="10142" y="1660"/>
                    </a:cubicBezTo>
                    <a:lnTo>
                      <a:pt x="10142" y="1768"/>
                    </a:lnTo>
                    <a:lnTo>
                      <a:pt x="10142" y="1804"/>
                    </a:lnTo>
                    <a:cubicBezTo>
                      <a:pt x="10142" y="1877"/>
                      <a:pt x="10142" y="1949"/>
                      <a:pt x="10178" y="2022"/>
                    </a:cubicBezTo>
                    <a:cubicBezTo>
                      <a:pt x="10178" y="2094"/>
                      <a:pt x="10178" y="2312"/>
                      <a:pt x="10178" y="2456"/>
                    </a:cubicBezTo>
                    <a:lnTo>
                      <a:pt x="10178" y="2674"/>
                    </a:lnTo>
                    <a:lnTo>
                      <a:pt x="10178" y="2746"/>
                    </a:lnTo>
                    <a:lnTo>
                      <a:pt x="10178" y="2782"/>
                    </a:lnTo>
                    <a:cubicBezTo>
                      <a:pt x="10178" y="2782"/>
                      <a:pt x="10164" y="2810"/>
                      <a:pt x="10154" y="2849"/>
                    </a:cubicBezTo>
                    <a:lnTo>
                      <a:pt x="10154" y="2849"/>
                    </a:lnTo>
                    <a:lnTo>
                      <a:pt x="10142" y="2855"/>
                    </a:lnTo>
                    <a:lnTo>
                      <a:pt x="10139" y="2858"/>
                    </a:lnTo>
                    <a:lnTo>
                      <a:pt x="10139" y="2858"/>
                    </a:lnTo>
                    <a:cubicBezTo>
                      <a:pt x="10094" y="2879"/>
                      <a:pt x="10021" y="2927"/>
                      <a:pt x="9997" y="2927"/>
                    </a:cubicBezTo>
                    <a:cubicBezTo>
                      <a:pt x="9997" y="2927"/>
                      <a:pt x="9932" y="2971"/>
                      <a:pt x="9869" y="2990"/>
                    </a:cubicBezTo>
                    <a:lnTo>
                      <a:pt x="9869" y="2990"/>
                    </a:lnTo>
                    <a:cubicBezTo>
                      <a:pt x="9870" y="2990"/>
                      <a:pt x="9870" y="2989"/>
                      <a:pt x="9869" y="2989"/>
                    </a:cubicBezTo>
                    <a:cubicBezTo>
                      <a:pt x="9866" y="2989"/>
                      <a:pt x="9855" y="2993"/>
                      <a:pt x="9842" y="2997"/>
                    </a:cubicBezTo>
                    <a:lnTo>
                      <a:pt x="9842" y="2997"/>
                    </a:lnTo>
                    <a:cubicBezTo>
                      <a:pt x="9851" y="2995"/>
                      <a:pt x="9860" y="2993"/>
                      <a:pt x="9869" y="2990"/>
                    </a:cubicBezTo>
                    <a:lnTo>
                      <a:pt x="9869" y="2990"/>
                    </a:lnTo>
                    <a:cubicBezTo>
                      <a:pt x="9868" y="2992"/>
                      <a:pt x="9863" y="2995"/>
                      <a:pt x="9852" y="3000"/>
                    </a:cubicBezTo>
                    <a:lnTo>
                      <a:pt x="9834" y="3000"/>
                    </a:lnTo>
                    <a:cubicBezTo>
                      <a:pt x="9837" y="2999"/>
                      <a:pt x="9839" y="2998"/>
                      <a:pt x="9842" y="2997"/>
                    </a:cubicBezTo>
                    <a:lnTo>
                      <a:pt x="9842" y="2997"/>
                    </a:lnTo>
                    <a:cubicBezTo>
                      <a:pt x="9833" y="2999"/>
                      <a:pt x="9824" y="3000"/>
                      <a:pt x="9816" y="3000"/>
                    </a:cubicBezTo>
                    <a:lnTo>
                      <a:pt x="9707" y="3036"/>
                    </a:lnTo>
                    <a:cubicBezTo>
                      <a:pt x="9309" y="3145"/>
                      <a:pt x="8947" y="3253"/>
                      <a:pt x="8548" y="3290"/>
                    </a:cubicBezTo>
                    <a:lnTo>
                      <a:pt x="8222" y="3362"/>
                    </a:lnTo>
                    <a:lnTo>
                      <a:pt x="7969" y="3362"/>
                    </a:lnTo>
                    <a:cubicBezTo>
                      <a:pt x="7715" y="3362"/>
                      <a:pt x="7498" y="3398"/>
                      <a:pt x="7244" y="3398"/>
                    </a:cubicBezTo>
                    <a:cubicBezTo>
                      <a:pt x="6737" y="3434"/>
                      <a:pt x="6230" y="3471"/>
                      <a:pt x="5723" y="3471"/>
                    </a:cubicBezTo>
                    <a:cubicBezTo>
                      <a:pt x="4745" y="3471"/>
                      <a:pt x="3767" y="3434"/>
                      <a:pt x="2789" y="3290"/>
                    </a:cubicBezTo>
                    <a:lnTo>
                      <a:pt x="2463" y="3253"/>
                    </a:lnTo>
                    <a:lnTo>
                      <a:pt x="2391" y="3253"/>
                    </a:lnTo>
                    <a:lnTo>
                      <a:pt x="2246" y="3217"/>
                    </a:lnTo>
                    <a:cubicBezTo>
                      <a:pt x="2065" y="3181"/>
                      <a:pt x="1884" y="3145"/>
                      <a:pt x="1702" y="3108"/>
                    </a:cubicBezTo>
                    <a:cubicBezTo>
                      <a:pt x="1558" y="3036"/>
                      <a:pt x="1413" y="3000"/>
                      <a:pt x="1268" y="2927"/>
                    </a:cubicBezTo>
                    <a:cubicBezTo>
                      <a:pt x="1111" y="2865"/>
                      <a:pt x="982" y="2775"/>
                      <a:pt x="810" y="2775"/>
                    </a:cubicBezTo>
                    <a:cubicBezTo>
                      <a:pt x="783" y="2775"/>
                      <a:pt x="754" y="2777"/>
                      <a:pt x="724" y="2782"/>
                    </a:cubicBezTo>
                    <a:cubicBezTo>
                      <a:pt x="712" y="2787"/>
                      <a:pt x="698" y="2791"/>
                      <a:pt x="685" y="2795"/>
                    </a:cubicBezTo>
                    <a:lnTo>
                      <a:pt x="685" y="2795"/>
                    </a:lnTo>
                    <a:cubicBezTo>
                      <a:pt x="664" y="2787"/>
                      <a:pt x="642" y="2782"/>
                      <a:pt x="616" y="2782"/>
                    </a:cubicBezTo>
                    <a:lnTo>
                      <a:pt x="616" y="2746"/>
                    </a:lnTo>
                    <a:cubicBezTo>
                      <a:pt x="543" y="2601"/>
                      <a:pt x="507" y="2456"/>
                      <a:pt x="507" y="2312"/>
                    </a:cubicBezTo>
                    <a:cubicBezTo>
                      <a:pt x="507" y="2094"/>
                      <a:pt x="507" y="1877"/>
                      <a:pt x="580" y="1660"/>
                    </a:cubicBezTo>
                    <a:cubicBezTo>
                      <a:pt x="608" y="1462"/>
                      <a:pt x="658" y="1286"/>
                      <a:pt x="731" y="1115"/>
                    </a:cubicBezTo>
                    <a:lnTo>
                      <a:pt x="731" y="1115"/>
                    </a:lnTo>
                    <a:cubicBezTo>
                      <a:pt x="806" y="1063"/>
                      <a:pt x="874" y="1003"/>
                      <a:pt x="942" y="935"/>
                    </a:cubicBezTo>
                    <a:lnTo>
                      <a:pt x="942" y="935"/>
                    </a:lnTo>
                    <a:cubicBezTo>
                      <a:pt x="953" y="924"/>
                      <a:pt x="967" y="910"/>
                      <a:pt x="978" y="899"/>
                    </a:cubicBezTo>
                    <a:cubicBezTo>
                      <a:pt x="1079" y="823"/>
                      <a:pt x="1145" y="712"/>
                      <a:pt x="1200" y="603"/>
                    </a:cubicBezTo>
                    <a:lnTo>
                      <a:pt x="1200" y="603"/>
                    </a:lnTo>
                    <a:cubicBezTo>
                      <a:pt x="1305" y="460"/>
                      <a:pt x="1340" y="317"/>
                      <a:pt x="1304" y="138"/>
                    </a:cubicBezTo>
                    <a:cubicBezTo>
                      <a:pt x="1252" y="60"/>
                      <a:pt x="1162" y="0"/>
                      <a:pt x="1062"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3" name="Google Shape;1347;p31">
                <a:extLst>
                  <a:ext uri="{FF2B5EF4-FFF2-40B4-BE49-F238E27FC236}">
                    <a16:creationId xmlns:a16="http://schemas.microsoft.com/office/drawing/2014/main" id="{A1ACA61E-C152-AF3D-6FF1-25CB15FC05F0}"/>
                  </a:ext>
                </a:extLst>
              </p:cNvPr>
              <p:cNvSpPr/>
              <p:nvPr/>
            </p:nvSpPr>
            <p:spPr>
              <a:xfrm>
                <a:off x="4882997" y="4255663"/>
                <a:ext cx="88281" cy="108240"/>
              </a:xfrm>
              <a:custGeom>
                <a:avLst/>
                <a:gdLst/>
                <a:ahLst/>
                <a:cxnLst/>
                <a:rect l="l" t="t" r="r" b="b"/>
                <a:pathLst>
                  <a:path w="3804" h="4664" extrusionOk="0">
                    <a:moveTo>
                      <a:pt x="36" y="1"/>
                    </a:moveTo>
                    <a:lnTo>
                      <a:pt x="27" y="20"/>
                    </a:lnTo>
                    <a:lnTo>
                      <a:pt x="27" y="20"/>
                    </a:lnTo>
                    <a:cubicBezTo>
                      <a:pt x="31" y="16"/>
                      <a:pt x="35" y="13"/>
                      <a:pt x="40" y="11"/>
                    </a:cubicBezTo>
                    <a:lnTo>
                      <a:pt x="40" y="11"/>
                    </a:lnTo>
                    <a:cubicBezTo>
                      <a:pt x="39" y="7"/>
                      <a:pt x="38" y="4"/>
                      <a:pt x="36" y="1"/>
                    </a:cubicBezTo>
                    <a:close/>
                    <a:moveTo>
                      <a:pt x="27" y="20"/>
                    </a:moveTo>
                    <a:lnTo>
                      <a:pt x="27" y="20"/>
                    </a:lnTo>
                    <a:cubicBezTo>
                      <a:pt x="11" y="34"/>
                      <a:pt x="0" y="53"/>
                      <a:pt x="0" y="73"/>
                    </a:cubicBezTo>
                    <a:lnTo>
                      <a:pt x="27" y="20"/>
                    </a:lnTo>
                    <a:close/>
                    <a:moveTo>
                      <a:pt x="73" y="1"/>
                    </a:moveTo>
                    <a:cubicBezTo>
                      <a:pt x="61" y="1"/>
                      <a:pt x="50" y="5"/>
                      <a:pt x="40" y="11"/>
                    </a:cubicBezTo>
                    <a:lnTo>
                      <a:pt x="40" y="11"/>
                    </a:lnTo>
                    <a:cubicBezTo>
                      <a:pt x="73" y="116"/>
                      <a:pt x="75" y="221"/>
                      <a:pt x="145" y="327"/>
                    </a:cubicBezTo>
                    <a:cubicBezTo>
                      <a:pt x="181" y="436"/>
                      <a:pt x="181" y="544"/>
                      <a:pt x="218" y="653"/>
                    </a:cubicBezTo>
                    <a:cubicBezTo>
                      <a:pt x="290" y="834"/>
                      <a:pt x="435" y="1015"/>
                      <a:pt x="580" y="1160"/>
                    </a:cubicBezTo>
                    <a:cubicBezTo>
                      <a:pt x="906" y="1486"/>
                      <a:pt x="1232" y="1776"/>
                      <a:pt x="1558" y="2066"/>
                    </a:cubicBezTo>
                    <a:cubicBezTo>
                      <a:pt x="1920" y="2355"/>
                      <a:pt x="2210" y="2609"/>
                      <a:pt x="2500" y="2899"/>
                    </a:cubicBezTo>
                    <a:cubicBezTo>
                      <a:pt x="2608" y="3007"/>
                      <a:pt x="2717" y="3152"/>
                      <a:pt x="2789" y="3297"/>
                    </a:cubicBezTo>
                    <a:cubicBezTo>
                      <a:pt x="2826" y="3333"/>
                      <a:pt x="2826" y="3370"/>
                      <a:pt x="2826" y="3406"/>
                    </a:cubicBezTo>
                    <a:cubicBezTo>
                      <a:pt x="2826" y="3406"/>
                      <a:pt x="2849" y="3452"/>
                      <a:pt x="2839" y="3452"/>
                    </a:cubicBezTo>
                    <a:cubicBezTo>
                      <a:pt x="2837" y="3452"/>
                      <a:pt x="2833" y="3449"/>
                      <a:pt x="2826" y="3442"/>
                    </a:cubicBezTo>
                    <a:cubicBezTo>
                      <a:pt x="2826" y="3478"/>
                      <a:pt x="2826" y="3514"/>
                      <a:pt x="2826" y="3551"/>
                    </a:cubicBezTo>
                    <a:cubicBezTo>
                      <a:pt x="2836" y="3540"/>
                      <a:pt x="2841" y="3536"/>
                      <a:pt x="2841" y="3536"/>
                    </a:cubicBezTo>
                    <a:lnTo>
                      <a:pt x="2841" y="3536"/>
                    </a:lnTo>
                    <a:cubicBezTo>
                      <a:pt x="2842" y="3536"/>
                      <a:pt x="2840" y="3539"/>
                      <a:pt x="2837" y="3546"/>
                    </a:cubicBezTo>
                    <a:lnTo>
                      <a:pt x="2837" y="3546"/>
                    </a:lnTo>
                    <a:cubicBezTo>
                      <a:pt x="2834" y="3547"/>
                      <a:pt x="2830" y="3548"/>
                      <a:pt x="2826" y="3551"/>
                    </a:cubicBezTo>
                    <a:cubicBezTo>
                      <a:pt x="2826" y="3587"/>
                      <a:pt x="2826" y="3587"/>
                      <a:pt x="2826" y="3623"/>
                    </a:cubicBezTo>
                    <a:cubicBezTo>
                      <a:pt x="2807" y="3641"/>
                      <a:pt x="2798" y="3648"/>
                      <a:pt x="2795" y="3648"/>
                    </a:cubicBezTo>
                    <a:cubicBezTo>
                      <a:pt x="2785" y="3648"/>
                      <a:pt x="2825" y="3587"/>
                      <a:pt x="2826" y="3587"/>
                    </a:cubicBezTo>
                    <a:lnTo>
                      <a:pt x="2826" y="3587"/>
                    </a:lnTo>
                    <a:lnTo>
                      <a:pt x="2753" y="3659"/>
                    </a:lnTo>
                    <a:lnTo>
                      <a:pt x="2717" y="3696"/>
                    </a:lnTo>
                    <a:cubicBezTo>
                      <a:pt x="2644" y="3732"/>
                      <a:pt x="2572" y="3804"/>
                      <a:pt x="2500" y="3877"/>
                    </a:cubicBezTo>
                    <a:cubicBezTo>
                      <a:pt x="2318" y="3985"/>
                      <a:pt x="2210" y="4166"/>
                      <a:pt x="2137" y="4347"/>
                    </a:cubicBezTo>
                    <a:cubicBezTo>
                      <a:pt x="2137" y="4420"/>
                      <a:pt x="2101" y="4565"/>
                      <a:pt x="2174" y="4601"/>
                    </a:cubicBezTo>
                    <a:cubicBezTo>
                      <a:pt x="2227" y="4646"/>
                      <a:pt x="2289" y="4664"/>
                      <a:pt x="2356" y="4664"/>
                    </a:cubicBezTo>
                    <a:cubicBezTo>
                      <a:pt x="2558" y="4664"/>
                      <a:pt x="2798" y="4493"/>
                      <a:pt x="2934" y="4384"/>
                    </a:cubicBezTo>
                    <a:cubicBezTo>
                      <a:pt x="3115" y="4239"/>
                      <a:pt x="3296" y="4058"/>
                      <a:pt x="3441" y="3877"/>
                    </a:cubicBezTo>
                    <a:cubicBezTo>
                      <a:pt x="3767" y="3514"/>
                      <a:pt x="3803" y="3044"/>
                      <a:pt x="3622" y="2609"/>
                    </a:cubicBezTo>
                    <a:cubicBezTo>
                      <a:pt x="3333" y="2247"/>
                      <a:pt x="3007" y="1957"/>
                      <a:pt x="2608" y="1740"/>
                    </a:cubicBezTo>
                    <a:cubicBezTo>
                      <a:pt x="2210" y="1414"/>
                      <a:pt x="1775" y="1124"/>
                      <a:pt x="1340" y="870"/>
                    </a:cubicBezTo>
                    <a:cubicBezTo>
                      <a:pt x="1123" y="725"/>
                      <a:pt x="906" y="580"/>
                      <a:pt x="725" y="436"/>
                    </a:cubicBezTo>
                    <a:cubicBezTo>
                      <a:pt x="616" y="327"/>
                      <a:pt x="507" y="291"/>
                      <a:pt x="399" y="218"/>
                    </a:cubicBezTo>
                    <a:cubicBezTo>
                      <a:pt x="290" y="110"/>
                      <a:pt x="181" y="37"/>
                      <a:pt x="73"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4" name="Google Shape;1348;p31">
                <a:extLst>
                  <a:ext uri="{FF2B5EF4-FFF2-40B4-BE49-F238E27FC236}">
                    <a16:creationId xmlns:a16="http://schemas.microsoft.com/office/drawing/2014/main" id="{FBBC9B6A-F887-B4F6-CEBC-047A99E9431E}"/>
                  </a:ext>
                </a:extLst>
              </p:cNvPr>
              <p:cNvSpPr/>
              <p:nvPr/>
            </p:nvSpPr>
            <p:spPr>
              <a:xfrm>
                <a:off x="4863247" y="4400938"/>
                <a:ext cx="219821" cy="98028"/>
              </a:xfrm>
              <a:custGeom>
                <a:avLst/>
                <a:gdLst/>
                <a:ahLst/>
                <a:cxnLst/>
                <a:rect l="l" t="t" r="r" b="b"/>
                <a:pathLst>
                  <a:path w="9472" h="4224" extrusionOk="0">
                    <a:moveTo>
                      <a:pt x="4925" y="0"/>
                    </a:moveTo>
                    <a:cubicBezTo>
                      <a:pt x="4883" y="0"/>
                      <a:pt x="4841" y="3"/>
                      <a:pt x="4799" y="7"/>
                    </a:cubicBezTo>
                    <a:cubicBezTo>
                      <a:pt x="4473" y="43"/>
                      <a:pt x="4147" y="152"/>
                      <a:pt x="3858" y="333"/>
                    </a:cubicBezTo>
                    <a:lnTo>
                      <a:pt x="3423" y="551"/>
                    </a:lnTo>
                    <a:cubicBezTo>
                      <a:pt x="3133" y="659"/>
                      <a:pt x="2880" y="840"/>
                      <a:pt x="2662" y="1058"/>
                    </a:cubicBezTo>
                    <a:cubicBezTo>
                      <a:pt x="2373" y="1311"/>
                      <a:pt x="2047" y="1565"/>
                      <a:pt x="1757" y="1818"/>
                    </a:cubicBezTo>
                    <a:cubicBezTo>
                      <a:pt x="1431" y="2072"/>
                      <a:pt x="1141" y="2362"/>
                      <a:pt x="851" y="2651"/>
                    </a:cubicBezTo>
                    <a:lnTo>
                      <a:pt x="670" y="2832"/>
                    </a:lnTo>
                    <a:lnTo>
                      <a:pt x="453" y="3086"/>
                    </a:lnTo>
                    <a:lnTo>
                      <a:pt x="453" y="3086"/>
                    </a:lnTo>
                    <a:lnTo>
                      <a:pt x="489" y="3050"/>
                    </a:lnTo>
                    <a:lnTo>
                      <a:pt x="489" y="3050"/>
                    </a:lnTo>
                    <a:cubicBezTo>
                      <a:pt x="417" y="3158"/>
                      <a:pt x="308" y="3267"/>
                      <a:pt x="235" y="3376"/>
                    </a:cubicBezTo>
                    <a:cubicBezTo>
                      <a:pt x="238" y="3371"/>
                      <a:pt x="239" y="3368"/>
                      <a:pt x="239" y="3368"/>
                    </a:cubicBezTo>
                    <a:lnTo>
                      <a:pt x="239" y="3368"/>
                    </a:lnTo>
                    <a:cubicBezTo>
                      <a:pt x="236" y="3368"/>
                      <a:pt x="196" y="3430"/>
                      <a:pt x="160" y="3487"/>
                    </a:cubicBezTo>
                    <a:lnTo>
                      <a:pt x="160" y="3487"/>
                    </a:lnTo>
                    <a:cubicBezTo>
                      <a:pt x="90" y="3560"/>
                      <a:pt x="54" y="3667"/>
                      <a:pt x="18" y="3774"/>
                    </a:cubicBezTo>
                    <a:cubicBezTo>
                      <a:pt x="2" y="3874"/>
                      <a:pt x="0" y="3920"/>
                      <a:pt x="7" y="3920"/>
                    </a:cubicBezTo>
                    <a:cubicBezTo>
                      <a:pt x="7" y="3920"/>
                      <a:pt x="7" y="3920"/>
                      <a:pt x="8" y="3920"/>
                    </a:cubicBezTo>
                    <a:lnTo>
                      <a:pt x="8" y="3920"/>
                    </a:lnTo>
                    <a:cubicBezTo>
                      <a:pt x="1" y="4019"/>
                      <a:pt x="34" y="4103"/>
                      <a:pt x="127" y="4173"/>
                    </a:cubicBezTo>
                    <a:lnTo>
                      <a:pt x="91" y="4136"/>
                    </a:lnTo>
                    <a:lnTo>
                      <a:pt x="91" y="4136"/>
                    </a:lnTo>
                    <a:cubicBezTo>
                      <a:pt x="170" y="4189"/>
                      <a:pt x="269" y="4223"/>
                      <a:pt x="359" y="4223"/>
                    </a:cubicBezTo>
                    <a:cubicBezTo>
                      <a:pt x="392" y="4223"/>
                      <a:pt x="424" y="4219"/>
                      <a:pt x="453" y="4209"/>
                    </a:cubicBezTo>
                    <a:cubicBezTo>
                      <a:pt x="743" y="4100"/>
                      <a:pt x="996" y="3955"/>
                      <a:pt x="1213" y="3738"/>
                    </a:cubicBezTo>
                    <a:cubicBezTo>
                      <a:pt x="1358" y="3629"/>
                      <a:pt x="1467" y="3521"/>
                      <a:pt x="1576" y="3412"/>
                    </a:cubicBezTo>
                    <a:cubicBezTo>
                      <a:pt x="1793" y="3158"/>
                      <a:pt x="2083" y="2941"/>
                      <a:pt x="2336" y="2688"/>
                    </a:cubicBezTo>
                    <a:lnTo>
                      <a:pt x="2554" y="2543"/>
                    </a:lnTo>
                    <a:lnTo>
                      <a:pt x="2662" y="2434"/>
                    </a:lnTo>
                    <a:cubicBezTo>
                      <a:pt x="2692" y="2404"/>
                      <a:pt x="2703" y="2394"/>
                      <a:pt x="2702" y="2394"/>
                    </a:cubicBezTo>
                    <a:lnTo>
                      <a:pt x="2702" y="2394"/>
                    </a:lnTo>
                    <a:cubicBezTo>
                      <a:pt x="2700" y="2394"/>
                      <a:pt x="2616" y="2470"/>
                      <a:pt x="2590" y="2470"/>
                    </a:cubicBezTo>
                    <a:lnTo>
                      <a:pt x="3097" y="2036"/>
                    </a:lnTo>
                    <a:cubicBezTo>
                      <a:pt x="3351" y="1855"/>
                      <a:pt x="3568" y="1637"/>
                      <a:pt x="3749" y="1420"/>
                    </a:cubicBezTo>
                    <a:cubicBezTo>
                      <a:pt x="3821" y="1347"/>
                      <a:pt x="3858" y="1311"/>
                      <a:pt x="3894" y="1239"/>
                    </a:cubicBezTo>
                    <a:lnTo>
                      <a:pt x="3966" y="1094"/>
                    </a:lnTo>
                    <a:lnTo>
                      <a:pt x="4039" y="1021"/>
                    </a:lnTo>
                    <a:lnTo>
                      <a:pt x="4039" y="1021"/>
                    </a:lnTo>
                    <a:cubicBezTo>
                      <a:pt x="4052" y="994"/>
                      <a:pt x="4075" y="949"/>
                      <a:pt x="4075" y="949"/>
                    </a:cubicBezTo>
                    <a:lnTo>
                      <a:pt x="4184" y="840"/>
                    </a:lnTo>
                    <a:lnTo>
                      <a:pt x="4278" y="778"/>
                    </a:lnTo>
                    <a:lnTo>
                      <a:pt x="4278" y="778"/>
                    </a:lnTo>
                    <a:cubicBezTo>
                      <a:pt x="4295" y="773"/>
                      <a:pt x="4392" y="732"/>
                      <a:pt x="4365" y="732"/>
                    </a:cubicBezTo>
                    <a:cubicBezTo>
                      <a:pt x="4401" y="732"/>
                      <a:pt x="4473" y="695"/>
                      <a:pt x="4546" y="695"/>
                    </a:cubicBezTo>
                    <a:cubicBezTo>
                      <a:pt x="4872" y="732"/>
                      <a:pt x="5198" y="877"/>
                      <a:pt x="5451" y="1130"/>
                    </a:cubicBezTo>
                    <a:cubicBezTo>
                      <a:pt x="5777" y="1311"/>
                      <a:pt x="6067" y="1565"/>
                      <a:pt x="6357" y="1818"/>
                    </a:cubicBezTo>
                    <a:cubicBezTo>
                      <a:pt x="6647" y="2036"/>
                      <a:pt x="6936" y="2253"/>
                      <a:pt x="7226" y="2506"/>
                    </a:cubicBezTo>
                    <a:cubicBezTo>
                      <a:pt x="7516" y="2760"/>
                      <a:pt x="7878" y="3050"/>
                      <a:pt x="8168" y="3340"/>
                    </a:cubicBezTo>
                    <a:cubicBezTo>
                      <a:pt x="8349" y="3484"/>
                      <a:pt x="8494" y="3629"/>
                      <a:pt x="8639" y="3774"/>
                    </a:cubicBezTo>
                    <a:cubicBezTo>
                      <a:pt x="8708" y="3843"/>
                      <a:pt x="8788" y="3872"/>
                      <a:pt x="8870" y="3872"/>
                    </a:cubicBezTo>
                    <a:cubicBezTo>
                      <a:pt x="9088" y="3872"/>
                      <a:pt x="9320" y="3669"/>
                      <a:pt x="9399" y="3484"/>
                    </a:cubicBezTo>
                    <a:cubicBezTo>
                      <a:pt x="9436" y="3340"/>
                      <a:pt x="9472" y="3231"/>
                      <a:pt x="9399" y="3122"/>
                    </a:cubicBezTo>
                    <a:cubicBezTo>
                      <a:pt x="9110" y="2832"/>
                      <a:pt x="8820" y="2579"/>
                      <a:pt x="8530" y="2325"/>
                    </a:cubicBezTo>
                    <a:cubicBezTo>
                      <a:pt x="8240" y="2072"/>
                      <a:pt x="7951" y="1818"/>
                      <a:pt x="7625" y="1601"/>
                    </a:cubicBezTo>
                    <a:cubicBezTo>
                      <a:pt x="7009" y="1203"/>
                      <a:pt x="6393" y="695"/>
                      <a:pt x="5741" y="297"/>
                    </a:cubicBezTo>
                    <a:cubicBezTo>
                      <a:pt x="5520" y="107"/>
                      <a:pt x="5216" y="0"/>
                      <a:pt x="4925"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5" name="Google Shape;1349;p31">
                <a:extLst>
                  <a:ext uri="{FF2B5EF4-FFF2-40B4-BE49-F238E27FC236}">
                    <a16:creationId xmlns:a16="http://schemas.microsoft.com/office/drawing/2014/main" id="{A625DF77-D55F-4E8B-E493-9E717D9D5AED}"/>
                  </a:ext>
                </a:extLst>
              </p:cNvPr>
              <p:cNvSpPr/>
              <p:nvPr/>
            </p:nvSpPr>
            <p:spPr>
              <a:xfrm>
                <a:off x="4874596" y="4212590"/>
                <a:ext cx="201766" cy="58228"/>
              </a:xfrm>
              <a:custGeom>
                <a:avLst/>
                <a:gdLst/>
                <a:ahLst/>
                <a:cxnLst/>
                <a:rect l="l" t="t" r="r" b="b"/>
                <a:pathLst>
                  <a:path w="8694" h="2509" extrusionOk="0">
                    <a:moveTo>
                      <a:pt x="977" y="1336"/>
                    </a:moveTo>
                    <a:cubicBezTo>
                      <a:pt x="979" y="1336"/>
                      <a:pt x="976" y="1342"/>
                      <a:pt x="966" y="1356"/>
                    </a:cubicBezTo>
                    <a:lnTo>
                      <a:pt x="966" y="1356"/>
                    </a:lnTo>
                    <a:lnTo>
                      <a:pt x="978" y="1350"/>
                    </a:lnTo>
                    <a:lnTo>
                      <a:pt x="978" y="1350"/>
                    </a:lnTo>
                    <a:cubicBezTo>
                      <a:pt x="973" y="1354"/>
                      <a:pt x="967" y="1357"/>
                      <a:pt x="963" y="1360"/>
                    </a:cubicBezTo>
                    <a:lnTo>
                      <a:pt x="963" y="1360"/>
                    </a:lnTo>
                    <a:cubicBezTo>
                      <a:pt x="964" y="1359"/>
                      <a:pt x="965" y="1357"/>
                      <a:pt x="966" y="1356"/>
                    </a:cubicBezTo>
                    <a:lnTo>
                      <a:pt x="966" y="1356"/>
                    </a:lnTo>
                    <a:lnTo>
                      <a:pt x="956" y="1361"/>
                    </a:lnTo>
                    <a:lnTo>
                      <a:pt x="956" y="1361"/>
                    </a:lnTo>
                    <a:cubicBezTo>
                      <a:pt x="967" y="1344"/>
                      <a:pt x="975" y="1336"/>
                      <a:pt x="977" y="1336"/>
                    </a:cubicBezTo>
                    <a:close/>
                    <a:moveTo>
                      <a:pt x="912" y="1392"/>
                    </a:moveTo>
                    <a:cubicBezTo>
                      <a:pt x="908" y="1394"/>
                      <a:pt x="906" y="1395"/>
                      <a:pt x="906" y="1395"/>
                    </a:cubicBezTo>
                    <a:lnTo>
                      <a:pt x="906" y="1400"/>
                    </a:lnTo>
                    <a:lnTo>
                      <a:pt x="906" y="1400"/>
                    </a:lnTo>
                    <a:cubicBezTo>
                      <a:pt x="907" y="1398"/>
                      <a:pt x="909" y="1395"/>
                      <a:pt x="912" y="1392"/>
                    </a:cubicBezTo>
                    <a:close/>
                    <a:moveTo>
                      <a:pt x="923" y="1377"/>
                    </a:moveTo>
                    <a:lnTo>
                      <a:pt x="906" y="1386"/>
                    </a:lnTo>
                    <a:lnTo>
                      <a:pt x="906" y="1395"/>
                    </a:lnTo>
                    <a:cubicBezTo>
                      <a:pt x="906" y="1395"/>
                      <a:pt x="908" y="1394"/>
                      <a:pt x="913" y="1391"/>
                    </a:cubicBezTo>
                    <a:lnTo>
                      <a:pt x="913" y="1391"/>
                    </a:lnTo>
                    <a:cubicBezTo>
                      <a:pt x="912" y="1392"/>
                      <a:pt x="912" y="1392"/>
                      <a:pt x="912" y="1392"/>
                    </a:cubicBezTo>
                    <a:lnTo>
                      <a:pt x="912" y="1392"/>
                    </a:lnTo>
                    <a:cubicBezTo>
                      <a:pt x="914" y="1391"/>
                      <a:pt x="918" y="1390"/>
                      <a:pt x="922" y="1389"/>
                    </a:cubicBezTo>
                    <a:lnTo>
                      <a:pt x="922" y="1389"/>
                    </a:lnTo>
                    <a:lnTo>
                      <a:pt x="906" y="1422"/>
                    </a:lnTo>
                    <a:cubicBezTo>
                      <a:pt x="917" y="1410"/>
                      <a:pt x="928" y="1400"/>
                      <a:pt x="936" y="1390"/>
                    </a:cubicBezTo>
                    <a:lnTo>
                      <a:pt x="936" y="1390"/>
                    </a:lnTo>
                    <a:cubicBezTo>
                      <a:pt x="936" y="1391"/>
                      <a:pt x="935" y="1391"/>
                      <a:pt x="934" y="1391"/>
                    </a:cubicBezTo>
                    <a:cubicBezTo>
                      <a:pt x="933" y="1391"/>
                      <a:pt x="932" y="1389"/>
                      <a:pt x="931" y="1387"/>
                    </a:cubicBezTo>
                    <a:lnTo>
                      <a:pt x="931" y="1387"/>
                    </a:lnTo>
                    <a:cubicBezTo>
                      <a:pt x="928" y="1387"/>
                      <a:pt x="925" y="1388"/>
                      <a:pt x="922" y="1389"/>
                    </a:cubicBezTo>
                    <a:lnTo>
                      <a:pt x="922" y="1389"/>
                    </a:lnTo>
                    <a:lnTo>
                      <a:pt x="925" y="1384"/>
                    </a:lnTo>
                    <a:lnTo>
                      <a:pt x="925" y="1384"/>
                    </a:lnTo>
                    <a:cubicBezTo>
                      <a:pt x="920" y="1387"/>
                      <a:pt x="916" y="1390"/>
                      <a:pt x="913" y="1391"/>
                    </a:cubicBezTo>
                    <a:lnTo>
                      <a:pt x="913" y="1391"/>
                    </a:lnTo>
                    <a:cubicBezTo>
                      <a:pt x="916" y="1387"/>
                      <a:pt x="919" y="1383"/>
                      <a:pt x="923" y="1377"/>
                    </a:cubicBezTo>
                    <a:close/>
                    <a:moveTo>
                      <a:pt x="5479" y="1"/>
                    </a:moveTo>
                    <a:cubicBezTo>
                      <a:pt x="5342" y="1"/>
                      <a:pt x="5206" y="4"/>
                      <a:pt x="5071" y="10"/>
                    </a:cubicBezTo>
                    <a:cubicBezTo>
                      <a:pt x="4274" y="10"/>
                      <a:pt x="3550" y="118"/>
                      <a:pt x="2789" y="155"/>
                    </a:cubicBezTo>
                    <a:cubicBezTo>
                      <a:pt x="2173" y="155"/>
                      <a:pt x="1594" y="263"/>
                      <a:pt x="1014" y="481"/>
                    </a:cubicBezTo>
                    <a:cubicBezTo>
                      <a:pt x="616" y="662"/>
                      <a:pt x="290" y="988"/>
                      <a:pt x="109" y="1386"/>
                    </a:cubicBezTo>
                    <a:cubicBezTo>
                      <a:pt x="0" y="1603"/>
                      <a:pt x="0" y="1857"/>
                      <a:pt x="109" y="2110"/>
                    </a:cubicBezTo>
                    <a:cubicBezTo>
                      <a:pt x="145" y="2219"/>
                      <a:pt x="254" y="2292"/>
                      <a:pt x="362" y="2328"/>
                    </a:cubicBezTo>
                    <a:cubicBezTo>
                      <a:pt x="417" y="2346"/>
                      <a:pt x="462" y="2355"/>
                      <a:pt x="507" y="2355"/>
                    </a:cubicBezTo>
                    <a:cubicBezTo>
                      <a:pt x="552" y="2355"/>
                      <a:pt x="598" y="2346"/>
                      <a:pt x="652" y="2328"/>
                    </a:cubicBezTo>
                    <a:cubicBezTo>
                      <a:pt x="761" y="2292"/>
                      <a:pt x="797" y="2219"/>
                      <a:pt x="833" y="2147"/>
                    </a:cubicBezTo>
                    <a:lnTo>
                      <a:pt x="869" y="2183"/>
                    </a:lnTo>
                    <a:cubicBezTo>
                      <a:pt x="906" y="2002"/>
                      <a:pt x="906" y="1821"/>
                      <a:pt x="906" y="1676"/>
                    </a:cubicBezTo>
                    <a:cubicBezTo>
                      <a:pt x="906" y="1567"/>
                      <a:pt x="906" y="1495"/>
                      <a:pt x="906" y="1422"/>
                    </a:cubicBezTo>
                    <a:lnTo>
                      <a:pt x="906" y="1400"/>
                    </a:lnTo>
                    <a:lnTo>
                      <a:pt x="906" y="1400"/>
                    </a:lnTo>
                    <a:cubicBezTo>
                      <a:pt x="893" y="1416"/>
                      <a:pt x="886" y="1422"/>
                      <a:pt x="883" y="1422"/>
                    </a:cubicBezTo>
                    <a:cubicBezTo>
                      <a:pt x="878" y="1422"/>
                      <a:pt x="887" y="1404"/>
                      <a:pt x="906" y="1386"/>
                    </a:cubicBezTo>
                    <a:lnTo>
                      <a:pt x="938" y="1354"/>
                    </a:lnTo>
                    <a:lnTo>
                      <a:pt x="938" y="1354"/>
                    </a:lnTo>
                    <a:cubicBezTo>
                      <a:pt x="937" y="1355"/>
                      <a:pt x="937" y="1356"/>
                      <a:pt x="937" y="1358"/>
                    </a:cubicBezTo>
                    <a:lnTo>
                      <a:pt x="937" y="1358"/>
                    </a:lnTo>
                    <a:cubicBezTo>
                      <a:pt x="932" y="1365"/>
                      <a:pt x="927" y="1372"/>
                      <a:pt x="923" y="1377"/>
                    </a:cubicBezTo>
                    <a:lnTo>
                      <a:pt x="923" y="1377"/>
                    </a:lnTo>
                    <a:lnTo>
                      <a:pt x="930" y="1374"/>
                    </a:lnTo>
                    <a:lnTo>
                      <a:pt x="935" y="1363"/>
                    </a:lnTo>
                    <a:lnTo>
                      <a:pt x="935" y="1363"/>
                    </a:lnTo>
                    <a:cubicBezTo>
                      <a:pt x="934" y="1367"/>
                      <a:pt x="933" y="1370"/>
                      <a:pt x="933" y="1372"/>
                    </a:cubicBezTo>
                    <a:lnTo>
                      <a:pt x="933" y="1372"/>
                    </a:lnTo>
                    <a:lnTo>
                      <a:pt x="956" y="1361"/>
                    </a:lnTo>
                    <a:lnTo>
                      <a:pt x="956" y="1361"/>
                    </a:lnTo>
                    <a:cubicBezTo>
                      <a:pt x="955" y="1363"/>
                      <a:pt x="954" y="1365"/>
                      <a:pt x="952" y="1367"/>
                    </a:cubicBezTo>
                    <a:lnTo>
                      <a:pt x="952" y="1367"/>
                    </a:lnTo>
                    <a:cubicBezTo>
                      <a:pt x="956" y="1365"/>
                      <a:pt x="959" y="1362"/>
                      <a:pt x="963" y="1360"/>
                    </a:cubicBezTo>
                    <a:lnTo>
                      <a:pt x="963" y="1360"/>
                    </a:lnTo>
                    <a:cubicBezTo>
                      <a:pt x="958" y="1366"/>
                      <a:pt x="951" y="1374"/>
                      <a:pt x="944" y="1382"/>
                    </a:cubicBezTo>
                    <a:lnTo>
                      <a:pt x="944" y="1382"/>
                    </a:lnTo>
                    <a:cubicBezTo>
                      <a:pt x="947" y="1377"/>
                      <a:pt x="950" y="1371"/>
                      <a:pt x="952" y="1367"/>
                    </a:cubicBezTo>
                    <a:lnTo>
                      <a:pt x="952" y="1367"/>
                    </a:lnTo>
                    <a:cubicBezTo>
                      <a:pt x="944" y="1372"/>
                      <a:pt x="937" y="1376"/>
                      <a:pt x="932" y="1380"/>
                    </a:cubicBezTo>
                    <a:lnTo>
                      <a:pt x="932" y="1380"/>
                    </a:lnTo>
                    <a:cubicBezTo>
                      <a:pt x="932" y="1378"/>
                      <a:pt x="932" y="1375"/>
                      <a:pt x="933" y="1372"/>
                    </a:cubicBezTo>
                    <a:lnTo>
                      <a:pt x="933" y="1372"/>
                    </a:lnTo>
                    <a:lnTo>
                      <a:pt x="930" y="1374"/>
                    </a:lnTo>
                    <a:lnTo>
                      <a:pt x="925" y="1384"/>
                    </a:lnTo>
                    <a:lnTo>
                      <a:pt x="925" y="1384"/>
                    </a:lnTo>
                    <a:cubicBezTo>
                      <a:pt x="927" y="1383"/>
                      <a:pt x="929" y="1381"/>
                      <a:pt x="932" y="1380"/>
                    </a:cubicBezTo>
                    <a:lnTo>
                      <a:pt x="932" y="1380"/>
                    </a:lnTo>
                    <a:cubicBezTo>
                      <a:pt x="931" y="1383"/>
                      <a:pt x="931" y="1385"/>
                      <a:pt x="931" y="1387"/>
                    </a:cubicBezTo>
                    <a:lnTo>
                      <a:pt x="931" y="1387"/>
                    </a:lnTo>
                    <a:cubicBezTo>
                      <a:pt x="934" y="1386"/>
                      <a:pt x="937" y="1386"/>
                      <a:pt x="940" y="1386"/>
                    </a:cubicBezTo>
                    <a:lnTo>
                      <a:pt x="940" y="1386"/>
                    </a:lnTo>
                    <a:cubicBezTo>
                      <a:pt x="939" y="1387"/>
                      <a:pt x="938" y="1389"/>
                      <a:pt x="936" y="1390"/>
                    </a:cubicBezTo>
                    <a:lnTo>
                      <a:pt x="936" y="1390"/>
                    </a:lnTo>
                    <a:cubicBezTo>
                      <a:pt x="938" y="1390"/>
                      <a:pt x="940" y="1388"/>
                      <a:pt x="942" y="1386"/>
                    </a:cubicBezTo>
                    <a:lnTo>
                      <a:pt x="1014" y="1350"/>
                    </a:lnTo>
                    <a:lnTo>
                      <a:pt x="1087" y="1314"/>
                    </a:lnTo>
                    <a:lnTo>
                      <a:pt x="1014" y="1314"/>
                    </a:lnTo>
                    <a:cubicBezTo>
                      <a:pt x="1123" y="1314"/>
                      <a:pt x="1232" y="1241"/>
                      <a:pt x="1340" y="1241"/>
                    </a:cubicBezTo>
                    <a:lnTo>
                      <a:pt x="1521" y="1205"/>
                    </a:lnTo>
                    <a:lnTo>
                      <a:pt x="1630" y="1205"/>
                    </a:lnTo>
                    <a:cubicBezTo>
                      <a:pt x="1847" y="1169"/>
                      <a:pt x="2065" y="1169"/>
                      <a:pt x="2318" y="1169"/>
                    </a:cubicBezTo>
                    <a:cubicBezTo>
                      <a:pt x="2970" y="1133"/>
                      <a:pt x="3622" y="1060"/>
                      <a:pt x="4274" y="1060"/>
                    </a:cubicBezTo>
                    <a:cubicBezTo>
                      <a:pt x="4636" y="1060"/>
                      <a:pt x="4999" y="1060"/>
                      <a:pt x="5361" y="1096"/>
                    </a:cubicBezTo>
                    <a:cubicBezTo>
                      <a:pt x="5687" y="1133"/>
                      <a:pt x="6013" y="1169"/>
                      <a:pt x="6339" y="1241"/>
                    </a:cubicBezTo>
                    <a:cubicBezTo>
                      <a:pt x="6520" y="1277"/>
                      <a:pt x="6701" y="1314"/>
                      <a:pt x="6882" y="1386"/>
                    </a:cubicBezTo>
                    <a:cubicBezTo>
                      <a:pt x="6955" y="1386"/>
                      <a:pt x="7027" y="1422"/>
                      <a:pt x="7099" y="1459"/>
                    </a:cubicBezTo>
                    <a:cubicBezTo>
                      <a:pt x="7099" y="1459"/>
                      <a:pt x="7148" y="1491"/>
                      <a:pt x="7158" y="1491"/>
                    </a:cubicBezTo>
                    <a:cubicBezTo>
                      <a:pt x="7164" y="1491"/>
                      <a:pt x="7160" y="1483"/>
                      <a:pt x="7136" y="1459"/>
                    </a:cubicBezTo>
                    <a:lnTo>
                      <a:pt x="7136" y="1459"/>
                    </a:lnTo>
                    <a:lnTo>
                      <a:pt x="7208" y="1531"/>
                    </a:lnTo>
                    <a:cubicBezTo>
                      <a:pt x="7281" y="1567"/>
                      <a:pt x="7353" y="1640"/>
                      <a:pt x="7389" y="1712"/>
                    </a:cubicBezTo>
                    <a:cubicBezTo>
                      <a:pt x="7389" y="1712"/>
                      <a:pt x="7421" y="1760"/>
                      <a:pt x="7432" y="1760"/>
                    </a:cubicBezTo>
                    <a:cubicBezTo>
                      <a:pt x="7437" y="1760"/>
                      <a:pt x="7437" y="1748"/>
                      <a:pt x="7425" y="1712"/>
                    </a:cubicBezTo>
                    <a:lnTo>
                      <a:pt x="7425" y="1712"/>
                    </a:lnTo>
                    <a:lnTo>
                      <a:pt x="7462" y="1821"/>
                    </a:lnTo>
                    <a:cubicBezTo>
                      <a:pt x="7462" y="1857"/>
                      <a:pt x="7498" y="1893"/>
                      <a:pt x="7498" y="1929"/>
                    </a:cubicBezTo>
                    <a:cubicBezTo>
                      <a:pt x="7462" y="1966"/>
                      <a:pt x="7462" y="2038"/>
                      <a:pt x="7425" y="2110"/>
                    </a:cubicBezTo>
                    <a:cubicBezTo>
                      <a:pt x="7425" y="2292"/>
                      <a:pt x="7425" y="2473"/>
                      <a:pt x="7643" y="2509"/>
                    </a:cubicBezTo>
                    <a:cubicBezTo>
                      <a:pt x="7860" y="2509"/>
                      <a:pt x="8077" y="2400"/>
                      <a:pt x="8222" y="2255"/>
                    </a:cubicBezTo>
                    <a:cubicBezTo>
                      <a:pt x="8621" y="1893"/>
                      <a:pt x="8693" y="1277"/>
                      <a:pt x="8403" y="843"/>
                    </a:cubicBezTo>
                    <a:cubicBezTo>
                      <a:pt x="8222" y="553"/>
                      <a:pt x="7933" y="372"/>
                      <a:pt x="7607" y="263"/>
                    </a:cubicBezTo>
                    <a:cubicBezTo>
                      <a:pt x="6909" y="81"/>
                      <a:pt x="6185" y="1"/>
                      <a:pt x="5479"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6" name="Google Shape;1350;p31">
                <a:extLst>
                  <a:ext uri="{FF2B5EF4-FFF2-40B4-BE49-F238E27FC236}">
                    <a16:creationId xmlns:a16="http://schemas.microsoft.com/office/drawing/2014/main" id="{DE74412D-FF99-0630-A88C-2E8DB78AAE2E}"/>
                  </a:ext>
                </a:extLst>
              </p:cNvPr>
              <p:cNvSpPr/>
              <p:nvPr/>
            </p:nvSpPr>
            <p:spPr>
              <a:xfrm>
                <a:off x="4957793" y="4294558"/>
                <a:ext cx="54677" cy="79393"/>
              </a:xfrm>
              <a:custGeom>
                <a:avLst/>
                <a:gdLst/>
                <a:ahLst/>
                <a:cxnLst/>
                <a:rect l="l" t="t" r="r" b="b"/>
                <a:pathLst>
                  <a:path w="2356" h="3421" extrusionOk="0">
                    <a:moveTo>
                      <a:pt x="1880" y="958"/>
                    </a:moveTo>
                    <a:lnTo>
                      <a:pt x="1880" y="958"/>
                    </a:lnTo>
                    <a:cubicBezTo>
                      <a:pt x="1882" y="958"/>
                      <a:pt x="1848" y="1017"/>
                      <a:pt x="1848" y="1042"/>
                    </a:cubicBezTo>
                    <a:cubicBezTo>
                      <a:pt x="1842" y="1048"/>
                      <a:pt x="1835" y="1055"/>
                      <a:pt x="1828" y="1062"/>
                    </a:cubicBezTo>
                    <a:lnTo>
                      <a:pt x="1828" y="1062"/>
                    </a:lnTo>
                    <a:cubicBezTo>
                      <a:pt x="1828" y="1062"/>
                      <a:pt x="1828" y="1062"/>
                      <a:pt x="1828" y="1061"/>
                    </a:cubicBezTo>
                    <a:lnTo>
                      <a:pt x="1828" y="1061"/>
                    </a:lnTo>
                    <a:cubicBezTo>
                      <a:pt x="1825" y="1065"/>
                      <a:pt x="1821" y="1069"/>
                      <a:pt x="1816" y="1074"/>
                    </a:cubicBezTo>
                    <a:lnTo>
                      <a:pt x="1816" y="1074"/>
                    </a:lnTo>
                    <a:cubicBezTo>
                      <a:pt x="1819" y="1059"/>
                      <a:pt x="1823" y="1051"/>
                      <a:pt x="1826" y="1051"/>
                    </a:cubicBezTo>
                    <a:lnTo>
                      <a:pt x="1826" y="1051"/>
                    </a:lnTo>
                    <a:cubicBezTo>
                      <a:pt x="1827" y="1051"/>
                      <a:pt x="1828" y="1054"/>
                      <a:pt x="1828" y="1061"/>
                    </a:cubicBezTo>
                    <a:lnTo>
                      <a:pt x="1828" y="1061"/>
                    </a:lnTo>
                    <a:cubicBezTo>
                      <a:pt x="1848" y="1040"/>
                      <a:pt x="1848" y="1035"/>
                      <a:pt x="1848" y="1005"/>
                    </a:cubicBezTo>
                    <a:cubicBezTo>
                      <a:pt x="1871" y="971"/>
                      <a:pt x="1880" y="958"/>
                      <a:pt x="1880" y="958"/>
                    </a:cubicBezTo>
                    <a:close/>
                    <a:moveTo>
                      <a:pt x="1861" y="1035"/>
                    </a:moveTo>
                    <a:lnTo>
                      <a:pt x="1861" y="1035"/>
                    </a:lnTo>
                    <a:cubicBezTo>
                      <a:pt x="1850" y="1044"/>
                      <a:pt x="1839" y="1054"/>
                      <a:pt x="1828" y="1064"/>
                    </a:cubicBezTo>
                    <a:lnTo>
                      <a:pt x="1828" y="1064"/>
                    </a:lnTo>
                    <a:cubicBezTo>
                      <a:pt x="1828" y="1064"/>
                      <a:pt x="1828" y="1063"/>
                      <a:pt x="1828" y="1062"/>
                    </a:cubicBezTo>
                    <a:lnTo>
                      <a:pt x="1828" y="1062"/>
                    </a:lnTo>
                    <a:cubicBezTo>
                      <a:pt x="1824" y="1066"/>
                      <a:pt x="1820" y="1070"/>
                      <a:pt x="1816" y="1074"/>
                    </a:cubicBezTo>
                    <a:lnTo>
                      <a:pt x="1816" y="1074"/>
                    </a:lnTo>
                    <a:cubicBezTo>
                      <a:pt x="1816" y="1074"/>
                      <a:pt x="1816" y="1074"/>
                      <a:pt x="1816" y="1074"/>
                    </a:cubicBezTo>
                    <a:lnTo>
                      <a:pt x="1816" y="1074"/>
                    </a:lnTo>
                    <a:cubicBezTo>
                      <a:pt x="1815" y="1075"/>
                      <a:pt x="1813" y="1076"/>
                      <a:pt x="1812" y="1078"/>
                    </a:cubicBezTo>
                    <a:cubicBezTo>
                      <a:pt x="1813" y="1076"/>
                      <a:pt x="1815" y="1075"/>
                      <a:pt x="1816" y="1074"/>
                    </a:cubicBezTo>
                    <a:lnTo>
                      <a:pt x="1816" y="1074"/>
                    </a:lnTo>
                    <a:cubicBezTo>
                      <a:pt x="1816" y="1074"/>
                      <a:pt x="1816" y="1075"/>
                      <a:pt x="1816" y="1076"/>
                    </a:cubicBezTo>
                    <a:lnTo>
                      <a:pt x="1816" y="1076"/>
                    </a:lnTo>
                    <a:cubicBezTo>
                      <a:pt x="1814" y="1077"/>
                      <a:pt x="1813" y="1078"/>
                      <a:pt x="1812" y="1079"/>
                    </a:cubicBezTo>
                    <a:lnTo>
                      <a:pt x="1812" y="1079"/>
                    </a:lnTo>
                    <a:lnTo>
                      <a:pt x="1812" y="1078"/>
                    </a:lnTo>
                    <a:cubicBezTo>
                      <a:pt x="1813" y="1076"/>
                      <a:pt x="1815" y="1075"/>
                      <a:pt x="1816" y="1074"/>
                    </a:cubicBezTo>
                    <a:lnTo>
                      <a:pt x="1816" y="1074"/>
                    </a:lnTo>
                    <a:cubicBezTo>
                      <a:pt x="1816" y="1074"/>
                      <a:pt x="1816" y="1074"/>
                      <a:pt x="1816" y="1074"/>
                    </a:cubicBezTo>
                    <a:lnTo>
                      <a:pt x="1816" y="1074"/>
                    </a:lnTo>
                    <a:cubicBezTo>
                      <a:pt x="1820" y="1070"/>
                      <a:pt x="1824" y="1066"/>
                      <a:pt x="1828" y="1062"/>
                    </a:cubicBezTo>
                    <a:lnTo>
                      <a:pt x="1828" y="1062"/>
                    </a:lnTo>
                    <a:cubicBezTo>
                      <a:pt x="1828" y="1062"/>
                      <a:pt x="1828" y="1062"/>
                      <a:pt x="1828" y="1062"/>
                    </a:cubicBezTo>
                    <a:lnTo>
                      <a:pt x="1828" y="1062"/>
                    </a:lnTo>
                    <a:cubicBezTo>
                      <a:pt x="1842" y="1050"/>
                      <a:pt x="1853" y="1041"/>
                      <a:pt x="1861" y="1035"/>
                    </a:cubicBezTo>
                    <a:close/>
                    <a:moveTo>
                      <a:pt x="2043" y="0"/>
                    </a:moveTo>
                    <a:cubicBezTo>
                      <a:pt x="1996" y="0"/>
                      <a:pt x="1945" y="8"/>
                      <a:pt x="1894" y="24"/>
                    </a:cubicBezTo>
                    <a:lnTo>
                      <a:pt x="1894" y="24"/>
                    </a:lnTo>
                    <a:cubicBezTo>
                      <a:pt x="1704" y="46"/>
                      <a:pt x="1531" y="127"/>
                      <a:pt x="1377" y="281"/>
                    </a:cubicBezTo>
                    <a:cubicBezTo>
                      <a:pt x="1160" y="426"/>
                      <a:pt x="979" y="643"/>
                      <a:pt x="834" y="897"/>
                    </a:cubicBezTo>
                    <a:cubicBezTo>
                      <a:pt x="689" y="1150"/>
                      <a:pt x="617" y="1440"/>
                      <a:pt x="544" y="1694"/>
                    </a:cubicBezTo>
                    <a:cubicBezTo>
                      <a:pt x="540" y="1710"/>
                      <a:pt x="537" y="1727"/>
                      <a:pt x="533" y="1744"/>
                    </a:cubicBezTo>
                    <a:lnTo>
                      <a:pt x="533" y="1744"/>
                    </a:lnTo>
                    <a:cubicBezTo>
                      <a:pt x="501" y="1679"/>
                      <a:pt x="468" y="1614"/>
                      <a:pt x="436" y="1549"/>
                    </a:cubicBezTo>
                    <a:cubicBezTo>
                      <a:pt x="363" y="1368"/>
                      <a:pt x="254" y="1150"/>
                      <a:pt x="73" y="1078"/>
                    </a:cubicBezTo>
                    <a:cubicBezTo>
                      <a:pt x="37" y="1078"/>
                      <a:pt x="1" y="1114"/>
                      <a:pt x="1" y="1150"/>
                    </a:cubicBezTo>
                    <a:lnTo>
                      <a:pt x="1" y="1186"/>
                    </a:lnTo>
                    <a:cubicBezTo>
                      <a:pt x="1" y="1404"/>
                      <a:pt x="37" y="1657"/>
                      <a:pt x="110" y="1875"/>
                    </a:cubicBezTo>
                    <a:cubicBezTo>
                      <a:pt x="110" y="2056"/>
                      <a:pt x="110" y="2237"/>
                      <a:pt x="110" y="2454"/>
                    </a:cubicBezTo>
                    <a:cubicBezTo>
                      <a:pt x="37" y="2780"/>
                      <a:pt x="146" y="3106"/>
                      <a:pt x="363" y="3360"/>
                    </a:cubicBezTo>
                    <a:cubicBezTo>
                      <a:pt x="407" y="3403"/>
                      <a:pt x="460" y="3421"/>
                      <a:pt x="517" y="3421"/>
                    </a:cubicBezTo>
                    <a:cubicBezTo>
                      <a:pt x="648" y="3421"/>
                      <a:pt x="794" y="3327"/>
                      <a:pt x="870" y="3251"/>
                    </a:cubicBezTo>
                    <a:cubicBezTo>
                      <a:pt x="979" y="3106"/>
                      <a:pt x="979" y="3106"/>
                      <a:pt x="1051" y="3034"/>
                    </a:cubicBezTo>
                    <a:cubicBezTo>
                      <a:pt x="1088" y="2961"/>
                      <a:pt x="1088" y="2997"/>
                      <a:pt x="1088" y="2961"/>
                    </a:cubicBezTo>
                    <a:lnTo>
                      <a:pt x="1124" y="2889"/>
                    </a:lnTo>
                    <a:cubicBezTo>
                      <a:pt x="1232" y="2780"/>
                      <a:pt x="1305" y="2635"/>
                      <a:pt x="1377" y="2527"/>
                    </a:cubicBezTo>
                    <a:cubicBezTo>
                      <a:pt x="1522" y="2237"/>
                      <a:pt x="1595" y="1947"/>
                      <a:pt x="1667" y="1657"/>
                    </a:cubicBezTo>
                    <a:cubicBezTo>
                      <a:pt x="1703" y="1549"/>
                      <a:pt x="1703" y="1404"/>
                      <a:pt x="1740" y="1295"/>
                    </a:cubicBezTo>
                    <a:cubicBezTo>
                      <a:pt x="1776" y="1186"/>
                      <a:pt x="1776" y="1186"/>
                      <a:pt x="1812" y="1114"/>
                    </a:cubicBezTo>
                    <a:lnTo>
                      <a:pt x="1812" y="1086"/>
                    </a:lnTo>
                    <a:lnTo>
                      <a:pt x="1812" y="1086"/>
                    </a:lnTo>
                    <a:cubicBezTo>
                      <a:pt x="1801" y="1094"/>
                      <a:pt x="1789" y="1104"/>
                      <a:pt x="1776" y="1114"/>
                    </a:cubicBezTo>
                    <a:cubicBezTo>
                      <a:pt x="1788" y="1102"/>
                      <a:pt x="1800" y="1090"/>
                      <a:pt x="1812" y="1079"/>
                    </a:cubicBezTo>
                    <a:lnTo>
                      <a:pt x="1812" y="1079"/>
                    </a:lnTo>
                    <a:lnTo>
                      <a:pt x="1812" y="1086"/>
                    </a:lnTo>
                    <a:lnTo>
                      <a:pt x="1812" y="1086"/>
                    </a:lnTo>
                    <a:cubicBezTo>
                      <a:pt x="1813" y="1086"/>
                      <a:pt x="1813" y="1085"/>
                      <a:pt x="1814" y="1085"/>
                    </a:cubicBezTo>
                    <a:lnTo>
                      <a:pt x="1814" y="1085"/>
                    </a:lnTo>
                    <a:cubicBezTo>
                      <a:pt x="1813" y="1093"/>
                      <a:pt x="1812" y="1103"/>
                      <a:pt x="1812" y="1114"/>
                    </a:cubicBezTo>
                    <a:lnTo>
                      <a:pt x="1812" y="1150"/>
                    </a:lnTo>
                    <a:cubicBezTo>
                      <a:pt x="1821" y="1115"/>
                      <a:pt x="1825" y="1090"/>
                      <a:pt x="1827" y="1074"/>
                    </a:cubicBezTo>
                    <a:lnTo>
                      <a:pt x="1827" y="1074"/>
                    </a:lnTo>
                    <a:cubicBezTo>
                      <a:pt x="1866" y="1042"/>
                      <a:pt x="1879" y="1027"/>
                      <a:pt x="1875" y="1027"/>
                    </a:cubicBezTo>
                    <a:cubicBezTo>
                      <a:pt x="1873" y="1027"/>
                      <a:pt x="1868" y="1030"/>
                      <a:pt x="1861" y="1035"/>
                    </a:cubicBezTo>
                    <a:lnTo>
                      <a:pt x="1861" y="1035"/>
                    </a:lnTo>
                    <a:cubicBezTo>
                      <a:pt x="1941" y="965"/>
                      <a:pt x="2022" y="904"/>
                      <a:pt x="2102" y="824"/>
                    </a:cubicBezTo>
                    <a:cubicBezTo>
                      <a:pt x="2138" y="752"/>
                      <a:pt x="2210" y="679"/>
                      <a:pt x="2247" y="607"/>
                    </a:cubicBezTo>
                    <a:lnTo>
                      <a:pt x="2247" y="607"/>
                    </a:lnTo>
                    <a:lnTo>
                      <a:pt x="2174" y="679"/>
                    </a:lnTo>
                    <a:cubicBezTo>
                      <a:pt x="2247" y="607"/>
                      <a:pt x="2283" y="498"/>
                      <a:pt x="2319" y="390"/>
                    </a:cubicBezTo>
                    <a:cubicBezTo>
                      <a:pt x="2355" y="281"/>
                      <a:pt x="2319" y="100"/>
                      <a:pt x="2174" y="27"/>
                    </a:cubicBezTo>
                    <a:cubicBezTo>
                      <a:pt x="2138" y="9"/>
                      <a:pt x="2093" y="0"/>
                      <a:pt x="2043"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7" name="Google Shape;1351;p31">
                <a:extLst>
                  <a:ext uri="{FF2B5EF4-FFF2-40B4-BE49-F238E27FC236}">
                    <a16:creationId xmlns:a16="http://schemas.microsoft.com/office/drawing/2014/main" id="{AE4BF05D-692F-C811-4944-F740C8DAD784}"/>
                  </a:ext>
                </a:extLst>
              </p:cNvPr>
              <p:cNvSpPr/>
              <p:nvPr/>
            </p:nvSpPr>
            <p:spPr>
              <a:xfrm>
                <a:off x="4889030" y="4237793"/>
                <a:ext cx="45255" cy="65816"/>
              </a:xfrm>
              <a:custGeom>
                <a:avLst/>
                <a:gdLst/>
                <a:ahLst/>
                <a:cxnLst/>
                <a:rect l="l" t="t" r="r" b="b"/>
                <a:pathLst>
                  <a:path w="1950" h="2836" extrusionOk="0">
                    <a:moveTo>
                      <a:pt x="79" y="0"/>
                    </a:moveTo>
                    <a:cubicBezTo>
                      <a:pt x="43" y="0"/>
                      <a:pt x="1" y="53"/>
                      <a:pt x="30" y="83"/>
                    </a:cubicBezTo>
                    <a:lnTo>
                      <a:pt x="66" y="119"/>
                    </a:lnTo>
                    <a:cubicBezTo>
                      <a:pt x="356" y="517"/>
                      <a:pt x="501" y="1024"/>
                      <a:pt x="791" y="1459"/>
                    </a:cubicBezTo>
                    <a:cubicBezTo>
                      <a:pt x="936" y="1713"/>
                      <a:pt x="1080" y="1930"/>
                      <a:pt x="1225" y="2184"/>
                    </a:cubicBezTo>
                    <a:cubicBezTo>
                      <a:pt x="1370" y="2437"/>
                      <a:pt x="1588" y="2654"/>
                      <a:pt x="1841" y="2836"/>
                    </a:cubicBezTo>
                    <a:cubicBezTo>
                      <a:pt x="1877" y="2836"/>
                      <a:pt x="1950" y="2799"/>
                      <a:pt x="1914" y="2727"/>
                    </a:cubicBezTo>
                    <a:cubicBezTo>
                      <a:pt x="1805" y="2473"/>
                      <a:pt x="1660" y="2220"/>
                      <a:pt x="1479" y="1966"/>
                    </a:cubicBezTo>
                    <a:cubicBezTo>
                      <a:pt x="1298" y="1749"/>
                      <a:pt x="1117" y="1495"/>
                      <a:pt x="972" y="1242"/>
                    </a:cubicBezTo>
                    <a:cubicBezTo>
                      <a:pt x="827" y="952"/>
                      <a:pt x="718" y="771"/>
                      <a:pt x="610" y="590"/>
                    </a:cubicBezTo>
                    <a:cubicBezTo>
                      <a:pt x="465" y="373"/>
                      <a:pt x="284" y="155"/>
                      <a:pt x="102" y="10"/>
                    </a:cubicBezTo>
                    <a:cubicBezTo>
                      <a:pt x="96" y="3"/>
                      <a:pt x="87" y="0"/>
                      <a:pt x="79"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85" name="Google Shape;1352;p31">
              <a:extLst>
                <a:ext uri="{FF2B5EF4-FFF2-40B4-BE49-F238E27FC236}">
                  <a16:creationId xmlns:a16="http://schemas.microsoft.com/office/drawing/2014/main" id="{3A74EDB9-A381-74FA-AE35-A502E00E7B02}"/>
                </a:ext>
              </a:extLst>
            </p:cNvPr>
            <p:cNvGrpSpPr/>
            <p:nvPr/>
          </p:nvGrpSpPr>
          <p:grpSpPr>
            <a:xfrm>
              <a:off x="3338438" y="3293501"/>
              <a:ext cx="834750" cy="1472610"/>
              <a:chOff x="6676808" y="3293501"/>
              <a:chExt cx="834750" cy="1472610"/>
            </a:xfrm>
          </p:grpSpPr>
          <p:sp>
            <p:nvSpPr>
              <p:cNvPr id="91" name="Google Shape;1353;p31">
                <a:extLst>
                  <a:ext uri="{FF2B5EF4-FFF2-40B4-BE49-F238E27FC236}">
                    <a16:creationId xmlns:a16="http://schemas.microsoft.com/office/drawing/2014/main" id="{7D7182F8-52DB-CDDA-7571-33278683BD8B}"/>
                  </a:ext>
                </a:extLst>
              </p:cNvPr>
              <p:cNvSpPr/>
              <p:nvPr/>
            </p:nvSpPr>
            <p:spPr>
              <a:xfrm>
                <a:off x="6686044" y="3305917"/>
                <a:ext cx="825514" cy="1441720"/>
              </a:xfrm>
              <a:custGeom>
                <a:avLst/>
                <a:gdLst/>
                <a:ahLst/>
                <a:cxnLst/>
                <a:rect l="l" t="t" r="r" b="b"/>
                <a:pathLst>
                  <a:path w="35571" h="62123" extrusionOk="0">
                    <a:moveTo>
                      <a:pt x="16228" y="30168"/>
                    </a:moveTo>
                    <a:cubicBezTo>
                      <a:pt x="17242" y="30422"/>
                      <a:pt x="18257" y="30712"/>
                      <a:pt x="19198" y="31001"/>
                    </a:cubicBezTo>
                    <a:cubicBezTo>
                      <a:pt x="21806" y="31762"/>
                      <a:pt x="24305" y="32849"/>
                      <a:pt x="26660" y="34225"/>
                    </a:cubicBezTo>
                    <a:cubicBezTo>
                      <a:pt x="27747" y="35674"/>
                      <a:pt x="28869" y="37195"/>
                      <a:pt x="30463" y="37268"/>
                    </a:cubicBezTo>
                    <a:cubicBezTo>
                      <a:pt x="30753" y="37594"/>
                      <a:pt x="31043" y="37920"/>
                      <a:pt x="31296" y="38246"/>
                    </a:cubicBezTo>
                    <a:cubicBezTo>
                      <a:pt x="31369" y="38318"/>
                      <a:pt x="31441" y="38390"/>
                      <a:pt x="31550" y="38427"/>
                    </a:cubicBezTo>
                    <a:cubicBezTo>
                      <a:pt x="31731" y="40057"/>
                      <a:pt x="31876" y="41687"/>
                      <a:pt x="31912" y="43317"/>
                    </a:cubicBezTo>
                    <a:cubicBezTo>
                      <a:pt x="31658" y="45019"/>
                      <a:pt x="31514" y="46613"/>
                      <a:pt x="30753" y="48315"/>
                    </a:cubicBezTo>
                    <a:cubicBezTo>
                      <a:pt x="29811" y="50343"/>
                      <a:pt x="28362" y="52082"/>
                      <a:pt x="26551" y="53422"/>
                    </a:cubicBezTo>
                    <a:cubicBezTo>
                      <a:pt x="23891" y="55483"/>
                      <a:pt x="20455" y="56513"/>
                      <a:pt x="17049" y="56513"/>
                    </a:cubicBezTo>
                    <a:cubicBezTo>
                      <a:pt x="15307" y="56513"/>
                      <a:pt x="13572" y="56244"/>
                      <a:pt x="11954" y="55704"/>
                    </a:cubicBezTo>
                    <a:cubicBezTo>
                      <a:pt x="6919" y="54038"/>
                      <a:pt x="4420" y="48750"/>
                      <a:pt x="2754" y="44222"/>
                    </a:cubicBezTo>
                    <a:cubicBezTo>
                      <a:pt x="2754" y="44186"/>
                      <a:pt x="2718" y="44150"/>
                      <a:pt x="2718" y="44150"/>
                    </a:cubicBezTo>
                    <a:cubicBezTo>
                      <a:pt x="2645" y="43317"/>
                      <a:pt x="2609" y="42447"/>
                      <a:pt x="2609" y="41650"/>
                    </a:cubicBezTo>
                    <a:cubicBezTo>
                      <a:pt x="2609" y="41324"/>
                      <a:pt x="2645" y="40998"/>
                      <a:pt x="2645" y="40672"/>
                    </a:cubicBezTo>
                    <a:cubicBezTo>
                      <a:pt x="2718" y="40636"/>
                      <a:pt x="2790" y="40564"/>
                      <a:pt x="2862" y="40528"/>
                    </a:cubicBezTo>
                    <a:cubicBezTo>
                      <a:pt x="4674" y="38753"/>
                      <a:pt x="5869" y="36507"/>
                      <a:pt x="7571" y="34623"/>
                    </a:cubicBezTo>
                    <a:cubicBezTo>
                      <a:pt x="9745" y="32197"/>
                      <a:pt x="13077" y="30856"/>
                      <a:pt x="16228" y="30168"/>
                    </a:cubicBezTo>
                    <a:close/>
                    <a:moveTo>
                      <a:pt x="17125" y="1"/>
                    </a:moveTo>
                    <a:cubicBezTo>
                      <a:pt x="16812" y="1"/>
                      <a:pt x="16500" y="122"/>
                      <a:pt x="16264" y="358"/>
                    </a:cubicBezTo>
                    <a:cubicBezTo>
                      <a:pt x="13584" y="2568"/>
                      <a:pt x="11845" y="5574"/>
                      <a:pt x="10143" y="8544"/>
                    </a:cubicBezTo>
                    <a:cubicBezTo>
                      <a:pt x="7897" y="12384"/>
                      <a:pt x="5652" y="16259"/>
                      <a:pt x="4022" y="20388"/>
                    </a:cubicBezTo>
                    <a:cubicBezTo>
                      <a:pt x="1051" y="27959"/>
                      <a:pt x="1" y="36253"/>
                      <a:pt x="146" y="44331"/>
                    </a:cubicBezTo>
                    <a:cubicBezTo>
                      <a:pt x="255" y="51104"/>
                      <a:pt x="3080" y="57624"/>
                      <a:pt x="9455" y="60558"/>
                    </a:cubicBezTo>
                    <a:cubicBezTo>
                      <a:pt x="11823" y="61594"/>
                      <a:pt x="14386" y="62122"/>
                      <a:pt x="16983" y="62122"/>
                    </a:cubicBezTo>
                    <a:cubicBezTo>
                      <a:pt x="17563" y="62122"/>
                      <a:pt x="18145" y="62096"/>
                      <a:pt x="18727" y="62043"/>
                    </a:cubicBezTo>
                    <a:cubicBezTo>
                      <a:pt x="20068" y="61970"/>
                      <a:pt x="21444" y="61717"/>
                      <a:pt x="22748" y="61319"/>
                    </a:cubicBezTo>
                    <a:cubicBezTo>
                      <a:pt x="22917" y="61425"/>
                      <a:pt x="23118" y="61472"/>
                      <a:pt x="23340" y="61472"/>
                    </a:cubicBezTo>
                    <a:cubicBezTo>
                      <a:pt x="24780" y="61472"/>
                      <a:pt x="27129" y="59498"/>
                      <a:pt x="27819" y="58964"/>
                    </a:cubicBezTo>
                    <a:cubicBezTo>
                      <a:pt x="29884" y="57370"/>
                      <a:pt x="31550" y="55306"/>
                      <a:pt x="32745" y="52988"/>
                    </a:cubicBezTo>
                    <a:cubicBezTo>
                      <a:pt x="33940" y="50597"/>
                      <a:pt x="34629" y="47989"/>
                      <a:pt x="34701" y="45345"/>
                    </a:cubicBezTo>
                    <a:cubicBezTo>
                      <a:pt x="34955" y="44476"/>
                      <a:pt x="34701" y="43896"/>
                      <a:pt x="34810" y="43027"/>
                    </a:cubicBezTo>
                    <a:cubicBezTo>
                      <a:pt x="34955" y="41976"/>
                      <a:pt x="35570" y="39948"/>
                      <a:pt x="34556" y="39441"/>
                    </a:cubicBezTo>
                    <a:cubicBezTo>
                      <a:pt x="34484" y="38499"/>
                      <a:pt x="34375" y="37557"/>
                      <a:pt x="34303" y="36616"/>
                    </a:cubicBezTo>
                    <a:cubicBezTo>
                      <a:pt x="33578" y="29480"/>
                      <a:pt x="32202" y="22526"/>
                      <a:pt x="28869" y="16114"/>
                    </a:cubicBezTo>
                    <a:cubicBezTo>
                      <a:pt x="27131" y="12782"/>
                      <a:pt x="25247" y="9486"/>
                      <a:pt x="23291" y="6262"/>
                    </a:cubicBezTo>
                    <a:cubicBezTo>
                      <a:pt x="22096" y="4270"/>
                      <a:pt x="20538" y="1409"/>
                      <a:pt x="18220" y="612"/>
                    </a:cubicBezTo>
                    <a:cubicBezTo>
                      <a:pt x="18075" y="431"/>
                      <a:pt x="17931" y="286"/>
                      <a:pt x="17749" y="177"/>
                    </a:cubicBezTo>
                    <a:cubicBezTo>
                      <a:pt x="17557" y="59"/>
                      <a:pt x="17341" y="1"/>
                      <a:pt x="17125" y="1"/>
                    </a:cubicBezTo>
                    <a:close/>
                  </a:path>
                </a:pathLst>
              </a:custGeom>
              <a:solidFill>
                <a:srgbClr val="57759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 name="Google Shape;1354;p31">
                <a:extLst>
                  <a:ext uri="{FF2B5EF4-FFF2-40B4-BE49-F238E27FC236}">
                    <a16:creationId xmlns:a16="http://schemas.microsoft.com/office/drawing/2014/main" id="{571CAAD2-8D5C-023D-04B6-4E25C53774FC}"/>
                  </a:ext>
                </a:extLst>
              </p:cNvPr>
              <p:cNvSpPr/>
              <p:nvPr/>
            </p:nvSpPr>
            <p:spPr>
              <a:xfrm>
                <a:off x="6691266" y="4397527"/>
                <a:ext cx="812727" cy="361294"/>
              </a:xfrm>
              <a:custGeom>
                <a:avLst/>
                <a:gdLst/>
                <a:ahLst/>
                <a:cxnLst/>
                <a:rect l="l" t="t" r="r" b="b"/>
                <a:pathLst>
                  <a:path w="35020" h="15568" extrusionOk="0">
                    <a:moveTo>
                      <a:pt x="33799" y="1"/>
                    </a:moveTo>
                    <a:cubicBezTo>
                      <a:pt x="33688" y="1"/>
                      <a:pt x="33575" y="77"/>
                      <a:pt x="33498" y="154"/>
                    </a:cubicBezTo>
                    <a:cubicBezTo>
                      <a:pt x="32267" y="1494"/>
                      <a:pt x="31941" y="3523"/>
                      <a:pt x="31325" y="5298"/>
                    </a:cubicBezTo>
                    <a:lnTo>
                      <a:pt x="31216" y="5406"/>
                    </a:lnTo>
                    <a:cubicBezTo>
                      <a:pt x="30202" y="6674"/>
                      <a:pt x="29007" y="7797"/>
                      <a:pt x="27703" y="8739"/>
                    </a:cubicBezTo>
                    <a:cubicBezTo>
                      <a:pt x="27159" y="9065"/>
                      <a:pt x="26688" y="9499"/>
                      <a:pt x="26254" y="9934"/>
                    </a:cubicBezTo>
                    <a:cubicBezTo>
                      <a:pt x="24696" y="10550"/>
                      <a:pt x="23175" y="11310"/>
                      <a:pt x="21509" y="11709"/>
                    </a:cubicBezTo>
                    <a:cubicBezTo>
                      <a:pt x="20165" y="12049"/>
                      <a:pt x="18794" y="12217"/>
                      <a:pt x="17425" y="12217"/>
                    </a:cubicBezTo>
                    <a:cubicBezTo>
                      <a:pt x="15585" y="12217"/>
                      <a:pt x="13748" y="11913"/>
                      <a:pt x="11983" y="11310"/>
                    </a:cubicBezTo>
                    <a:cubicBezTo>
                      <a:pt x="9447" y="10369"/>
                      <a:pt x="7093" y="8920"/>
                      <a:pt x="5137" y="7036"/>
                    </a:cubicBezTo>
                    <a:cubicBezTo>
                      <a:pt x="3072" y="5153"/>
                      <a:pt x="1877" y="2798"/>
                      <a:pt x="392" y="516"/>
                    </a:cubicBezTo>
                    <a:cubicBezTo>
                      <a:pt x="371" y="488"/>
                      <a:pt x="343" y="477"/>
                      <a:pt x="312" y="477"/>
                    </a:cubicBezTo>
                    <a:cubicBezTo>
                      <a:pt x="183" y="477"/>
                      <a:pt x="0" y="682"/>
                      <a:pt x="30" y="770"/>
                    </a:cubicBezTo>
                    <a:cubicBezTo>
                      <a:pt x="537" y="4247"/>
                      <a:pt x="2239" y="7435"/>
                      <a:pt x="4883" y="9753"/>
                    </a:cubicBezTo>
                    <a:cubicBezTo>
                      <a:pt x="4702" y="9789"/>
                      <a:pt x="4521" y="10006"/>
                      <a:pt x="4593" y="10115"/>
                    </a:cubicBezTo>
                    <a:cubicBezTo>
                      <a:pt x="6078" y="12977"/>
                      <a:pt x="11005" y="14389"/>
                      <a:pt x="13866" y="15150"/>
                    </a:cubicBezTo>
                    <a:cubicBezTo>
                      <a:pt x="14994" y="15437"/>
                      <a:pt x="16151" y="15568"/>
                      <a:pt x="17311" y="15568"/>
                    </a:cubicBezTo>
                    <a:cubicBezTo>
                      <a:pt x="19804" y="15568"/>
                      <a:pt x="22314" y="14966"/>
                      <a:pt x="24588" y="14027"/>
                    </a:cubicBezTo>
                    <a:cubicBezTo>
                      <a:pt x="27594" y="12795"/>
                      <a:pt x="29985" y="10332"/>
                      <a:pt x="31723" y="7652"/>
                    </a:cubicBezTo>
                    <a:cubicBezTo>
                      <a:pt x="32484" y="6565"/>
                      <a:pt x="35019" y="2183"/>
                      <a:pt x="34295" y="480"/>
                    </a:cubicBezTo>
                    <a:lnTo>
                      <a:pt x="34295" y="444"/>
                    </a:lnTo>
                    <a:cubicBezTo>
                      <a:pt x="34295" y="372"/>
                      <a:pt x="34259" y="372"/>
                      <a:pt x="34222" y="372"/>
                    </a:cubicBezTo>
                    <a:cubicBezTo>
                      <a:pt x="34150" y="227"/>
                      <a:pt x="34041" y="118"/>
                      <a:pt x="33933" y="46"/>
                    </a:cubicBezTo>
                    <a:cubicBezTo>
                      <a:pt x="33890" y="14"/>
                      <a:pt x="33845" y="1"/>
                      <a:pt x="33799" y="1"/>
                    </a:cubicBezTo>
                    <a:close/>
                  </a:path>
                </a:pathLst>
              </a:custGeom>
              <a:solidFill>
                <a:srgbClr val="34536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 name="Google Shape;1355;p31">
                <a:extLst>
                  <a:ext uri="{FF2B5EF4-FFF2-40B4-BE49-F238E27FC236}">
                    <a16:creationId xmlns:a16="http://schemas.microsoft.com/office/drawing/2014/main" id="{3E09D76C-1199-5146-BEEC-72315E0D9EA3}"/>
                  </a:ext>
                </a:extLst>
              </p:cNvPr>
              <p:cNvSpPr/>
              <p:nvPr/>
            </p:nvSpPr>
            <p:spPr>
              <a:xfrm>
                <a:off x="6749933" y="3949980"/>
                <a:ext cx="638879" cy="254238"/>
              </a:xfrm>
              <a:custGeom>
                <a:avLst/>
                <a:gdLst/>
                <a:ahLst/>
                <a:cxnLst/>
                <a:rect l="l" t="t" r="r" b="b"/>
                <a:pathLst>
                  <a:path w="27529" h="10955" extrusionOk="0">
                    <a:moveTo>
                      <a:pt x="14771" y="1"/>
                    </a:moveTo>
                    <a:cubicBezTo>
                      <a:pt x="13868" y="1"/>
                      <a:pt x="12961" y="92"/>
                      <a:pt x="12062" y="278"/>
                    </a:cubicBezTo>
                    <a:cubicBezTo>
                      <a:pt x="9056" y="858"/>
                      <a:pt x="6267" y="2307"/>
                      <a:pt x="4058" y="4444"/>
                    </a:cubicBezTo>
                    <a:cubicBezTo>
                      <a:pt x="2645" y="5820"/>
                      <a:pt x="1" y="8754"/>
                      <a:pt x="544" y="10891"/>
                    </a:cubicBezTo>
                    <a:cubicBezTo>
                      <a:pt x="556" y="10937"/>
                      <a:pt x="586" y="10954"/>
                      <a:pt x="623" y="10954"/>
                    </a:cubicBezTo>
                    <a:cubicBezTo>
                      <a:pt x="701" y="10954"/>
                      <a:pt x="809" y="10879"/>
                      <a:pt x="834" y="10855"/>
                    </a:cubicBezTo>
                    <a:cubicBezTo>
                      <a:pt x="2210" y="9333"/>
                      <a:pt x="2935" y="7631"/>
                      <a:pt x="4311" y="6218"/>
                    </a:cubicBezTo>
                    <a:cubicBezTo>
                      <a:pt x="6303" y="5711"/>
                      <a:pt x="8042" y="4407"/>
                      <a:pt x="9889" y="3502"/>
                    </a:cubicBezTo>
                    <a:cubicBezTo>
                      <a:pt x="11361" y="2795"/>
                      <a:pt x="12823" y="2622"/>
                      <a:pt x="14285" y="2622"/>
                    </a:cubicBezTo>
                    <a:cubicBezTo>
                      <a:pt x="15594" y="2622"/>
                      <a:pt x="16903" y="2760"/>
                      <a:pt x="18220" y="2777"/>
                    </a:cubicBezTo>
                    <a:cubicBezTo>
                      <a:pt x="19415" y="3103"/>
                      <a:pt x="20575" y="3611"/>
                      <a:pt x="21625" y="4299"/>
                    </a:cubicBezTo>
                    <a:cubicBezTo>
                      <a:pt x="23364" y="5422"/>
                      <a:pt x="24849" y="8138"/>
                      <a:pt x="26913" y="8464"/>
                    </a:cubicBezTo>
                    <a:cubicBezTo>
                      <a:pt x="26924" y="8467"/>
                      <a:pt x="26935" y="8468"/>
                      <a:pt x="26946" y="8468"/>
                    </a:cubicBezTo>
                    <a:cubicBezTo>
                      <a:pt x="27079" y="8468"/>
                      <a:pt x="27203" y="8272"/>
                      <a:pt x="27203" y="8138"/>
                    </a:cubicBezTo>
                    <a:cubicBezTo>
                      <a:pt x="27529" y="5277"/>
                      <a:pt x="23508" y="2886"/>
                      <a:pt x="21299" y="1691"/>
                    </a:cubicBezTo>
                    <a:cubicBezTo>
                      <a:pt x="19279" y="577"/>
                      <a:pt x="17037" y="1"/>
                      <a:pt x="14771" y="1"/>
                    </a:cubicBezTo>
                    <a:close/>
                  </a:path>
                </a:pathLst>
              </a:custGeom>
              <a:solidFill>
                <a:srgbClr val="34536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4" name="Google Shape;1356;p31">
                <a:extLst>
                  <a:ext uri="{FF2B5EF4-FFF2-40B4-BE49-F238E27FC236}">
                    <a16:creationId xmlns:a16="http://schemas.microsoft.com/office/drawing/2014/main" id="{6E9170EF-8A41-FC78-1C7D-2D030AF66E1D}"/>
                  </a:ext>
                </a:extLst>
              </p:cNvPr>
              <p:cNvSpPr/>
              <p:nvPr/>
            </p:nvSpPr>
            <p:spPr>
              <a:xfrm>
                <a:off x="6739861" y="3930858"/>
                <a:ext cx="717042" cy="699242"/>
              </a:xfrm>
              <a:custGeom>
                <a:avLst/>
                <a:gdLst/>
                <a:ahLst/>
                <a:cxnLst/>
                <a:rect l="l" t="t" r="r" b="b"/>
                <a:pathLst>
                  <a:path w="30897" h="30130" extrusionOk="0">
                    <a:moveTo>
                      <a:pt x="5832" y="4253"/>
                    </a:moveTo>
                    <a:lnTo>
                      <a:pt x="5796" y="4272"/>
                    </a:lnTo>
                    <a:cubicBezTo>
                      <a:pt x="5805" y="4262"/>
                      <a:pt x="5814" y="4253"/>
                      <a:pt x="5832" y="4253"/>
                    </a:cubicBezTo>
                    <a:close/>
                    <a:moveTo>
                      <a:pt x="1791" y="9992"/>
                    </a:moveTo>
                    <a:cubicBezTo>
                      <a:pt x="1790" y="9992"/>
                      <a:pt x="1786" y="10006"/>
                      <a:pt x="1775" y="10049"/>
                    </a:cubicBezTo>
                    <a:cubicBezTo>
                      <a:pt x="1775" y="10052"/>
                      <a:pt x="1775" y="10054"/>
                      <a:pt x="1776" y="10054"/>
                    </a:cubicBezTo>
                    <a:cubicBezTo>
                      <a:pt x="1779" y="10054"/>
                      <a:pt x="1793" y="9992"/>
                      <a:pt x="1791" y="9992"/>
                    </a:cubicBezTo>
                    <a:close/>
                    <a:moveTo>
                      <a:pt x="14416" y="957"/>
                    </a:moveTo>
                    <a:cubicBezTo>
                      <a:pt x="15213" y="957"/>
                      <a:pt x="15974" y="994"/>
                      <a:pt x="16734" y="1066"/>
                    </a:cubicBezTo>
                    <a:lnTo>
                      <a:pt x="17278" y="1138"/>
                    </a:lnTo>
                    <a:cubicBezTo>
                      <a:pt x="17423" y="1175"/>
                      <a:pt x="17604" y="1211"/>
                      <a:pt x="17785" y="1247"/>
                    </a:cubicBezTo>
                    <a:cubicBezTo>
                      <a:pt x="18147" y="1319"/>
                      <a:pt x="18509" y="1392"/>
                      <a:pt x="18871" y="1501"/>
                    </a:cubicBezTo>
                    <a:cubicBezTo>
                      <a:pt x="19596" y="1718"/>
                      <a:pt x="20284" y="1971"/>
                      <a:pt x="20936" y="2297"/>
                    </a:cubicBezTo>
                    <a:cubicBezTo>
                      <a:pt x="21262" y="2442"/>
                      <a:pt x="21588" y="2623"/>
                      <a:pt x="21914" y="2805"/>
                    </a:cubicBezTo>
                    <a:cubicBezTo>
                      <a:pt x="22240" y="2949"/>
                      <a:pt x="22530" y="3131"/>
                      <a:pt x="22820" y="3312"/>
                    </a:cubicBezTo>
                    <a:cubicBezTo>
                      <a:pt x="24051" y="4145"/>
                      <a:pt x="25102" y="5123"/>
                      <a:pt x="26043" y="6209"/>
                    </a:cubicBezTo>
                    <a:cubicBezTo>
                      <a:pt x="26949" y="7332"/>
                      <a:pt x="27709" y="8600"/>
                      <a:pt x="28253" y="9940"/>
                    </a:cubicBezTo>
                    <a:cubicBezTo>
                      <a:pt x="28506" y="10592"/>
                      <a:pt x="28760" y="11317"/>
                      <a:pt x="28905" y="12041"/>
                    </a:cubicBezTo>
                    <a:cubicBezTo>
                      <a:pt x="29013" y="12403"/>
                      <a:pt x="29086" y="12765"/>
                      <a:pt x="29122" y="13091"/>
                    </a:cubicBezTo>
                    <a:cubicBezTo>
                      <a:pt x="29158" y="13417"/>
                      <a:pt x="29231" y="13816"/>
                      <a:pt x="29267" y="14214"/>
                    </a:cubicBezTo>
                    <a:cubicBezTo>
                      <a:pt x="29303" y="14975"/>
                      <a:pt x="29303" y="15736"/>
                      <a:pt x="29267" y="16532"/>
                    </a:cubicBezTo>
                    <a:cubicBezTo>
                      <a:pt x="29267" y="16714"/>
                      <a:pt x="29231" y="16895"/>
                      <a:pt x="29195" y="17112"/>
                    </a:cubicBezTo>
                    <a:cubicBezTo>
                      <a:pt x="29195" y="17112"/>
                      <a:pt x="29195" y="17148"/>
                      <a:pt x="29195" y="17184"/>
                    </a:cubicBezTo>
                    <a:cubicBezTo>
                      <a:pt x="29195" y="17221"/>
                      <a:pt x="29195" y="17257"/>
                      <a:pt x="29195" y="17293"/>
                    </a:cubicBezTo>
                    <a:cubicBezTo>
                      <a:pt x="29195" y="17402"/>
                      <a:pt x="29158" y="17510"/>
                      <a:pt x="29158" y="17619"/>
                    </a:cubicBezTo>
                    <a:cubicBezTo>
                      <a:pt x="29086" y="17981"/>
                      <a:pt x="29013" y="18343"/>
                      <a:pt x="28941" y="18706"/>
                    </a:cubicBezTo>
                    <a:cubicBezTo>
                      <a:pt x="28832" y="19068"/>
                      <a:pt x="28724" y="19430"/>
                      <a:pt x="28615" y="19756"/>
                    </a:cubicBezTo>
                    <a:lnTo>
                      <a:pt x="28543" y="20046"/>
                    </a:lnTo>
                    <a:lnTo>
                      <a:pt x="28506" y="20155"/>
                    </a:lnTo>
                    <a:lnTo>
                      <a:pt x="28506" y="20227"/>
                    </a:lnTo>
                    <a:cubicBezTo>
                      <a:pt x="28434" y="20372"/>
                      <a:pt x="28361" y="20553"/>
                      <a:pt x="28289" y="20734"/>
                    </a:cubicBezTo>
                    <a:cubicBezTo>
                      <a:pt x="28144" y="21060"/>
                      <a:pt x="27999" y="21386"/>
                      <a:pt x="27854" y="21712"/>
                    </a:cubicBezTo>
                    <a:cubicBezTo>
                      <a:pt x="27746" y="21893"/>
                      <a:pt x="27673" y="22038"/>
                      <a:pt x="27601" y="22183"/>
                    </a:cubicBezTo>
                    <a:lnTo>
                      <a:pt x="27456" y="22400"/>
                    </a:lnTo>
                    <a:cubicBezTo>
                      <a:pt x="27420" y="22436"/>
                      <a:pt x="27420" y="22473"/>
                      <a:pt x="27383" y="22509"/>
                    </a:cubicBezTo>
                    <a:lnTo>
                      <a:pt x="27347" y="22581"/>
                    </a:lnTo>
                    <a:cubicBezTo>
                      <a:pt x="26985" y="23197"/>
                      <a:pt x="26550" y="23813"/>
                      <a:pt x="26080" y="24356"/>
                    </a:cubicBezTo>
                    <a:cubicBezTo>
                      <a:pt x="26043" y="24392"/>
                      <a:pt x="26007" y="24429"/>
                      <a:pt x="25971" y="24465"/>
                    </a:cubicBezTo>
                    <a:lnTo>
                      <a:pt x="25790" y="24682"/>
                    </a:lnTo>
                    <a:lnTo>
                      <a:pt x="25428" y="25081"/>
                    </a:lnTo>
                    <a:cubicBezTo>
                      <a:pt x="25174" y="25334"/>
                      <a:pt x="24920" y="25588"/>
                      <a:pt x="24631" y="25805"/>
                    </a:cubicBezTo>
                    <a:cubicBezTo>
                      <a:pt x="24607" y="25853"/>
                      <a:pt x="24567" y="25901"/>
                      <a:pt x="24521" y="25939"/>
                    </a:cubicBezTo>
                    <a:lnTo>
                      <a:pt x="24521" y="25939"/>
                    </a:lnTo>
                    <a:cubicBezTo>
                      <a:pt x="24520" y="25936"/>
                      <a:pt x="24518" y="25935"/>
                      <a:pt x="24514" y="25935"/>
                    </a:cubicBezTo>
                    <a:cubicBezTo>
                      <a:pt x="24507" y="25935"/>
                      <a:pt x="24496" y="25939"/>
                      <a:pt x="24486" y="25950"/>
                    </a:cubicBezTo>
                    <a:lnTo>
                      <a:pt x="24450" y="25986"/>
                    </a:lnTo>
                    <a:lnTo>
                      <a:pt x="24305" y="26095"/>
                    </a:lnTo>
                    <a:lnTo>
                      <a:pt x="23906" y="26421"/>
                    </a:lnTo>
                    <a:cubicBezTo>
                      <a:pt x="23616" y="26638"/>
                      <a:pt x="23290" y="26855"/>
                      <a:pt x="23001" y="27037"/>
                    </a:cubicBezTo>
                    <a:lnTo>
                      <a:pt x="22747" y="27181"/>
                    </a:lnTo>
                    <a:lnTo>
                      <a:pt x="22675" y="27254"/>
                    </a:lnTo>
                    <a:lnTo>
                      <a:pt x="22602" y="27290"/>
                    </a:lnTo>
                    <a:cubicBezTo>
                      <a:pt x="22457" y="27399"/>
                      <a:pt x="22276" y="27471"/>
                      <a:pt x="22131" y="27580"/>
                    </a:cubicBezTo>
                    <a:cubicBezTo>
                      <a:pt x="21805" y="27725"/>
                      <a:pt x="21479" y="27906"/>
                      <a:pt x="21153" y="28051"/>
                    </a:cubicBezTo>
                    <a:cubicBezTo>
                      <a:pt x="20972" y="28123"/>
                      <a:pt x="20827" y="28196"/>
                      <a:pt x="20646" y="28268"/>
                    </a:cubicBezTo>
                    <a:lnTo>
                      <a:pt x="20393" y="28377"/>
                    </a:lnTo>
                    <a:lnTo>
                      <a:pt x="20284" y="28413"/>
                    </a:lnTo>
                    <a:lnTo>
                      <a:pt x="20212" y="28413"/>
                    </a:lnTo>
                    <a:cubicBezTo>
                      <a:pt x="19886" y="28522"/>
                      <a:pt x="19523" y="28630"/>
                      <a:pt x="19161" y="28739"/>
                    </a:cubicBezTo>
                    <a:cubicBezTo>
                      <a:pt x="18835" y="28848"/>
                      <a:pt x="18437" y="28920"/>
                      <a:pt x="18075" y="28993"/>
                    </a:cubicBezTo>
                    <a:lnTo>
                      <a:pt x="17423" y="29065"/>
                    </a:lnTo>
                    <a:lnTo>
                      <a:pt x="17133" y="29101"/>
                    </a:lnTo>
                    <a:lnTo>
                      <a:pt x="16915" y="29101"/>
                    </a:lnTo>
                    <a:cubicBezTo>
                      <a:pt x="16359" y="29154"/>
                      <a:pt x="15782" y="29188"/>
                      <a:pt x="15215" y="29188"/>
                    </a:cubicBezTo>
                    <a:cubicBezTo>
                      <a:pt x="15008" y="29188"/>
                      <a:pt x="14801" y="29183"/>
                      <a:pt x="14597" y="29174"/>
                    </a:cubicBezTo>
                    <a:cubicBezTo>
                      <a:pt x="14199" y="29174"/>
                      <a:pt x="13837" y="29137"/>
                      <a:pt x="13438" y="29065"/>
                    </a:cubicBezTo>
                    <a:cubicBezTo>
                      <a:pt x="13076" y="29029"/>
                      <a:pt x="12786" y="28993"/>
                      <a:pt x="12388" y="28884"/>
                    </a:cubicBezTo>
                    <a:cubicBezTo>
                      <a:pt x="10939" y="28594"/>
                      <a:pt x="9563" y="28087"/>
                      <a:pt x="8259" y="27363"/>
                    </a:cubicBezTo>
                    <a:cubicBezTo>
                      <a:pt x="7643" y="27000"/>
                      <a:pt x="7063" y="26602"/>
                      <a:pt x="6520" y="26167"/>
                    </a:cubicBezTo>
                    <a:cubicBezTo>
                      <a:pt x="5361" y="25298"/>
                      <a:pt x="4347" y="24248"/>
                      <a:pt x="3550" y="23052"/>
                    </a:cubicBezTo>
                    <a:cubicBezTo>
                      <a:pt x="3115" y="22473"/>
                      <a:pt x="2753" y="21857"/>
                      <a:pt x="2427" y="21205"/>
                    </a:cubicBezTo>
                    <a:cubicBezTo>
                      <a:pt x="2101" y="20553"/>
                      <a:pt x="1847" y="19865"/>
                      <a:pt x="1630" y="19177"/>
                    </a:cubicBezTo>
                    <a:cubicBezTo>
                      <a:pt x="1485" y="18814"/>
                      <a:pt x="1413" y="18452"/>
                      <a:pt x="1304" y="18090"/>
                    </a:cubicBezTo>
                    <a:cubicBezTo>
                      <a:pt x="1268" y="17909"/>
                      <a:pt x="1232" y="17728"/>
                      <a:pt x="1195" y="17547"/>
                    </a:cubicBezTo>
                    <a:cubicBezTo>
                      <a:pt x="1159" y="17366"/>
                      <a:pt x="1159" y="17257"/>
                      <a:pt x="1123" y="17040"/>
                    </a:cubicBezTo>
                    <a:cubicBezTo>
                      <a:pt x="1015" y="16317"/>
                      <a:pt x="942" y="15558"/>
                      <a:pt x="942" y="14835"/>
                    </a:cubicBezTo>
                    <a:lnTo>
                      <a:pt x="942" y="14835"/>
                    </a:lnTo>
                    <a:cubicBezTo>
                      <a:pt x="942" y="14447"/>
                      <a:pt x="944" y="14060"/>
                      <a:pt x="1014" y="13707"/>
                    </a:cubicBezTo>
                    <a:lnTo>
                      <a:pt x="1051" y="13128"/>
                    </a:lnTo>
                    <a:lnTo>
                      <a:pt x="1051" y="13055"/>
                    </a:lnTo>
                    <a:cubicBezTo>
                      <a:pt x="1051" y="13055"/>
                      <a:pt x="1051" y="12983"/>
                      <a:pt x="1087" y="12947"/>
                    </a:cubicBezTo>
                    <a:cubicBezTo>
                      <a:pt x="1087" y="12874"/>
                      <a:pt x="1087" y="12729"/>
                      <a:pt x="1123" y="12657"/>
                    </a:cubicBezTo>
                    <a:cubicBezTo>
                      <a:pt x="1232" y="11896"/>
                      <a:pt x="1413" y="11172"/>
                      <a:pt x="1630" y="10447"/>
                    </a:cubicBezTo>
                    <a:lnTo>
                      <a:pt x="1703" y="10230"/>
                    </a:lnTo>
                    <a:lnTo>
                      <a:pt x="1775" y="10085"/>
                    </a:lnTo>
                    <a:lnTo>
                      <a:pt x="1775" y="10049"/>
                    </a:lnTo>
                    <a:cubicBezTo>
                      <a:pt x="1811" y="9868"/>
                      <a:pt x="1884" y="9687"/>
                      <a:pt x="1956" y="9542"/>
                    </a:cubicBezTo>
                    <a:cubicBezTo>
                      <a:pt x="2101" y="9180"/>
                      <a:pt x="2246" y="8854"/>
                      <a:pt x="2427" y="8528"/>
                    </a:cubicBezTo>
                    <a:cubicBezTo>
                      <a:pt x="2499" y="8383"/>
                      <a:pt x="2572" y="8202"/>
                      <a:pt x="2681" y="8057"/>
                    </a:cubicBezTo>
                    <a:cubicBezTo>
                      <a:pt x="2717" y="7984"/>
                      <a:pt x="2753" y="7876"/>
                      <a:pt x="2789" y="7803"/>
                    </a:cubicBezTo>
                    <a:lnTo>
                      <a:pt x="2862" y="7694"/>
                    </a:lnTo>
                    <a:lnTo>
                      <a:pt x="2862" y="7731"/>
                    </a:lnTo>
                    <a:lnTo>
                      <a:pt x="2898" y="7658"/>
                    </a:lnTo>
                    <a:cubicBezTo>
                      <a:pt x="3115" y="7368"/>
                      <a:pt x="3296" y="7042"/>
                      <a:pt x="3514" y="6753"/>
                    </a:cubicBezTo>
                    <a:cubicBezTo>
                      <a:pt x="3731" y="6463"/>
                      <a:pt x="3948" y="6173"/>
                      <a:pt x="4166" y="5883"/>
                    </a:cubicBezTo>
                    <a:lnTo>
                      <a:pt x="4210" y="5861"/>
                    </a:lnTo>
                    <a:lnTo>
                      <a:pt x="4210" y="5861"/>
                    </a:lnTo>
                    <a:cubicBezTo>
                      <a:pt x="4207" y="5868"/>
                      <a:pt x="4206" y="5872"/>
                      <a:pt x="4208" y="5872"/>
                    </a:cubicBezTo>
                    <a:cubicBezTo>
                      <a:pt x="4212" y="5872"/>
                      <a:pt x="4221" y="5865"/>
                      <a:pt x="4238" y="5847"/>
                    </a:cubicBezTo>
                    <a:lnTo>
                      <a:pt x="4238" y="5847"/>
                    </a:lnTo>
                    <a:lnTo>
                      <a:pt x="4210" y="5861"/>
                    </a:lnTo>
                    <a:lnTo>
                      <a:pt x="4210" y="5861"/>
                    </a:lnTo>
                    <a:cubicBezTo>
                      <a:pt x="4220" y="5841"/>
                      <a:pt x="4253" y="5796"/>
                      <a:pt x="4274" y="5775"/>
                    </a:cubicBezTo>
                    <a:lnTo>
                      <a:pt x="4455" y="5594"/>
                    </a:lnTo>
                    <a:cubicBezTo>
                      <a:pt x="4564" y="5449"/>
                      <a:pt x="4709" y="5304"/>
                      <a:pt x="4818" y="5195"/>
                    </a:cubicBezTo>
                    <a:cubicBezTo>
                      <a:pt x="5071" y="4905"/>
                      <a:pt x="5325" y="4688"/>
                      <a:pt x="5614" y="4435"/>
                    </a:cubicBezTo>
                    <a:lnTo>
                      <a:pt x="5832" y="4253"/>
                    </a:lnTo>
                    <a:lnTo>
                      <a:pt x="5940" y="4145"/>
                    </a:lnTo>
                    <a:lnTo>
                      <a:pt x="6375" y="3819"/>
                    </a:lnTo>
                    <a:cubicBezTo>
                      <a:pt x="6665" y="3601"/>
                      <a:pt x="6955" y="3384"/>
                      <a:pt x="7281" y="3203"/>
                    </a:cubicBezTo>
                    <a:lnTo>
                      <a:pt x="7534" y="3058"/>
                    </a:lnTo>
                    <a:lnTo>
                      <a:pt x="7643" y="2986"/>
                    </a:lnTo>
                    <a:lnTo>
                      <a:pt x="7679" y="2949"/>
                    </a:lnTo>
                    <a:cubicBezTo>
                      <a:pt x="7679" y="2949"/>
                      <a:pt x="7749" y="2903"/>
                      <a:pt x="7739" y="2903"/>
                    </a:cubicBezTo>
                    <a:cubicBezTo>
                      <a:pt x="7737" y="2903"/>
                      <a:pt x="7730" y="2906"/>
                      <a:pt x="7715" y="2913"/>
                    </a:cubicBezTo>
                    <a:lnTo>
                      <a:pt x="7788" y="2877"/>
                    </a:lnTo>
                    <a:lnTo>
                      <a:pt x="7896" y="2805"/>
                    </a:lnTo>
                    <a:lnTo>
                      <a:pt x="8150" y="2660"/>
                    </a:lnTo>
                    <a:cubicBezTo>
                      <a:pt x="8476" y="2479"/>
                      <a:pt x="8802" y="2334"/>
                      <a:pt x="9128" y="2189"/>
                    </a:cubicBezTo>
                    <a:cubicBezTo>
                      <a:pt x="9309" y="2116"/>
                      <a:pt x="9454" y="2044"/>
                      <a:pt x="9635" y="1971"/>
                    </a:cubicBezTo>
                    <a:lnTo>
                      <a:pt x="9889" y="1863"/>
                    </a:lnTo>
                    <a:lnTo>
                      <a:pt x="9997" y="1827"/>
                    </a:lnTo>
                    <a:lnTo>
                      <a:pt x="10070" y="1790"/>
                    </a:lnTo>
                    <a:cubicBezTo>
                      <a:pt x="10758" y="1537"/>
                      <a:pt x="11482" y="1356"/>
                      <a:pt x="12207" y="1211"/>
                    </a:cubicBezTo>
                    <a:cubicBezTo>
                      <a:pt x="12424" y="1175"/>
                      <a:pt x="12605" y="1138"/>
                      <a:pt x="12786" y="1102"/>
                    </a:cubicBezTo>
                    <a:lnTo>
                      <a:pt x="13040" y="1066"/>
                    </a:lnTo>
                    <a:lnTo>
                      <a:pt x="13112" y="1066"/>
                    </a:lnTo>
                    <a:lnTo>
                      <a:pt x="13293" y="1030"/>
                    </a:lnTo>
                    <a:cubicBezTo>
                      <a:pt x="13656" y="994"/>
                      <a:pt x="14054" y="994"/>
                      <a:pt x="14416" y="957"/>
                    </a:cubicBezTo>
                    <a:close/>
                    <a:moveTo>
                      <a:pt x="15395" y="1"/>
                    </a:moveTo>
                    <a:cubicBezTo>
                      <a:pt x="14323" y="1"/>
                      <a:pt x="13257" y="122"/>
                      <a:pt x="12207" y="342"/>
                    </a:cubicBezTo>
                    <a:cubicBezTo>
                      <a:pt x="10722" y="631"/>
                      <a:pt x="9273" y="1175"/>
                      <a:pt x="7933" y="1935"/>
                    </a:cubicBezTo>
                    <a:cubicBezTo>
                      <a:pt x="5180" y="3457"/>
                      <a:pt x="2970" y="5775"/>
                      <a:pt x="1594" y="8600"/>
                    </a:cubicBezTo>
                    <a:cubicBezTo>
                      <a:pt x="906" y="9976"/>
                      <a:pt x="435" y="11461"/>
                      <a:pt x="181" y="12983"/>
                    </a:cubicBezTo>
                    <a:cubicBezTo>
                      <a:pt x="73" y="13743"/>
                      <a:pt x="0" y="14540"/>
                      <a:pt x="0" y="15301"/>
                    </a:cubicBezTo>
                    <a:cubicBezTo>
                      <a:pt x="0" y="15364"/>
                      <a:pt x="14" y="15414"/>
                      <a:pt x="38" y="15451"/>
                    </a:cubicBezTo>
                    <a:lnTo>
                      <a:pt x="38" y="15451"/>
                    </a:lnTo>
                    <a:cubicBezTo>
                      <a:pt x="76" y="18500"/>
                      <a:pt x="1050" y="21437"/>
                      <a:pt x="2789" y="23922"/>
                    </a:cubicBezTo>
                    <a:cubicBezTo>
                      <a:pt x="5506" y="27689"/>
                      <a:pt x="9780" y="29971"/>
                      <a:pt x="14416" y="30115"/>
                    </a:cubicBezTo>
                    <a:cubicBezTo>
                      <a:pt x="14614" y="30125"/>
                      <a:pt x="14812" y="30129"/>
                      <a:pt x="15011" y="30129"/>
                    </a:cubicBezTo>
                    <a:cubicBezTo>
                      <a:pt x="16377" y="30129"/>
                      <a:pt x="17761" y="29915"/>
                      <a:pt x="19089" y="29536"/>
                    </a:cubicBezTo>
                    <a:cubicBezTo>
                      <a:pt x="20574" y="29101"/>
                      <a:pt x="21986" y="28485"/>
                      <a:pt x="23290" y="27616"/>
                    </a:cubicBezTo>
                    <a:cubicBezTo>
                      <a:pt x="24594" y="26747"/>
                      <a:pt x="25754" y="25696"/>
                      <a:pt x="26731" y="24501"/>
                    </a:cubicBezTo>
                    <a:cubicBezTo>
                      <a:pt x="29774" y="20807"/>
                      <a:pt x="30897" y="15917"/>
                      <a:pt x="29774" y="11317"/>
                    </a:cubicBezTo>
                    <a:cubicBezTo>
                      <a:pt x="29412" y="9831"/>
                      <a:pt x="28832" y="8455"/>
                      <a:pt x="28072" y="7151"/>
                    </a:cubicBezTo>
                    <a:cubicBezTo>
                      <a:pt x="27275" y="5883"/>
                      <a:pt x="26297" y="4724"/>
                      <a:pt x="25174" y="3710"/>
                    </a:cubicBezTo>
                    <a:cubicBezTo>
                      <a:pt x="22892" y="1682"/>
                      <a:pt x="19994" y="414"/>
                      <a:pt x="16952" y="88"/>
                    </a:cubicBezTo>
                    <a:cubicBezTo>
                      <a:pt x="16433" y="29"/>
                      <a:pt x="15913" y="1"/>
                      <a:pt x="15395"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5" name="Google Shape;1357;p31">
                <a:extLst>
                  <a:ext uri="{FF2B5EF4-FFF2-40B4-BE49-F238E27FC236}">
                    <a16:creationId xmlns:a16="http://schemas.microsoft.com/office/drawing/2014/main" id="{66E40172-9318-0018-0E31-6959994F4D8E}"/>
                  </a:ext>
                </a:extLst>
              </p:cNvPr>
              <p:cNvSpPr/>
              <p:nvPr/>
            </p:nvSpPr>
            <p:spPr>
              <a:xfrm>
                <a:off x="6676808" y="3293501"/>
                <a:ext cx="828020" cy="1401199"/>
              </a:xfrm>
              <a:custGeom>
                <a:avLst/>
                <a:gdLst/>
                <a:ahLst/>
                <a:cxnLst/>
                <a:rect l="l" t="t" r="r" b="b"/>
                <a:pathLst>
                  <a:path w="35679" h="60377" extrusionOk="0">
                    <a:moveTo>
                      <a:pt x="17696" y="775"/>
                    </a:moveTo>
                    <a:cubicBezTo>
                      <a:pt x="18085" y="775"/>
                      <a:pt x="18467" y="923"/>
                      <a:pt x="18763" y="1219"/>
                    </a:cubicBezTo>
                    <a:cubicBezTo>
                      <a:pt x="18981" y="1400"/>
                      <a:pt x="19198" y="1581"/>
                      <a:pt x="19379" y="1799"/>
                    </a:cubicBezTo>
                    <a:cubicBezTo>
                      <a:pt x="20248" y="2668"/>
                      <a:pt x="21081" y="3610"/>
                      <a:pt x="21878" y="4588"/>
                    </a:cubicBezTo>
                    <a:cubicBezTo>
                      <a:pt x="24269" y="7558"/>
                      <a:pt x="26333" y="10818"/>
                      <a:pt x="28072" y="14223"/>
                    </a:cubicBezTo>
                    <a:cubicBezTo>
                      <a:pt x="31875" y="21648"/>
                      <a:pt x="34121" y="29725"/>
                      <a:pt x="34737" y="38056"/>
                    </a:cubicBezTo>
                    <a:cubicBezTo>
                      <a:pt x="34918" y="40954"/>
                      <a:pt x="35099" y="43960"/>
                      <a:pt x="34411" y="46858"/>
                    </a:cubicBezTo>
                    <a:cubicBezTo>
                      <a:pt x="33179" y="51748"/>
                      <a:pt x="29811" y="55841"/>
                      <a:pt x="25211" y="58014"/>
                    </a:cubicBezTo>
                    <a:cubicBezTo>
                      <a:pt x="22824" y="59120"/>
                      <a:pt x="20365" y="59630"/>
                      <a:pt x="17968" y="59630"/>
                    </a:cubicBezTo>
                    <a:cubicBezTo>
                      <a:pt x="8905" y="59630"/>
                      <a:pt x="733" y="52335"/>
                      <a:pt x="761" y="42366"/>
                    </a:cubicBezTo>
                    <a:cubicBezTo>
                      <a:pt x="761" y="36173"/>
                      <a:pt x="1739" y="30051"/>
                      <a:pt x="3586" y="24147"/>
                    </a:cubicBezTo>
                    <a:cubicBezTo>
                      <a:pt x="5108" y="19330"/>
                      <a:pt x="7172" y="14693"/>
                      <a:pt x="9744" y="10347"/>
                    </a:cubicBezTo>
                    <a:cubicBezTo>
                      <a:pt x="10722" y="8681"/>
                      <a:pt x="11809" y="7051"/>
                      <a:pt x="12932" y="5493"/>
                    </a:cubicBezTo>
                    <a:cubicBezTo>
                      <a:pt x="13801" y="4334"/>
                      <a:pt x="14706" y="3211"/>
                      <a:pt x="15648" y="2161"/>
                    </a:cubicBezTo>
                    <a:cubicBezTo>
                      <a:pt x="16010" y="1726"/>
                      <a:pt x="16409" y="1328"/>
                      <a:pt x="16880" y="1002"/>
                    </a:cubicBezTo>
                    <a:cubicBezTo>
                      <a:pt x="17136" y="851"/>
                      <a:pt x="17418" y="775"/>
                      <a:pt x="17696" y="775"/>
                    </a:cubicBezTo>
                    <a:close/>
                    <a:moveTo>
                      <a:pt x="17958" y="1"/>
                    </a:moveTo>
                    <a:cubicBezTo>
                      <a:pt x="17596" y="1"/>
                      <a:pt x="17232" y="91"/>
                      <a:pt x="16916" y="277"/>
                    </a:cubicBezTo>
                    <a:cubicBezTo>
                      <a:pt x="16336" y="676"/>
                      <a:pt x="15793" y="1147"/>
                      <a:pt x="15358" y="1690"/>
                    </a:cubicBezTo>
                    <a:cubicBezTo>
                      <a:pt x="14924" y="2161"/>
                      <a:pt x="14453" y="2668"/>
                      <a:pt x="14018" y="3211"/>
                    </a:cubicBezTo>
                    <a:cubicBezTo>
                      <a:pt x="12895" y="4551"/>
                      <a:pt x="11845" y="5964"/>
                      <a:pt x="10903" y="7413"/>
                    </a:cubicBezTo>
                    <a:cubicBezTo>
                      <a:pt x="8223" y="11434"/>
                      <a:pt x="6013" y="15708"/>
                      <a:pt x="4275" y="20199"/>
                    </a:cubicBezTo>
                    <a:cubicBezTo>
                      <a:pt x="2101" y="25850"/>
                      <a:pt x="725" y="31790"/>
                      <a:pt x="218" y="37839"/>
                    </a:cubicBezTo>
                    <a:cubicBezTo>
                      <a:pt x="73" y="39469"/>
                      <a:pt x="1" y="41099"/>
                      <a:pt x="1" y="42729"/>
                    </a:cubicBezTo>
                    <a:cubicBezTo>
                      <a:pt x="1" y="42779"/>
                      <a:pt x="14" y="42818"/>
                      <a:pt x="37" y="42846"/>
                    </a:cubicBezTo>
                    <a:lnTo>
                      <a:pt x="37" y="42846"/>
                    </a:lnTo>
                    <a:cubicBezTo>
                      <a:pt x="69" y="52735"/>
                      <a:pt x="8175" y="60376"/>
                      <a:pt x="17619" y="60376"/>
                    </a:cubicBezTo>
                    <a:cubicBezTo>
                      <a:pt x="18911" y="60376"/>
                      <a:pt x="20228" y="60233"/>
                      <a:pt x="21552" y="59934"/>
                    </a:cubicBezTo>
                    <a:cubicBezTo>
                      <a:pt x="26696" y="58775"/>
                      <a:pt x="31078" y="55406"/>
                      <a:pt x="33578" y="50734"/>
                    </a:cubicBezTo>
                    <a:cubicBezTo>
                      <a:pt x="34809" y="48343"/>
                      <a:pt x="35534" y="45735"/>
                      <a:pt x="35606" y="43055"/>
                    </a:cubicBezTo>
                    <a:cubicBezTo>
                      <a:pt x="35679" y="41425"/>
                      <a:pt x="35606" y="39795"/>
                      <a:pt x="35497" y="38165"/>
                    </a:cubicBezTo>
                    <a:cubicBezTo>
                      <a:pt x="35389" y="36571"/>
                      <a:pt x="35208" y="34941"/>
                      <a:pt x="34990" y="33311"/>
                    </a:cubicBezTo>
                    <a:cubicBezTo>
                      <a:pt x="34193" y="27697"/>
                      <a:pt x="32636" y="22191"/>
                      <a:pt x="30354" y="16975"/>
                    </a:cubicBezTo>
                    <a:cubicBezTo>
                      <a:pt x="28615" y="13027"/>
                      <a:pt x="26442" y="9260"/>
                      <a:pt x="23907" y="5783"/>
                    </a:cubicBezTo>
                    <a:cubicBezTo>
                      <a:pt x="23037" y="4551"/>
                      <a:pt x="22059" y="3356"/>
                      <a:pt x="21045" y="2233"/>
                    </a:cubicBezTo>
                    <a:cubicBezTo>
                      <a:pt x="20683" y="1835"/>
                      <a:pt x="20284" y="1400"/>
                      <a:pt x="19922" y="1038"/>
                    </a:cubicBezTo>
                    <a:cubicBezTo>
                      <a:pt x="19632" y="712"/>
                      <a:pt x="19307" y="458"/>
                      <a:pt x="18944" y="241"/>
                    </a:cubicBezTo>
                    <a:cubicBezTo>
                      <a:pt x="18645" y="82"/>
                      <a:pt x="18302" y="1"/>
                      <a:pt x="17958"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6" name="Google Shape;1358;p31">
                <a:extLst>
                  <a:ext uri="{FF2B5EF4-FFF2-40B4-BE49-F238E27FC236}">
                    <a16:creationId xmlns:a16="http://schemas.microsoft.com/office/drawing/2014/main" id="{4A09F647-24D2-3F86-ECC2-0A5007CFC760}"/>
                  </a:ext>
                </a:extLst>
              </p:cNvPr>
              <p:cNvSpPr/>
              <p:nvPr/>
            </p:nvSpPr>
            <p:spPr>
              <a:xfrm>
                <a:off x="6744062" y="3931206"/>
                <a:ext cx="694368" cy="560716"/>
              </a:xfrm>
              <a:custGeom>
                <a:avLst/>
                <a:gdLst/>
                <a:ahLst/>
                <a:cxnLst/>
                <a:rect l="l" t="t" r="r" b="b"/>
                <a:pathLst>
                  <a:path w="29920" h="24161" extrusionOk="0">
                    <a:moveTo>
                      <a:pt x="3024" y="7510"/>
                    </a:moveTo>
                    <a:cubicBezTo>
                      <a:pt x="3025" y="7510"/>
                      <a:pt x="3007" y="7540"/>
                      <a:pt x="2989" y="7571"/>
                    </a:cubicBezTo>
                    <a:lnTo>
                      <a:pt x="3007" y="7535"/>
                    </a:lnTo>
                    <a:cubicBezTo>
                      <a:pt x="3018" y="7517"/>
                      <a:pt x="3023" y="7510"/>
                      <a:pt x="3024" y="7510"/>
                    </a:cubicBezTo>
                    <a:close/>
                    <a:moveTo>
                      <a:pt x="2623" y="8170"/>
                    </a:moveTo>
                    <a:lnTo>
                      <a:pt x="2623" y="8170"/>
                    </a:lnTo>
                    <a:cubicBezTo>
                      <a:pt x="2585" y="8219"/>
                      <a:pt x="2546" y="8282"/>
                      <a:pt x="2554" y="8282"/>
                    </a:cubicBezTo>
                    <a:cubicBezTo>
                      <a:pt x="2558" y="8282"/>
                      <a:pt x="2574" y="8266"/>
                      <a:pt x="2608" y="8223"/>
                    </a:cubicBezTo>
                    <a:cubicBezTo>
                      <a:pt x="2616" y="8199"/>
                      <a:pt x="2621" y="8182"/>
                      <a:pt x="2623" y="8170"/>
                    </a:cubicBezTo>
                    <a:close/>
                    <a:moveTo>
                      <a:pt x="2391" y="8585"/>
                    </a:moveTo>
                    <a:cubicBezTo>
                      <a:pt x="2375" y="8585"/>
                      <a:pt x="2352" y="8613"/>
                      <a:pt x="2334" y="8642"/>
                    </a:cubicBezTo>
                    <a:lnTo>
                      <a:pt x="2334" y="8642"/>
                    </a:lnTo>
                    <a:cubicBezTo>
                      <a:pt x="2355" y="8620"/>
                      <a:pt x="2391" y="8585"/>
                      <a:pt x="2391" y="8585"/>
                    </a:cubicBezTo>
                    <a:close/>
                    <a:moveTo>
                      <a:pt x="2334" y="8642"/>
                    </a:moveTo>
                    <a:cubicBezTo>
                      <a:pt x="2325" y="8651"/>
                      <a:pt x="2318" y="8657"/>
                      <a:pt x="2318" y="8657"/>
                    </a:cubicBezTo>
                    <a:lnTo>
                      <a:pt x="2318" y="8670"/>
                    </a:lnTo>
                    <a:lnTo>
                      <a:pt x="2318" y="8670"/>
                    </a:lnTo>
                    <a:cubicBezTo>
                      <a:pt x="2323" y="8661"/>
                      <a:pt x="2328" y="8651"/>
                      <a:pt x="2334" y="8642"/>
                    </a:cubicBezTo>
                    <a:close/>
                    <a:moveTo>
                      <a:pt x="2318" y="8670"/>
                    </a:moveTo>
                    <a:cubicBezTo>
                      <a:pt x="2310" y="8687"/>
                      <a:pt x="2306" y="8699"/>
                      <a:pt x="2310" y="8699"/>
                    </a:cubicBezTo>
                    <a:cubicBezTo>
                      <a:pt x="2312" y="8699"/>
                      <a:pt x="2314" y="8698"/>
                      <a:pt x="2318" y="8694"/>
                    </a:cubicBezTo>
                    <a:lnTo>
                      <a:pt x="2318" y="8670"/>
                    </a:lnTo>
                    <a:close/>
                    <a:moveTo>
                      <a:pt x="14765" y="1"/>
                    </a:moveTo>
                    <a:cubicBezTo>
                      <a:pt x="13855" y="1"/>
                      <a:pt x="12949" y="73"/>
                      <a:pt x="12062" y="218"/>
                    </a:cubicBezTo>
                    <a:cubicBezTo>
                      <a:pt x="10432" y="471"/>
                      <a:pt x="8874" y="1015"/>
                      <a:pt x="7462" y="1812"/>
                    </a:cubicBezTo>
                    <a:cubicBezTo>
                      <a:pt x="6013" y="2645"/>
                      <a:pt x="4745" y="3659"/>
                      <a:pt x="3659" y="4890"/>
                    </a:cubicBezTo>
                    <a:cubicBezTo>
                      <a:pt x="3115" y="5470"/>
                      <a:pt x="2608" y="6122"/>
                      <a:pt x="2174" y="6810"/>
                    </a:cubicBezTo>
                    <a:cubicBezTo>
                      <a:pt x="1920" y="7172"/>
                      <a:pt x="1703" y="7535"/>
                      <a:pt x="1485" y="7933"/>
                    </a:cubicBezTo>
                    <a:cubicBezTo>
                      <a:pt x="1340" y="8295"/>
                      <a:pt x="1159" y="8694"/>
                      <a:pt x="1051" y="9056"/>
                    </a:cubicBezTo>
                    <a:cubicBezTo>
                      <a:pt x="1014" y="9165"/>
                      <a:pt x="978" y="9237"/>
                      <a:pt x="978" y="9309"/>
                    </a:cubicBezTo>
                    <a:cubicBezTo>
                      <a:pt x="942" y="9346"/>
                      <a:pt x="942" y="9382"/>
                      <a:pt x="942" y="9418"/>
                    </a:cubicBezTo>
                    <a:cubicBezTo>
                      <a:pt x="942" y="9454"/>
                      <a:pt x="906" y="9491"/>
                      <a:pt x="906" y="9527"/>
                    </a:cubicBezTo>
                    <a:cubicBezTo>
                      <a:pt x="848" y="9699"/>
                      <a:pt x="791" y="9849"/>
                      <a:pt x="751" y="10012"/>
                    </a:cubicBezTo>
                    <a:lnTo>
                      <a:pt x="751" y="10012"/>
                    </a:lnTo>
                    <a:cubicBezTo>
                      <a:pt x="597" y="10442"/>
                      <a:pt x="498" y="10875"/>
                      <a:pt x="399" y="11338"/>
                    </a:cubicBezTo>
                    <a:cubicBezTo>
                      <a:pt x="254" y="11809"/>
                      <a:pt x="181" y="12280"/>
                      <a:pt x="145" y="12787"/>
                    </a:cubicBezTo>
                    <a:cubicBezTo>
                      <a:pt x="109" y="13221"/>
                      <a:pt x="73" y="13692"/>
                      <a:pt x="36" y="14163"/>
                    </a:cubicBezTo>
                    <a:cubicBezTo>
                      <a:pt x="0" y="14634"/>
                      <a:pt x="36" y="15105"/>
                      <a:pt x="36" y="15576"/>
                    </a:cubicBezTo>
                    <a:cubicBezTo>
                      <a:pt x="73" y="16590"/>
                      <a:pt x="181" y="17532"/>
                      <a:pt x="362" y="18510"/>
                    </a:cubicBezTo>
                    <a:cubicBezTo>
                      <a:pt x="544" y="19488"/>
                      <a:pt x="833" y="20429"/>
                      <a:pt x="1232" y="21371"/>
                    </a:cubicBezTo>
                    <a:cubicBezTo>
                      <a:pt x="1449" y="21878"/>
                      <a:pt x="1703" y="22385"/>
                      <a:pt x="1992" y="22856"/>
                    </a:cubicBezTo>
                    <a:cubicBezTo>
                      <a:pt x="2137" y="23110"/>
                      <a:pt x="2318" y="23327"/>
                      <a:pt x="2500" y="23544"/>
                    </a:cubicBezTo>
                    <a:cubicBezTo>
                      <a:pt x="2608" y="23689"/>
                      <a:pt x="2717" y="23762"/>
                      <a:pt x="2826" y="23870"/>
                    </a:cubicBezTo>
                    <a:lnTo>
                      <a:pt x="3007" y="23979"/>
                    </a:lnTo>
                    <a:cubicBezTo>
                      <a:pt x="3079" y="24015"/>
                      <a:pt x="3152" y="24051"/>
                      <a:pt x="3224" y="24124"/>
                    </a:cubicBezTo>
                    <a:cubicBezTo>
                      <a:pt x="3242" y="24142"/>
                      <a:pt x="3265" y="24150"/>
                      <a:pt x="3289" y="24150"/>
                    </a:cubicBezTo>
                    <a:cubicBezTo>
                      <a:pt x="3408" y="24150"/>
                      <a:pt x="3568" y="23955"/>
                      <a:pt x="3477" y="23834"/>
                    </a:cubicBezTo>
                    <a:cubicBezTo>
                      <a:pt x="3477" y="23798"/>
                      <a:pt x="3441" y="23725"/>
                      <a:pt x="3441" y="23653"/>
                    </a:cubicBezTo>
                    <a:cubicBezTo>
                      <a:pt x="3405" y="23581"/>
                      <a:pt x="3369" y="23508"/>
                      <a:pt x="3333" y="23436"/>
                    </a:cubicBezTo>
                    <a:cubicBezTo>
                      <a:pt x="3296" y="23291"/>
                      <a:pt x="3224" y="23182"/>
                      <a:pt x="3152" y="23037"/>
                    </a:cubicBezTo>
                    <a:cubicBezTo>
                      <a:pt x="3007" y="22784"/>
                      <a:pt x="2862" y="22494"/>
                      <a:pt x="2717" y="22277"/>
                    </a:cubicBezTo>
                    <a:cubicBezTo>
                      <a:pt x="2391" y="21806"/>
                      <a:pt x="2137" y="21299"/>
                      <a:pt x="1884" y="20792"/>
                    </a:cubicBezTo>
                    <a:cubicBezTo>
                      <a:pt x="1377" y="19814"/>
                      <a:pt x="1014" y="18763"/>
                      <a:pt x="797" y="17677"/>
                    </a:cubicBezTo>
                    <a:cubicBezTo>
                      <a:pt x="580" y="16626"/>
                      <a:pt x="507" y="15539"/>
                      <a:pt x="580" y="14453"/>
                    </a:cubicBezTo>
                    <a:cubicBezTo>
                      <a:pt x="580" y="13946"/>
                      <a:pt x="652" y="13402"/>
                      <a:pt x="761" y="12859"/>
                    </a:cubicBezTo>
                    <a:cubicBezTo>
                      <a:pt x="906" y="12316"/>
                      <a:pt x="1051" y="11772"/>
                      <a:pt x="1232" y="11265"/>
                    </a:cubicBezTo>
                    <a:cubicBezTo>
                      <a:pt x="1304" y="10976"/>
                      <a:pt x="1377" y="10722"/>
                      <a:pt x="1485" y="10468"/>
                    </a:cubicBezTo>
                    <a:cubicBezTo>
                      <a:pt x="1485" y="10432"/>
                      <a:pt x="1485" y="10396"/>
                      <a:pt x="1522" y="10360"/>
                    </a:cubicBezTo>
                    <a:lnTo>
                      <a:pt x="1594" y="10179"/>
                    </a:lnTo>
                    <a:lnTo>
                      <a:pt x="1666" y="9998"/>
                    </a:lnTo>
                    <a:lnTo>
                      <a:pt x="1666" y="9925"/>
                    </a:lnTo>
                    <a:lnTo>
                      <a:pt x="1666" y="9925"/>
                    </a:lnTo>
                    <a:cubicBezTo>
                      <a:pt x="1690" y="9878"/>
                      <a:pt x="1720" y="9819"/>
                      <a:pt x="1739" y="9780"/>
                    </a:cubicBezTo>
                    <a:lnTo>
                      <a:pt x="1920" y="9418"/>
                    </a:lnTo>
                    <a:cubicBezTo>
                      <a:pt x="1920" y="9393"/>
                      <a:pt x="1954" y="9335"/>
                      <a:pt x="1952" y="9335"/>
                    </a:cubicBezTo>
                    <a:lnTo>
                      <a:pt x="1952" y="9335"/>
                    </a:lnTo>
                    <a:cubicBezTo>
                      <a:pt x="1951" y="9335"/>
                      <a:pt x="1943" y="9347"/>
                      <a:pt x="1920" y="9382"/>
                    </a:cubicBezTo>
                    <a:lnTo>
                      <a:pt x="1920" y="9382"/>
                    </a:lnTo>
                    <a:cubicBezTo>
                      <a:pt x="1947" y="9341"/>
                      <a:pt x="1992" y="9273"/>
                      <a:pt x="1992" y="9273"/>
                    </a:cubicBezTo>
                    <a:cubicBezTo>
                      <a:pt x="1992" y="9273"/>
                      <a:pt x="1992" y="9237"/>
                      <a:pt x="1992" y="9237"/>
                    </a:cubicBezTo>
                    <a:lnTo>
                      <a:pt x="2101" y="9056"/>
                    </a:lnTo>
                    <a:lnTo>
                      <a:pt x="2318" y="8657"/>
                    </a:lnTo>
                    <a:lnTo>
                      <a:pt x="2427" y="8476"/>
                    </a:lnTo>
                    <a:lnTo>
                      <a:pt x="2463" y="8404"/>
                    </a:lnTo>
                    <a:lnTo>
                      <a:pt x="2608" y="8187"/>
                    </a:lnTo>
                    <a:cubicBezTo>
                      <a:pt x="2608" y="8168"/>
                      <a:pt x="2617" y="8150"/>
                      <a:pt x="2622" y="8150"/>
                    </a:cubicBezTo>
                    <a:lnTo>
                      <a:pt x="2622" y="8150"/>
                    </a:lnTo>
                    <a:cubicBezTo>
                      <a:pt x="2624" y="8150"/>
                      <a:pt x="2625" y="8156"/>
                      <a:pt x="2623" y="8170"/>
                    </a:cubicBezTo>
                    <a:lnTo>
                      <a:pt x="2623" y="8170"/>
                    </a:lnTo>
                    <a:cubicBezTo>
                      <a:pt x="2647" y="8139"/>
                      <a:pt x="2670" y="8114"/>
                      <a:pt x="2681" y="8114"/>
                    </a:cubicBezTo>
                    <a:lnTo>
                      <a:pt x="2681" y="8078"/>
                    </a:lnTo>
                    <a:cubicBezTo>
                      <a:pt x="2708" y="8050"/>
                      <a:pt x="2715" y="8023"/>
                      <a:pt x="2732" y="7995"/>
                    </a:cubicBezTo>
                    <a:lnTo>
                      <a:pt x="2732" y="7995"/>
                    </a:lnTo>
                    <a:lnTo>
                      <a:pt x="2717" y="8042"/>
                    </a:lnTo>
                    <a:lnTo>
                      <a:pt x="2753" y="7969"/>
                    </a:lnTo>
                    <a:lnTo>
                      <a:pt x="2753" y="7969"/>
                    </a:lnTo>
                    <a:cubicBezTo>
                      <a:pt x="2744" y="7978"/>
                      <a:pt x="2738" y="7986"/>
                      <a:pt x="2732" y="7995"/>
                    </a:cubicBezTo>
                    <a:lnTo>
                      <a:pt x="2732" y="7995"/>
                    </a:lnTo>
                    <a:lnTo>
                      <a:pt x="2753" y="7933"/>
                    </a:lnTo>
                    <a:lnTo>
                      <a:pt x="2970" y="7607"/>
                    </a:lnTo>
                    <a:lnTo>
                      <a:pt x="3079" y="7426"/>
                    </a:lnTo>
                    <a:cubicBezTo>
                      <a:pt x="3152" y="7317"/>
                      <a:pt x="3224" y="7209"/>
                      <a:pt x="3296" y="7100"/>
                    </a:cubicBezTo>
                    <a:cubicBezTo>
                      <a:pt x="3586" y="6629"/>
                      <a:pt x="3912" y="6194"/>
                      <a:pt x="4274" y="5796"/>
                    </a:cubicBezTo>
                    <a:cubicBezTo>
                      <a:pt x="4274" y="5778"/>
                      <a:pt x="4302" y="5742"/>
                      <a:pt x="4315" y="5728"/>
                    </a:cubicBezTo>
                    <a:lnTo>
                      <a:pt x="4315" y="5728"/>
                    </a:lnTo>
                    <a:lnTo>
                      <a:pt x="4274" y="5796"/>
                    </a:lnTo>
                    <a:cubicBezTo>
                      <a:pt x="4315" y="5741"/>
                      <a:pt x="4325" y="5723"/>
                      <a:pt x="4322" y="5723"/>
                    </a:cubicBezTo>
                    <a:lnTo>
                      <a:pt x="4322" y="5723"/>
                    </a:lnTo>
                    <a:cubicBezTo>
                      <a:pt x="4321" y="5723"/>
                      <a:pt x="4318" y="5725"/>
                      <a:pt x="4315" y="5728"/>
                    </a:cubicBezTo>
                    <a:lnTo>
                      <a:pt x="4315" y="5728"/>
                    </a:lnTo>
                    <a:lnTo>
                      <a:pt x="4383" y="5615"/>
                    </a:lnTo>
                    <a:lnTo>
                      <a:pt x="4673" y="5325"/>
                    </a:lnTo>
                    <a:cubicBezTo>
                      <a:pt x="4854" y="5144"/>
                      <a:pt x="5035" y="4927"/>
                      <a:pt x="5252" y="4746"/>
                    </a:cubicBezTo>
                    <a:lnTo>
                      <a:pt x="5542" y="4492"/>
                    </a:lnTo>
                    <a:lnTo>
                      <a:pt x="5687" y="4347"/>
                    </a:lnTo>
                    <a:cubicBezTo>
                      <a:pt x="5711" y="4347"/>
                      <a:pt x="5767" y="4299"/>
                      <a:pt x="5759" y="4299"/>
                    </a:cubicBezTo>
                    <a:lnTo>
                      <a:pt x="5759" y="4299"/>
                    </a:lnTo>
                    <a:cubicBezTo>
                      <a:pt x="5759" y="4299"/>
                      <a:pt x="5758" y="4299"/>
                      <a:pt x="5756" y="4300"/>
                    </a:cubicBezTo>
                    <a:lnTo>
                      <a:pt x="5756" y="4300"/>
                    </a:lnTo>
                    <a:cubicBezTo>
                      <a:pt x="5951" y="4164"/>
                      <a:pt x="6145" y="4006"/>
                      <a:pt x="6339" y="3876"/>
                    </a:cubicBezTo>
                    <a:cubicBezTo>
                      <a:pt x="6556" y="3695"/>
                      <a:pt x="6774" y="3550"/>
                      <a:pt x="6991" y="3405"/>
                    </a:cubicBezTo>
                    <a:lnTo>
                      <a:pt x="7353" y="3188"/>
                    </a:lnTo>
                    <a:lnTo>
                      <a:pt x="7534" y="3079"/>
                    </a:lnTo>
                    <a:cubicBezTo>
                      <a:pt x="8041" y="2826"/>
                      <a:pt x="8512" y="2572"/>
                      <a:pt x="9056" y="2355"/>
                    </a:cubicBezTo>
                    <a:lnTo>
                      <a:pt x="9237" y="2282"/>
                    </a:lnTo>
                    <a:lnTo>
                      <a:pt x="9345" y="2246"/>
                    </a:lnTo>
                    <a:lnTo>
                      <a:pt x="9273" y="2246"/>
                    </a:lnTo>
                    <a:cubicBezTo>
                      <a:pt x="9418" y="2210"/>
                      <a:pt x="9563" y="2174"/>
                      <a:pt x="9671" y="2101"/>
                    </a:cubicBezTo>
                    <a:cubicBezTo>
                      <a:pt x="9961" y="2029"/>
                      <a:pt x="10215" y="1956"/>
                      <a:pt x="10504" y="1884"/>
                    </a:cubicBezTo>
                    <a:cubicBezTo>
                      <a:pt x="10794" y="1812"/>
                      <a:pt x="11084" y="1739"/>
                      <a:pt x="11374" y="1667"/>
                    </a:cubicBezTo>
                    <a:lnTo>
                      <a:pt x="11808" y="1594"/>
                    </a:lnTo>
                    <a:lnTo>
                      <a:pt x="12026" y="1558"/>
                    </a:lnTo>
                    <a:lnTo>
                      <a:pt x="12134" y="1558"/>
                    </a:lnTo>
                    <a:cubicBezTo>
                      <a:pt x="12786" y="1486"/>
                      <a:pt x="13438" y="1449"/>
                      <a:pt x="14086" y="1449"/>
                    </a:cubicBezTo>
                    <a:cubicBezTo>
                      <a:pt x="14733" y="1449"/>
                      <a:pt x="15376" y="1486"/>
                      <a:pt x="16010" y="1558"/>
                    </a:cubicBezTo>
                    <a:cubicBezTo>
                      <a:pt x="16336" y="1594"/>
                      <a:pt x="16626" y="1667"/>
                      <a:pt x="16916" y="1703"/>
                    </a:cubicBezTo>
                    <a:lnTo>
                      <a:pt x="16771" y="1667"/>
                    </a:lnTo>
                    <a:lnTo>
                      <a:pt x="16771" y="1667"/>
                    </a:lnTo>
                    <a:cubicBezTo>
                      <a:pt x="18292" y="1956"/>
                      <a:pt x="19741" y="2427"/>
                      <a:pt x="21117" y="3152"/>
                    </a:cubicBezTo>
                    <a:cubicBezTo>
                      <a:pt x="21480" y="3333"/>
                      <a:pt x="21842" y="3550"/>
                      <a:pt x="22204" y="3768"/>
                    </a:cubicBezTo>
                    <a:lnTo>
                      <a:pt x="22095" y="3695"/>
                    </a:lnTo>
                    <a:lnTo>
                      <a:pt x="22095" y="3695"/>
                    </a:lnTo>
                    <a:cubicBezTo>
                      <a:pt x="23435" y="4564"/>
                      <a:pt x="24667" y="5651"/>
                      <a:pt x="25645" y="6919"/>
                    </a:cubicBezTo>
                    <a:cubicBezTo>
                      <a:pt x="25917" y="7225"/>
                      <a:pt x="26158" y="7596"/>
                      <a:pt x="26396" y="7940"/>
                    </a:cubicBezTo>
                    <a:lnTo>
                      <a:pt x="26396" y="7940"/>
                    </a:lnTo>
                    <a:cubicBezTo>
                      <a:pt x="26927" y="8797"/>
                      <a:pt x="27353" y="9724"/>
                      <a:pt x="27710" y="10686"/>
                    </a:cubicBezTo>
                    <a:cubicBezTo>
                      <a:pt x="27891" y="11193"/>
                      <a:pt x="28036" y="11700"/>
                      <a:pt x="28180" y="12207"/>
                    </a:cubicBezTo>
                    <a:cubicBezTo>
                      <a:pt x="28180" y="12352"/>
                      <a:pt x="28217" y="12461"/>
                      <a:pt x="28253" y="12569"/>
                    </a:cubicBezTo>
                    <a:lnTo>
                      <a:pt x="28289" y="12787"/>
                    </a:lnTo>
                    <a:lnTo>
                      <a:pt x="28289" y="12859"/>
                    </a:lnTo>
                    <a:cubicBezTo>
                      <a:pt x="28289" y="12968"/>
                      <a:pt x="28325" y="13113"/>
                      <a:pt x="28362" y="13221"/>
                    </a:cubicBezTo>
                    <a:lnTo>
                      <a:pt x="28362" y="13330"/>
                    </a:lnTo>
                    <a:lnTo>
                      <a:pt x="28362" y="13439"/>
                    </a:lnTo>
                    <a:lnTo>
                      <a:pt x="28398" y="13656"/>
                    </a:lnTo>
                    <a:cubicBezTo>
                      <a:pt x="28579" y="14743"/>
                      <a:pt x="28615" y="15829"/>
                      <a:pt x="28506" y="16916"/>
                    </a:cubicBezTo>
                    <a:lnTo>
                      <a:pt x="28470" y="17278"/>
                    </a:lnTo>
                    <a:cubicBezTo>
                      <a:pt x="28470" y="17314"/>
                      <a:pt x="28470" y="17387"/>
                      <a:pt x="28470" y="17387"/>
                    </a:cubicBezTo>
                    <a:cubicBezTo>
                      <a:pt x="28470" y="17495"/>
                      <a:pt x="28470" y="17568"/>
                      <a:pt x="28434" y="17640"/>
                    </a:cubicBezTo>
                    <a:cubicBezTo>
                      <a:pt x="28398" y="17930"/>
                      <a:pt x="28325" y="18220"/>
                      <a:pt x="28289" y="18473"/>
                    </a:cubicBezTo>
                    <a:cubicBezTo>
                      <a:pt x="28253" y="18618"/>
                      <a:pt x="28217" y="18763"/>
                      <a:pt x="28180" y="18908"/>
                    </a:cubicBezTo>
                    <a:lnTo>
                      <a:pt x="28180" y="19017"/>
                    </a:lnTo>
                    <a:cubicBezTo>
                      <a:pt x="28180" y="19065"/>
                      <a:pt x="28180" y="19089"/>
                      <a:pt x="28180" y="19089"/>
                    </a:cubicBezTo>
                    <a:cubicBezTo>
                      <a:pt x="28144" y="19125"/>
                      <a:pt x="28144" y="19234"/>
                      <a:pt x="28108" y="19306"/>
                    </a:cubicBezTo>
                    <a:cubicBezTo>
                      <a:pt x="28036" y="19632"/>
                      <a:pt x="27963" y="19922"/>
                      <a:pt x="27891" y="20212"/>
                    </a:cubicBezTo>
                    <a:cubicBezTo>
                      <a:pt x="27891" y="20284"/>
                      <a:pt x="27854" y="20357"/>
                      <a:pt x="27818" y="20429"/>
                    </a:cubicBezTo>
                    <a:cubicBezTo>
                      <a:pt x="27818" y="20466"/>
                      <a:pt x="27818" y="20502"/>
                      <a:pt x="27782" y="20538"/>
                    </a:cubicBezTo>
                    <a:cubicBezTo>
                      <a:pt x="27782" y="20538"/>
                      <a:pt x="27759" y="20631"/>
                      <a:pt x="27768" y="20631"/>
                    </a:cubicBezTo>
                    <a:cubicBezTo>
                      <a:pt x="27770" y="20631"/>
                      <a:pt x="27775" y="20625"/>
                      <a:pt x="27782" y="20610"/>
                    </a:cubicBezTo>
                    <a:lnTo>
                      <a:pt x="27782" y="20610"/>
                    </a:lnTo>
                    <a:lnTo>
                      <a:pt x="27601" y="21154"/>
                    </a:lnTo>
                    <a:cubicBezTo>
                      <a:pt x="27601" y="21154"/>
                      <a:pt x="27581" y="21215"/>
                      <a:pt x="27586" y="21215"/>
                    </a:cubicBezTo>
                    <a:cubicBezTo>
                      <a:pt x="27587" y="21215"/>
                      <a:pt x="27592" y="21208"/>
                      <a:pt x="27601" y="21190"/>
                    </a:cubicBezTo>
                    <a:lnTo>
                      <a:pt x="27601" y="21190"/>
                    </a:lnTo>
                    <a:cubicBezTo>
                      <a:pt x="27578" y="21259"/>
                      <a:pt x="27570" y="21284"/>
                      <a:pt x="27576" y="21284"/>
                    </a:cubicBezTo>
                    <a:cubicBezTo>
                      <a:pt x="27579" y="21284"/>
                      <a:pt x="27588" y="21276"/>
                      <a:pt x="27601" y="21262"/>
                    </a:cubicBezTo>
                    <a:lnTo>
                      <a:pt x="27601" y="21299"/>
                    </a:lnTo>
                    <a:lnTo>
                      <a:pt x="27492" y="21552"/>
                    </a:lnTo>
                    <a:lnTo>
                      <a:pt x="27275" y="22023"/>
                    </a:lnTo>
                    <a:cubicBezTo>
                      <a:pt x="26985" y="22675"/>
                      <a:pt x="26695" y="23363"/>
                      <a:pt x="26333" y="23979"/>
                    </a:cubicBezTo>
                    <a:cubicBezTo>
                      <a:pt x="26297" y="24051"/>
                      <a:pt x="26297" y="24124"/>
                      <a:pt x="26369" y="24160"/>
                    </a:cubicBezTo>
                    <a:cubicBezTo>
                      <a:pt x="26442" y="24160"/>
                      <a:pt x="26550" y="24088"/>
                      <a:pt x="26587" y="24051"/>
                    </a:cubicBezTo>
                    <a:lnTo>
                      <a:pt x="26550" y="24051"/>
                    </a:lnTo>
                    <a:cubicBezTo>
                      <a:pt x="27166" y="23218"/>
                      <a:pt x="27710" y="22349"/>
                      <a:pt x="28144" y="21407"/>
                    </a:cubicBezTo>
                    <a:cubicBezTo>
                      <a:pt x="28615" y="20574"/>
                      <a:pt x="28977" y="19669"/>
                      <a:pt x="29267" y="18727"/>
                    </a:cubicBezTo>
                    <a:cubicBezTo>
                      <a:pt x="29274" y="18701"/>
                      <a:pt x="29275" y="18691"/>
                      <a:pt x="29274" y="18691"/>
                    </a:cubicBezTo>
                    <a:lnTo>
                      <a:pt x="29274" y="18691"/>
                    </a:lnTo>
                    <a:cubicBezTo>
                      <a:pt x="29272" y="18691"/>
                      <a:pt x="29243" y="18784"/>
                      <a:pt x="29242" y="18784"/>
                    </a:cubicBezTo>
                    <a:cubicBezTo>
                      <a:pt x="29241" y="18784"/>
                      <a:pt x="29247" y="18760"/>
                      <a:pt x="29267" y="18691"/>
                    </a:cubicBezTo>
                    <a:lnTo>
                      <a:pt x="29303" y="18582"/>
                    </a:lnTo>
                    <a:lnTo>
                      <a:pt x="29340" y="18401"/>
                    </a:lnTo>
                    <a:cubicBezTo>
                      <a:pt x="29376" y="18292"/>
                      <a:pt x="29412" y="18184"/>
                      <a:pt x="29448" y="18075"/>
                    </a:cubicBezTo>
                    <a:cubicBezTo>
                      <a:pt x="29484" y="17858"/>
                      <a:pt x="29521" y="17640"/>
                      <a:pt x="29593" y="17423"/>
                    </a:cubicBezTo>
                    <a:cubicBezTo>
                      <a:pt x="29666" y="16988"/>
                      <a:pt x="29738" y="16481"/>
                      <a:pt x="29810" y="16010"/>
                    </a:cubicBezTo>
                    <a:cubicBezTo>
                      <a:pt x="29883" y="15177"/>
                      <a:pt x="29919" y="14344"/>
                      <a:pt x="29919" y="13511"/>
                    </a:cubicBezTo>
                    <a:cubicBezTo>
                      <a:pt x="29810" y="11881"/>
                      <a:pt x="29448" y="10251"/>
                      <a:pt x="28796" y="8766"/>
                    </a:cubicBezTo>
                    <a:cubicBezTo>
                      <a:pt x="28144" y="7281"/>
                      <a:pt x="27239" y="5941"/>
                      <a:pt x="26152" y="4746"/>
                    </a:cubicBezTo>
                    <a:cubicBezTo>
                      <a:pt x="25029" y="3550"/>
                      <a:pt x="23761" y="2572"/>
                      <a:pt x="22313" y="1812"/>
                    </a:cubicBezTo>
                    <a:cubicBezTo>
                      <a:pt x="20791" y="1015"/>
                      <a:pt x="19161" y="471"/>
                      <a:pt x="17495" y="218"/>
                    </a:cubicBezTo>
                    <a:cubicBezTo>
                      <a:pt x="16590" y="73"/>
                      <a:pt x="15675" y="1"/>
                      <a:pt x="14765"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7" name="Google Shape;1359;p31">
                <a:extLst>
                  <a:ext uri="{FF2B5EF4-FFF2-40B4-BE49-F238E27FC236}">
                    <a16:creationId xmlns:a16="http://schemas.microsoft.com/office/drawing/2014/main" id="{D850A2DD-240C-5018-8604-9004044E0E17}"/>
                  </a:ext>
                </a:extLst>
              </p:cNvPr>
              <p:cNvSpPr/>
              <p:nvPr/>
            </p:nvSpPr>
            <p:spPr>
              <a:xfrm>
                <a:off x="6743226" y="4003263"/>
                <a:ext cx="694693" cy="313301"/>
              </a:xfrm>
              <a:custGeom>
                <a:avLst/>
                <a:gdLst/>
                <a:ahLst/>
                <a:cxnLst/>
                <a:rect l="l" t="t" r="r" b="b"/>
                <a:pathLst>
                  <a:path w="29934" h="13500" extrusionOk="0">
                    <a:moveTo>
                      <a:pt x="2753" y="7653"/>
                    </a:moveTo>
                    <a:lnTo>
                      <a:pt x="2746" y="7674"/>
                    </a:lnTo>
                    <a:lnTo>
                      <a:pt x="2746" y="7674"/>
                    </a:lnTo>
                    <a:cubicBezTo>
                      <a:pt x="2744" y="7674"/>
                      <a:pt x="2746" y="7668"/>
                      <a:pt x="2753" y="7653"/>
                    </a:cubicBezTo>
                    <a:close/>
                    <a:moveTo>
                      <a:pt x="15072" y="0"/>
                    </a:moveTo>
                    <a:cubicBezTo>
                      <a:pt x="12392" y="0"/>
                      <a:pt x="9734" y="756"/>
                      <a:pt x="7425" y="2148"/>
                    </a:cubicBezTo>
                    <a:cubicBezTo>
                      <a:pt x="6230" y="2872"/>
                      <a:pt x="5107" y="3741"/>
                      <a:pt x="4165" y="4756"/>
                    </a:cubicBezTo>
                    <a:cubicBezTo>
                      <a:pt x="3151" y="5770"/>
                      <a:pt x="2318" y="6929"/>
                      <a:pt x="1666" y="8197"/>
                    </a:cubicBezTo>
                    <a:cubicBezTo>
                      <a:pt x="978" y="9428"/>
                      <a:pt x="507" y="10768"/>
                      <a:pt x="217" y="12145"/>
                    </a:cubicBezTo>
                    <a:cubicBezTo>
                      <a:pt x="145" y="12471"/>
                      <a:pt x="72" y="12797"/>
                      <a:pt x="36" y="13159"/>
                    </a:cubicBezTo>
                    <a:cubicBezTo>
                      <a:pt x="0" y="13231"/>
                      <a:pt x="36" y="13340"/>
                      <a:pt x="109" y="13449"/>
                    </a:cubicBezTo>
                    <a:cubicBezTo>
                      <a:pt x="160" y="13474"/>
                      <a:pt x="229" y="13500"/>
                      <a:pt x="291" y="13500"/>
                    </a:cubicBezTo>
                    <a:cubicBezTo>
                      <a:pt x="317" y="13500"/>
                      <a:pt x="341" y="13495"/>
                      <a:pt x="362" y="13485"/>
                    </a:cubicBezTo>
                    <a:cubicBezTo>
                      <a:pt x="652" y="13412"/>
                      <a:pt x="869" y="13195"/>
                      <a:pt x="942" y="12942"/>
                    </a:cubicBezTo>
                    <a:lnTo>
                      <a:pt x="942" y="12905"/>
                    </a:lnTo>
                    <a:cubicBezTo>
                      <a:pt x="1014" y="12217"/>
                      <a:pt x="1159" y="11529"/>
                      <a:pt x="1376" y="10877"/>
                    </a:cubicBezTo>
                    <a:cubicBezTo>
                      <a:pt x="1413" y="10732"/>
                      <a:pt x="1449" y="10551"/>
                      <a:pt x="1521" y="10442"/>
                    </a:cubicBezTo>
                    <a:cubicBezTo>
                      <a:pt x="1521" y="10334"/>
                      <a:pt x="1558" y="10261"/>
                      <a:pt x="1594" y="10189"/>
                    </a:cubicBezTo>
                    <a:cubicBezTo>
                      <a:pt x="1594" y="10153"/>
                      <a:pt x="1630" y="10116"/>
                      <a:pt x="1630" y="10080"/>
                    </a:cubicBezTo>
                    <a:lnTo>
                      <a:pt x="1630" y="10008"/>
                    </a:lnTo>
                    <a:cubicBezTo>
                      <a:pt x="1739" y="9718"/>
                      <a:pt x="1884" y="9392"/>
                      <a:pt x="1992" y="9102"/>
                    </a:cubicBezTo>
                    <a:cubicBezTo>
                      <a:pt x="2137" y="8849"/>
                      <a:pt x="2282" y="8523"/>
                      <a:pt x="2463" y="8197"/>
                    </a:cubicBezTo>
                    <a:lnTo>
                      <a:pt x="2717" y="7762"/>
                    </a:lnTo>
                    <a:lnTo>
                      <a:pt x="2746" y="7674"/>
                    </a:lnTo>
                    <a:lnTo>
                      <a:pt x="2746" y="7674"/>
                    </a:lnTo>
                    <a:cubicBezTo>
                      <a:pt x="2746" y="7674"/>
                      <a:pt x="2746" y="7674"/>
                      <a:pt x="2746" y="7674"/>
                    </a:cubicBezTo>
                    <a:cubicBezTo>
                      <a:pt x="2752" y="7674"/>
                      <a:pt x="2784" y="7632"/>
                      <a:pt x="2778" y="7632"/>
                    </a:cubicBezTo>
                    <a:lnTo>
                      <a:pt x="2778" y="7632"/>
                    </a:lnTo>
                    <a:cubicBezTo>
                      <a:pt x="2775" y="7632"/>
                      <a:pt x="2768" y="7638"/>
                      <a:pt x="2753" y="7653"/>
                    </a:cubicBezTo>
                    <a:lnTo>
                      <a:pt x="2898" y="7436"/>
                    </a:lnTo>
                    <a:cubicBezTo>
                      <a:pt x="3260" y="6856"/>
                      <a:pt x="3622" y="6349"/>
                      <a:pt x="4057" y="5842"/>
                    </a:cubicBezTo>
                    <a:cubicBezTo>
                      <a:pt x="4069" y="5818"/>
                      <a:pt x="4081" y="5802"/>
                      <a:pt x="4089" y="5794"/>
                    </a:cubicBezTo>
                    <a:lnTo>
                      <a:pt x="4089" y="5794"/>
                    </a:lnTo>
                    <a:lnTo>
                      <a:pt x="4057" y="5842"/>
                    </a:lnTo>
                    <a:cubicBezTo>
                      <a:pt x="4093" y="5806"/>
                      <a:pt x="4102" y="5788"/>
                      <a:pt x="4098" y="5788"/>
                    </a:cubicBezTo>
                    <a:lnTo>
                      <a:pt x="4098" y="5788"/>
                    </a:lnTo>
                    <a:cubicBezTo>
                      <a:pt x="4096" y="5788"/>
                      <a:pt x="4093" y="5790"/>
                      <a:pt x="4089" y="5794"/>
                    </a:cubicBezTo>
                    <a:lnTo>
                      <a:pt x="4089" y="5794"/>
                    </a:lnTo>
                    <a:lnTo>
                      <a:pt x="4129" y="5734"/>
                    </a:lnTo>
                    <a:lnTo>
                      <a:pt x="4310" y="5552"/>
                    </a:lnTo>
                    <a:lnTo>
                      <a:pt x="4636" y="5190"/>
                    </a:lnTo>
                    <a:cubicBezTo>
                      <a:pt x="4854" y="4973"/>
                      <a:pt x="5107" y="4756"/>
                      <a:pt x="5325" y="4502"/>
                    </a:cubicBezTo>
                    <a:lnTo>
                      <a:pt x="5542" y="4357"/>
                    </a:lnTo>
                    <a:cubicBezTo>
                      <a:pt x="5542" y="4321"/>
                      <a:pt x="5578" y="4285"/>
                      <a:pt x="5614" y="4248"/>
                    </a:cubicBezTo>
                    <a:cubicBezTo>
                      <a:pt x="5759" y="4176"/>
                      <a:pt x="5868" y="4067"/>
                      <a:pt x="6013" y="3959"/>
                    </a:cubicBezTo>
                    <a:cubicBezTo>
                      <a:pt x="6266" y="3741"/>
                      <a:pt x="6520" y="3560"/>
                      <a:pt x="6810" y="3379"/>
                    </a:cubicBezTo>
                    <a:cubicBezTo>
                      <a:pt x="6918" y="3270"/>
                      <a:pt x="7063" y="3162"/>
                      <a:pt x="7208" y="3089"/>
                    </a:cubicBezTo>
                    <a:lnTo>
                      <a:pt x="7425" y="2981"/>
                    </a:lnTo>
                    <a:lnTo>
                      <a:pt x="7462" y="2944"/>
                    </a:lnTo>
                    <a:lnTo>
                      <a:pt x="7462" y="2944"/>
                    </a:lnTo>
                    <a:lnTo>
                      <a:pt x="7498" y="2908"/>
                    </a:lnTo>
                    <a:lnTo>
                      <a:pt x="7498" y="2908"/>
                    </a:lnTo>
                    <a:cubicBezTo>
                      <a:pt x="7519" y="2898"/>
                      <a:pt x="7525" y="2893"/>
                      <a:pt x="7522" y="2893"/>
                    </a:cubicBezTo>
                    <a:lnTo>
                      <a:pt x="7522" y="2893"/>
                    </a:lnTo>
                    <a:cubicBezTo>
                      <a:pt x="7520" y="2893"/>
                      <a:pt x="7514" y="2895"/>
                      <a:pt x="7507" y="2899"/>
                    </a:cubicBezTo>
                    <a:lnTo>
                      <a:pt x="7507" y="2899"/>
                    </a:lnTo>
                    <a:lnTo>
                      <a:pt x="7534" y="2872"/>
                    </a:lnTo>
                    <a:cubicBezTo>
                      <a:pt x="7824" y="2727"/>
                      <a:pt x="8114" y="2546"/>
                      <a:pt x="8403" y="2437"/>
                    </a:cubicBezTo>
                    <a:cubicBezTo>
                      <a:pt x="8693" y="2293"/>
                      <a:pt x="9019" y="2148"/>
                      <a:pt x="9345" y="2003"/>
                    </a:cubicBezTo>
                    <a:lnTo>
                      <a:pt x="9780" y="1822"/>
                    </a:lnTo>
                    <a:cubicBezTo>
                      <a:pt x="9798" y="1822"/>
                      <a:pt x="9817" y="1819"/>
                      <a:pt x="9832" y="1816"/>
                    </a:cubicBezTo>
                    <a:lnTo>
                      <a:pt x="9832" y="1816"/>
                    </a:lnTo>
                    <a:cubicBezTo>
                      <a:pt x="9827" y="1818"/>
                      <a:pt x="9822" y="1820"/>
                      <a:pt x="9816" y="1822"/>
                    </a:cubicBezTo>
                    <a:lnTo>
                      <a:pt x="9961" y="1785"/>
                    </a:lnTo>
                    <a:lnTo>
                      <a:pt x="10214" y="1713"/>
                    </a:lnTo>
                    <a:cubicBezTo>
                      <a:pt x="10830" y="1496"/>
                      <a:pt x="11482" y="1315"/>
                      <a:pt x="12170" y="1206"/>
                    </a:cubicBezTo>
                    <a:lnTo>
                      <a:pt x="12750" y="1061"/>
                    </a:lnTo>
                    <a:lnTo>
                      <a:pt x="12967" y="1025"/>
                    </a:lnTo>
                    <a:lnTo>
                      <a:pt x="13185" y="1025"/>
                    </a:lnTo>
                    <a:cubicBezTo>
                      <a:pt x="13547" y="989"/>
                      <a:pt x="13873" y="952"/>
                      <a:pt x="14235" y="952"/>
                    </a:cubicBezTo>
                    <a:cubicBezTo>
                      <a:pt x="14419" y="943"/>
                      <a:pt x="14606" y="938"/>
                      <a:pt x="14795" y="938"/>
                    </a:cubicBezTo>
                    <a:cubicBezTo>
                      <a:pt x="15309" y="938"/>
                      <a:pt x="15832" y="972"/>
                      <a:pt x="16336" y="1025"/>
                    </a:cubicBezTo>
                    <a:cubicBezTo>
                      <a:pt x="16988" y="1097"/>
                      <a:pt x="17676" y="1206"/>
                      <a:pt x="18292" y="1387"/>
                    </a:cubicBezTo>
                    <a:cubicBezTo>
                      <a:pt x="19596" y="1713"/>
                      <a:pt x="20864" y="2220"/>
                      <a:pt x="22023" y="2908"/>
                    </a:cubicBezTo>
                    <a:cubicBezTo>
                      <a:pt x="22566" y="3234"/>
                      <a:pt x="23109" y="3596"/>
                      <a:pt x="23616" y="3995"/>
                    </a:cubicBezTo>
                    <a:cubicBezTo>
                      <a:pt x="24123" y="4393"/>
                      <a:pt x="24631" y="4864"/>
                      <a:pt x="25101" y="5335"/>
                    </a:cubicBezTo>
                    <a:cubicBezTo>
                      <a:pt x="25536" y="5806"/>
                      <a:pt x="25971" y="6313"/>
                      <a:pt x="26369" y="6820"/>
                    </a:cubicBezTo>
                    <a:cubicBezTo>
                      <a:pt x="26731" y="7363"/>
                      <a:pt x="27094" y="7907"/>
                      <a:pt x="27383" y="8486"/>
                    </a:cubicBezTo>
                    <a:cubicBezTo>
                      <a:pt x="28035" y="9682"/>
                      <a:pt x="28506" y="10949"/>
                      <a:pt x="28796" y="12253"/>
                    </a:cubicBezTo>
                    <a:cubicBezTo>
                      <a:pt x="28868" y="12616"/>
                      <a:pt x="28905" y="12869"/>
                      <a:pt x="28977" y="13195"/>
                    </a:cubicBezTo>
                    <a:cubicBezTo>
                      <a:pt x="28998" y="13365"/>
                      <a:pt x="29091" y="13432"/>
                      <a:pt x="29210" y="13432"/>
                    </a:cubicBezTo>
                    <a:cubicBezTo>
                      <a:pt x="29497" y="13432"/>
                      <a:pt x="29934" y="13042"/>
                      <a:pt x="29883" y="12760"/>
                    </a:cubicBezTo>
                    <a:cubicBezTo>
                      <a:pt x="29520" y="9971"/>
                      <a:pt x="28325" y="7363"/>
                      <a:pt x="26514" y="5226"/>
                    </a:cubicBezTo>
                    <a:cubicBezTo>
                      <a:pt x="23797" y="2003"/>
                      <a:pt x="19813" y="119"/>
                      <a:pt x="15611" y="11"/>
                    </a:cubicBezTo>
                    <a:cubicBezTo>
                      <a:pt x="15432" y="4"/>
                      <a:pt x="15252" y="0"/>
                      <a:pt x="15072"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8" name="Google Shape;1360;p31">
                <a:extLst>
                  <a:ext uri="{FF2B5EF4-FFF2-40B4-BE49-F238E27FC236}">
                    <a16:creationId xmlns:a16="http://schemas.microsoft.com/office/drawing/2014/main" id="{0475567E-433D-DFC9-DE05-F5BB6BC1718E}"/>
                  </a:ext>
                </a:extLst>
              </p:cNvPr>
              <p:cNvSpPr/>
              <p:nvPr/>
            </p:nvSpPr>
            <p:spPr>
              <a:xfrm>
                <a:off x="6676808" y="4296693"/>
                <a:ext cx="827185" cy="469418"/>
              </a:xfrm>
              <a:custGeom>
                <a:avLst/>
                <a:gdLst/>
                <a:ahLst/>
                <a:cxnLst/>
                <a:rect l="l" t="t" r="r" b="b"/>
                <a:pathLst>
                  <a:path w="35643" h="20227" extrusionOk="0">
                    <a:moveTo>
                      <a:pt x="35393" y="1"/>
                    </a:moveTo>
                    <a:cubicBezTo>
                      <a:pt x="35328" y="1"/>
                      <a:pt x="35261" y="17"/>
                      <a:pt x="35208" y="44"/>
                    </a:cubicBezTo>
                    <a:cubicBezTo>
                      <a:pt x="34990" y="116"/>
                      <a:pt x="34882" y="334"/>
                      <a:pt x="34845" y="551"/>
                    </a:cubicBezTo>
                    <a:cubicBezTo>
                      <a:pt x="34918" y="1710"/>
                      <a:pt x="34882" y="2869"/>
                      <a:pt x="34809" y="4028"/>
                    </a:cubicBezTo>
                    <a:cubicBezTo>
                      <a:pt x="34737" y="4934"/>
                      <a:pt x="34592" y="5876"/>
                      <a:pt x="34375" y="6781"/>
                    </a:cubicBezTo>
                    <a:cubicBezTo>
                      <a:pt x="34157" y="7650"/>
                      <a:pt x="33867" y="8520"/>
                      <a:pt x="33505" y="9353"/>
                    </a:cubicBezTo>
                    <a:cubicBezTo>
                      <a:pt x="33288" y="9788"/>
                      <a:pt x="33107" y="10186"/>
                      <a:pt x="32890" y="10621"/>
                    </a:cubicBezTo>
                    <a:cubicBezTo>
                      <a:pt x="32672" y="11019"/>
                      <a:pt x="32491" y="11345"/>
                      <a:pt x="32238" y="11707"/>
                    </a:cubicBezTo>
                    <a:cubicBezTo>
                      <a:pt x="31984" y="12106"/>
                      <a:pt x="31730" y="12468"/>
                      <a:pt x="31441" y="12866"/>
                    </a:cubicBezTo>
                    <a:cubicBezTo>
                      <a:pt x="31296" y="13047"/>
                      <a:pt x="31187" y="13192"/>
                      <a:pt x="31042" y="13373"/>
                    </a:cubicBezTo>
                    <a:cubicBezTo>
                      <a:pt x="30897" y="13555"/>
                      <a:pt x="30825" y="13627"/>
                      <a:pt x="30644" y="13844"/>
                    </a:cubicBezTo>
                    <a:cubicBezTo>
                      <a:pt x="30318" y="14170"/>
                      <a:pt x="30028" y="14496"/>
                      <a:pt x="29666" y="14822"/>
                    </a:cubicBezTo>
                    <a:lnTo>
                      <a:pt x="29195" y="15257"/>
                    </a:lnTo>
                    <a:cubicBezTo>
                      <a:pt x="29014" y="15438"/>
                      <a:pt x="28941" y="15510"/>
                      <a:pt x="28724" y="15655"/>
                    </a:cubicBezTo>
                    <a:cubicBezTo>
                      <a:pt x="28398" y="15945"/>
                      <a:pt x="28000" y="16235"/>
                      <a:pt x="27637" y="16488"/>
                    </a:cubicBezTo>
                    <a:cubicBezTo>
                      <a:pt x="27456" y="16597"/>
                      <a:pt x="27275" y="16742"/>
                      <a:pt x="27094" y="16851"/>
                    </a:cubicBezTo>
                    <a:cubicBezTo>
                      <a:pt x="26913" y="16959"/>
                      <a:pt x="26732" y="17068"/>
                      <a:pt x="26551" y="17177"/>
                    </a:cubicBezTo>
                    <a:cubicBezTo>
                      <a:pt x="25754" y="17648"/>
                      <a:pt x="24921" y="18046"/>
                      <a:pt x="24088" y="18372"/>
                    </a:cubicBezTo>
                    <a:cubicBezTo>
                      <a:pt x="22349" y="19024"/>
                      <a:pt x="20502" y="19386"/>
                      <a:pt x="18655" y="19459"/>
                    </a:cubicBezTo>
                    <a:cubicBezTo>
                      <a:pt x="18433" y="19467"/>
                      <a:pt x="18212" y="19471"/>
                      <a:pt x="17991" y="19471"/>
                    </a:cubicBezTo>
                    <a:cubicBezTo>
                      <a:pt x="12584" y="19471"/>
                      <a:pt x="7475" y="16927"/>
                      <a:pt x="4238" y="12577"/>
                    </a:cubicBezTo>
                    <a:cubicBezTo>
                      <a:pt x="1993" y="9606"/>
                      <a:pt x="761" y="5984"/>
                      <a:pt x="761" y="2217"/>
                    </a:cubicBezTo>
                    <a:cubicBezTo>
                      <a:pt x="761" y="1565"/>
                      <a:pt x="761" y="913"/>
                      <a:pt x="797" y="225"/>
                    </a:cubicBezTo>
                    <a:cubicBezTo>
                      <a:pt x="797" y="87"/>
                      <a:pt x="710" y="37"/>
                      <a:pt x="609" y="37"/>
                    </a:cubicBezTo>
                    <a:cubicBezTo>
                      <a:pt x="551" y="37"/>
                      <a:pt x="488" y="54"/>
                      <a:pt x="435" y="80"/>
                    </a:cubicBezTo>
                    <a:cubicBezTo>
                      <a:pt x="218" y="189"/>
                      <a:pt x="73" y="370"/>
                      <a:pt x="37" y="587"/>
                    </a:cubicBezTo>
                    <a:cubicBezTo>
                      <a:pt x="1" y="1783"/>
                      <a:pt x="1" y="2978"/>
                      <a:pt x="109" y="4137"/>
                    </a:cubicBezTo>
                    <a:cubicBezTo>
                      <a:pt x="870" y="13011"/>
                      <a:pt x="8150" y="19929"/>
                      <a:pt x="17061" y="20219"/>
                    </a:cubicBezTo>
                    <a:cubicBezTo>
                      <a:pt x="17227" y="20224"/>
                      <a:pt x="17394" y="20226"/>
                      <a:pt x="17560" y="20226"/>
                    </a:cubicBezTo>
                    <a:cubicBezTo>
                      <a:pt x="21265" y="20226"/>
                      <a:pt x="24913" y="19072"/>
                      <a:pt x="27963" y="16923"/>
                    </a:cubicBezTo>
                    <a:cubicBezTo>
                      <a:pt x="31078" y="14714"/>
                      <a:pt x="33433" y="11562"/>
                      <a:pt x="34701" y="7940"/>
                    </a:cubicBezTo>
                    <a:cubicBezTo>
                      <a:pt x="35316" y="6093"/>
                      <a:pt x="35642" y="4137"/>
                      <a:pt x="35642" y="2181"/>
                    </a:cubicBezTo>
                    <a:cubicBezTo>
                      <a:pt x="35642" y="1529"/>
                      <a:pt x="35642" y="841"/>
                      <a:pt x="35606" y="189"/>
                    </a:cubicBezTo>
                    <a:cubicBezTo>
                      <a:pt x="35606" y="51"/>
                      <a:pt x="35504" y="1"/>
                      <a:pt x="35393"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9" name="Google Shape;1361;p31">
                <a:extLst>
                  <a:ext uri="{FF2B5EF4-FFF2-40B4-BE49-F238E27FC236}">
                    <a16:creationId xmlns:a16="http://schemas.microsoft.com/office/drawing/2014/main" id="{54704F84-AE99-6C89-789A-C1D0377F3E84}"/>
                  </a:ext>
                </a:extLst>
              </p:cNvPr>
              <p:cNvSpPr/>
              <p:nvPr/>
            </p:nvSpPr>
            <p:spPr>
              <a:xfrm>
                <a:off x="6746568" y="4002405"/>
                <a:ext cx="692697" cy="335348"/>
              </a:xfrm>
              <a:custGeom>
                <a:avLst/>
                <a:gdLst/>
                <a:ahLst/>
                <a:cxnLst/>
                <a:rect l="l" t="t" r="r" b="b"/>
                <a:pathLst>
                  <a:path w="29848" h="14450" extrusionOk="0">
                    <a:moveTo>
                      <a:pt x="9240" y="2249"/>
                    </a:moveTo>
                    <a:cubicBezTo>
                      <a:pt x="9235" y="2249"/>
                      <a:pt x="9223" y="2252"/>
                      <a:pt x="9201" y="2257"/>
                    </a:cubicBezTo>
                    <a:lnTo>
                      <a:pt x="9156" y="2280"/>
                    </a:lnTo>
                    <a:lnTo>
                      <a:pt x="9156" y="2280"/>
                    </a:lnTo>
                    <a:cubicBezTo>
                      <a:pt x="9197" y="2272"/>
                      <a:pt x="9255" y="2249"/>
                      <a:pt x="9240" y="2249"/>
                    </a:cubicBezTo>
                    <a:close/>
                    <a:moveTo>
                      <a:pt x="14727" y="0"/>
                    </a:moveTo>
                    <a:cubicBezTo>
                      <a:pt x="13587" y="0"/>
                      <a:pt x="12454" y="104"/>
                      <a:pt x="11338" y="337"/>
                    </a:cubicBezTo>
                    <a:cubicBezTo>
                      <a:pt x="9853" y="663"/>
                      <a:pt x="8404" y="1207"/>
                      <a:pt x="7100" y="2004"/>
                    </a:cubicBezTo>
                    <a:cubicBezTo>
                      <a:pt x="5796" y="2764"/>
                      <a:pt x="4601" y="3742"/>
                      <a:pt x="3587" y="4865"/>
                    </a:cubicBezTo>
                    <a:cubicBezTo>
                      <a:pt x="3044" y="5445"/>
                      <a:pt x="2573" y="6060"/>
                      <a:pt x="2174" y="6676"/>
                    </a:cubicBezTo>
                    <a:cubicBezTo>
                      <a:pt x="1740" y="7292"/>
                      <a:pt x="1377" y="7944"/>
                      <a:pt x="1088" y="8632"/>
                    </a:cubicBezTo>
                    <a:cubicBezTo>
                      <a:pt x="943" y="8994"/>
                      <a:pt x="834" y="9356"/>
                      <a:pt x="725" y="9719"/>
                    </a:cubicBezTo>
                    <a:lnTo>
                      <a:pt x="725" y="9827"/>
                    </a:lnTo>
                    <a:lnTo>
                      <a:pt x="725" y="9864"/>
                    </a:lnTo>
                    <a:lnTo>
                      <a:pt x="653" y="9972"/>
                    </a:lnTo>
                    <a:cubicBezTo>
                      <a:pt x="653" y="9972"/>
                      <a:pt x="653" y="10045"/>
                      <a:pt x="653" y="10045"/>
                    </a:cubicBezTo>
                    <a:lnTo>
                      <a:pt x="617" y="10190"/>
                    </a:lnTo>
                    <a:cubicBezTo>
                      <a:pt x="544" y="10334"/>
                      <a:pt x="508" y="10516"/>
                      <a:pt x="436" y="10660"/>
                    </a:cubicBezTo>
                    <a:cubicBezTo>
                      <a:pt x="363" y="11023"/>
                      <a:pt x="254" y="11349"/>
                      <a:pt x="182" y="11675"/>
                    </a:cubicBezTo>
                    <a:cubicBezTo>
                      <a:pt x="110" y="12037"/>
                      <a:pt x="73" y="12363"/>
                      <a:pt x="73" y="12725"/>
                    </a:cubicBezTo>
                    <a:cubicBezTo>
                      <a:pt x="73" y="13015"/>
                      <a:pt x="37" y="13377"/>
                      <a:pt x="1" y="13703"/>
                    </a:cubicBezTo>
                    <a:cubicBezTo>
                      <a:pt x="1" y="13800"/>
                      <a:pt x="81" y="13832"/>
                      <a:pt x="157" y="13832"/>
                    </a:cubicBezTo>
                    <a:cubicBezTo>
                      <a:pt x="194" y="13832"/>
                      <a:pt x="230" y="13824"/>
                      <a:pt x="254" y="13812"/>
                    </a:cubicBezTo>
                    <a:cubicBezTo>
                      <a:pt x="399" y="13739"/>
                      <a:pt x="508" y="13594"/>
                      <a:pt x="544" y="13449"/>
                    </a:cubicBezTo>
                    <a:cubicBezTo>
                      <a:pt x="580" y="12942"/>
                      <a:pt x="725" y="12471"/>
                      <a:pt x="870" y="12037"/>
                    </a:cubicBezTo>
                    <a:cubicBezTo>
                      <a:pt x="1015" y="11566"/>
                      <a:pt x="1124" y="11131"/>
                      <a:pt x="1305" y="10660"/>
                    </a:cubicBezTo>
                    <a:cubicBezTo>
                      <a:pt x="1305" y="10660"/>
                      <a:pt x="1305" y="10624"/>
                      <a:pt x="1305" y="10588"/>
                    </a:cubicBezTo>
                    <a:cubicBezTo>
                      <a:pt x="1305" y="10588"/>
                      <a:pt x="1325" y="10527"/>
                      <a:pt x="1320" y="10527"/>
                    </a:cubicBezTo>
                    <a:lnTo>
                      <a:pt x="1320" y="10527"/>
                    </a:lnTo>
                    <a:cubicBezTo>
                      <a:pt x="1318" y="10527"/>
                      <a:pt x="1314" y="10534"/>
                      <a:pt x="1305" y="10552"/>
                    </a:cubicBezTo>
                    <a:cubicBezTo>
                      <a:pt x="1287" y="10570"/>
                      <a:pt x="1278" y="10577"/>
                      <a:pt x="1274" y="10577"/>
                    </a:cubicBezTo>
                    <a:cubicBezTo>
                      <a:pt x="1264" y="10577"/>
                      <a:pt x="1305" y="10516"/>
                      <a:pt x="1305" y="10516"/>
                    </a:cubicBezTo>
                    <a:lnTo>
                      <a:pt x="1305" y="10443"/>
                    </a:lnTo>
                    <a:lnTo>
                      <a:pt x="1450" y="10117"/>
                    </a:lnTo>
                    <a:cubicBezTo>
                      <a:pt x="1450" y="10045"/>
                      <a:pt x="1486" y="9972"/>
                      <a:pt x="1522" y="9936"/>
                    </a:cubicBezTo>
                    <a:cubicBezTo>
                      <a:pt x="1558" y="9864"/>
                      <a:pt x="1558" y="9864"/>
                      <a:pt x="1558" y="9864"/>
                    </a:cubicBezTo>
                    <a:lnTo>
                      <a:pt x="1558" y="9864"/>
                    </a:lnTo>
                    <a:cubicBezTo>
                      <a:pt x="1555" y="9869"/>
                      <a:pt x="1551" y="9875"/>
                      <a:pt x="1548" y="9880"/>
                    </a:cubicBezTo>
                    <a:lnTo>
                      <a:pt x="1548" y="9880"/>
                    </a:lnTo>
                    <a:cubicBezTo>
                      <a:pt x="1560" y="9858"/>
                      <a:pt x="1576" y="9828"/>
                      <a:pt x="1595" y="9791"/>
                    </a:cubicBezTo>
                    <a:lnTo>
                      <a:pt x="1776" y="9429"/>
                    </a:lnTo>
                    <a:cubicBezTo>
                      <a:pt x="1884" y="9212"/>
                      <a:pt x="1993" y="8994"/>
                      <a:pt x="2138" y="8813"/>
                    </a:cubicBezTo>
                    <a:lnTo>
                      <a:pt x="2174" y="8741"/>
                    </a:lnTo>
                    <a:cubicBezTo>
                      <a:pt x="2174" y="8704"/>
                      <a:pt x="2210" y="8668"/>
                      <a:pt x="2210" y="8632"/>
                    </a:cubicBezTo>
                    <a:cubicBezTo>
                      <a:pt x="2247" y="8596"/>
                      <a:pt x="2283" y="8560"/>
                      <a:pt x="2319" y="8487"/>
                    </a:cubicBezTo>
                    <a:cubicBezTo>
                      <a:pt x="2346" y="8460"/>
                      <a:pt x="2372" y="8395"/>
                      <a:pt x="2399" y="8333"/>
                    </a:cubicBezTo>
                    <a:lnTo>
                      <a:pt x="2399" y="8333"/>
                    </a:lnTo>
                    <a:cubicBezTo>
                      <a:pt x="2435" y="8282"/>
                      <a:pt x="2485" y="8213"/>
                      <a:pt x="2500" y="8197"/>
                    </a:cubicBezTo>
                    <a:lnTo>
                      <a:pt x="2681" y="7871"/>
                    </a:lnTo>
                    <a:cubicBezTo>
                      <a:pt x="2718" y="7799"/>
                      <a:pt x="2790" y="7690"/>
                      <a:pt x="2862" y="7582"/>
                    </a:cubicBezTo>
                    <a:lnTo>
                      <a:pt x="2862" y="7582"/>
                    </a:lnTo>
                    <a:cubicBezTo>
                      <a:pt x="2862" y="7582"/>
                      <a:pt x="2862" y="7582"/>
                      <a:pt x="2862" y="7582"/>
                    </a:cubicBezTo>
                    <a:lnTo>
                      <a:pt x="2862" y="7582"/>
                    </a:lnTo>
                    <a:cubicBezTo>
                      <a:pt x="2862" y="7582"/>
                      <a:pt x="2862" y="7582"/>
                      <a:pt x="2862" y="7582"/>
                    </a:cubicBezTo>
                    <a:cubicBezTo>
                      <a:pt x="2899" y="7545"/>
                      <a:pt x="2899" y="7473"/>
                      <a:pt x="2935" y="7437"/>
                    </a:cubicBezTo>
                    <a:lnTo>
                      <a:pt x="3152" y="7147"/>
                    </a:lnTo>
                    <a:cubicBezTo>
                      <a:pt x="3406" y="6748"/>
                      <a:pt x="3659" y="6386"/>
                      <a:pt x="3949" y="6024"/>
                    </a:cubicBezTo>
                    <a:lnTo>
                      <a:pt x="4166" y="5771"/>
                    </a:lnTo>
                    <a:cubicBezTo>
                      <a:pt x="4178" y="5753"/>
                      <a:pt x="4181" y="5746"/>
                      <a:pt x="4179" y="5746"/>
                    </a:cubicBezTo>
                    <a:lnTo>
                      <a:pt x="4179" y="5746"/>
                    </a:lnTo>
                    <a:cubicBezTo>
                      <a:pt x="4173" y="5746"/>
                      <a:pt x="4136" y="5784"/>
                      <a:pt x="4106" y="5818"/>
                    </a:cubicBezTo>
                    <a:lnTo>
                      <a:pt x="4106" y="5818"/>
                    </a:lnTo>
                    <a:lnTo>
                      <a:pt x="4130" y="5771"/>
                    </a:lnTo>
                    <a:lnTo>
                      <a:pt x="4275" y="5626"/>
                    </a:lnTo>
                    <a:cubicBezTo>
                      <a:pt x="4420" y="5481"/>
                      <a:pt x="4565" y="5300"/>
                      <a:pt x="4710" y="5155"/>
                    </a:cubicBezTo>
                    <a:cubicBezTo>
                      <a:pt x="4855" y="4974"/>
                      <a:pt x="5072" y="4793"/>
                      <a:pt x="5217" y="4648"/>
                    </a:cubicBezTo>
                    <a:lnTo>
                      <a:pt x="5470" y="4430"/>
                    </a:lnTo>
                    <a:cubicBezTo>
                      <a:pt x="5499" y="4416"/>
                      <a:pt x="5546" y="4378"/>
                      <a:pt x="5575" y="4352"/>
                    </a:cubicBezTo>
                    <a:lnTo>
                      <a:pt x="5575" y="4352"/>
                    </a:lnTo>
                    <a:lnTo>
                      <a:pt x="5615" y="4322"/>
                    </a:lnTo>
                    <a:cubicBezTo>
                      <a:pt x="5977" y="4032"/>
                      <a:pt x="6340" y="3742"/>
                      <a:pt x="6738" y="3489"/>
                    </a:cubicBezTo>
                    <a:lnTo>
                      <a:pt x="7028" y="3307"/>
                    </a:lnTo>
                    <a:lnTo>
                      <a:pt x="7173" y="3199"/>
                    </a:lnTo>
                    <a:cubicBezTo>
                      <a:pt x="7390" y="3090"/>
                      <a:pt x="7607" y="2981"/>
                      <a:pt x="7788" y="2873"/>
                    </a:cubicBezTo>
                    <a:cubicBezTo>
                      <a:pt x="8223" y="2655"/>
                      <a:pt x="8658" y="2474"/>
                      <a:pt x="9129" y="2293"/>
                    </a:cubicBezTo>
                    <a:lnTo>
                      <a:pt x="9156" y="2280"/>
                    </a:lnTo>
                    <a:lnTo>
                      <a:pt x="9156" y="2280"/>
                    </a:lnTo>
                    <a:cubicBezTo>
                      <a:pt x="9147" y="2282"/>
                      <a:pt x="9138" y="2283"/>
                      <a:pt x="9132" y="2283"/>
                    </a:cubicBezTo>
                    <a:cubicBezTo>
                      <a:pt x="9116" y="2283"/>
                      <a:pt x="9110" y="2276"/>
                      <a:pt x="9129" y="2257"/>
                    </a:cubicBezTo>
                    <a:lnTo>
                      <a:pt x="9310" y="2185"/>
                    </a:lnTo>
                    <a:lnTo>
                      <a:pt x="9672" y="2076"/>
                    </a:lnTo>
                    <a:cubicBezTo>
                      <a:pt x="9889" y="2004"/>
                      <a:pt x="10143" y="1931"/>
                      <a:pt x="10396" y="1895"/>
                    </a:cubicBezTo>
                    <a:cubicBezTo>
                      <a:pt x="10867" y="1750"/>
                      <a:pt x="11374" y="1641"/>
                      <a:pt x="11882" y="1569"/>
                    </a:cubicBezTo>
                    <a:lnTo>
                      <a:pt x="12026" y="1569"/>
                    </a:lnTo>
                    <a:cubicBezTo>
                      <a:pt x="11978" y="1569"/>
                      <a:pt x="11930" y="1585"/>
                      <a:pt x="11946" y="1585"/>
                    </a:cubicBezTo>
                    <a:cubicBezTo>
                      <a:pt x="11954" y="1585"/>
                      <a:pt x="11978" y="1581"/>
                      <a:pt x="12026" y="1569"/>
                    </a:cubicBezTo>
                    <a:lnTo>
                      <a:pt x="12135" y="1569"/>
                    </a:lnTo>
                    <a:lnTo>
                      <a:pt x="12606" y="1533"/>
                    </a:lnTo>
                    <a:cubicBezTo>
                      <a:pt x="12859" y="1533"/>
                      <a:pt x="13113" y="1496"/>
                      <a:pt x="13403" y="1496"/>
                    </a:cubicBezTo>
                    <a:cubicBezTo>
                      <a:pt x="13634" y="1488"/>
                      <a:pt x="13867" y="1483"/>
                      <a:pt x="14101" y="1483"/>
                    </a:cubicBezTo>
                    <a:cubicBezTo>
                      <a:pt x="14858" y="1483"/>
                      <a:pt x="15626" y="1531"/>
                      <a:pt x="16373" y="1641"/>
                    </a:cubicBezTo>
                    <a:cubicBezTo>
                      <a:pt x="16518" y="1641"/>
                      <a:pt x="16626" y="1678"/>
                      <a:pt x="16735" y="1678"/>
                    </a:cubicBezTo>
                    <a:lnTo>
                      <a:pt x="16808" y="1678"/>
                    </a:lnTo>
                    <a:lnTo>
                      <a:pt x="17025" y="1714"/>
                    </a:lnTo>
                    <a:cubicBezTo>
                      <a:pt x="17242" y="1786"/>
                      <a:pt x="17496" y="1822"/>
                      <a:pt x="17749" y="1895"/>
                    </a:cubicBezTo>
                    <a:cubicBezTo>
                      <a:pt x="18184" y="2004"/>
                      <a:pt x="18655" y="2112"/>
                      <a:pt x="19090" y="2293"/>
                    </a:cubicBezTo>
                    <a:cubicBezTo>
                      <a:pt x="19959" y="2583"/>
                      <a:pt x="20792" y="2945"/>
                      <a:pt x="21589" y="3416"/>
                    </a:cubicBezTo>
                    <a:cubicBezTo>
                      <a:pt x="21806" y="3525"/>
                      <a:pt x="21987" y="3633"/>
                      <a:pt x="22168" y="3742"/>
                    </a:cubicBezTo>
                    <a:lnTo>
                      <a:pt x="22060" y="3670"/>
                    </a:lnTo>
                    <a:lnTo>
                      <a:pt x="22060" y="3670"/>
                    </a:lnTo>
                    <a:cubicBezTo>
                      <a:pt x="23400" y="4539"/>
                      <a:pt x="24631" y="5626"/>
                      <a:pt x="25609" y="6893"/>
                    </a:cubicBezTo>
                    <a:cubicBezTo>
                      <a:pt x="25899" y="7256"/>
                      <a:pt x="26153" y="7618"/>
                      <a:pt x="26406" y="8016"/>
                    </a:cubicBezTo>
                    <a:lnTo>
                      <a:pt x="26298" y="7871"/>
                    </a:lnTo>
                    <a:lnTo>
                      <a:pt x="26298" y="7871"/>
                    </a:lnTo>
                    <a:cubicBezTo>
                      <a:pt x="27239" y="9356"/>
                      <a:pt x="27891" y="10986"/>
                      <a:pt x="28254" y="12725"/>
                    </a:cubicBezTo>
                    <a:cubicBezTo>
                      <a:pt x="28254" y="12797"/>
                      <a:pt x="28254" y="12834"/>
                      <a:pt x="28290" y="12906"/>
                    </a:cubicBezTo>
                    <a:cubicBezTo>
                      <a:pt x="28290" y="12885"/>
                      <a:pt x="28290" y="12876"/>
                      <a:pt x="28290" y="12876"/>
                    </a:cubicBezTo>
                    <a:cubicBezTo>
                      <a:pt x="28290" y="12876"/>
                      <a:pt x="28291" y="12892"/>
                      <a:pt x="28293" y="12913"/>
                    </a:cubicBezTo>
                    <a:lnTo>
                      <a:pt x="28293" y="12913"/>
                    </a:lnTo>
                    <a:cubicBezTo>
                      <a:pt x="28292" y="12911"/>
                      <a:pt x="28291" y="12909"/>
                      <a:pt x="28290" y="12906"/>
                    </a:cubicBezTo>
                    <a:lnTo>
                      <a:pt x="28290" y="12906"/>
                    </a:lnTo>
                    <a:cubicBezTo>
                      <a:pt x="28290" y="12951"/>
                      <a:pt x="28296" y="12971"/>
                      <a:pt x="28301" y="12974"/>
                    </a:cubicBezTo>
                    <a:lnTo>
                      <a:pt x="28301" y="12974"/>
                    </a:lnTo>
                    <a:cubicBezTo>
                      <a:pt x="28297" y="12953"/>
                      <a:pt x="28295" y="12931"/>
                      <a:pt x="28293" y="12913"/>
                    </a:cubicBezTo>
                    <a:lnTo>
                      <a:pt x="28293" y="12913"/>
                    </a:lnTo>
                    <a:cubicBezTo>
                      <a:pt x="28309" y="12949"/>
                      <a:pt x="28307" y="12975"/>
                      <a:pt x="28302" y="12975"/>
                    </a:cubicBezTo>
                    <a:cubicBezTo>
                      <a:pt x="28302" y="12975"/>
                      <a:pt x="28301" y="12975"/>
                      <a:pt x="28301" y="12974"/>
                    </a:cubicBezTo>
                    <a:lnTo>
                      <a:pt x="28301" y="12974"/>
                    </a:lnTo>
                    <a:cubicBezTo>
                      <a:pt x="28306" y="13007"/>
                      <a:pt x="28314" y="13039"/>
                      <a:pt x="28326" y="13051"/>
                    </a:cubicBezTo>
                    <a:lnTo>
                      <a:pt x="28326" y="13160"/>
                    </a:lnTo>
                    <a:lnTo>
                      <a:pt x="28326" y="13305"/>
                    </a:lnTo>
                    <a:cubicBezTo>
                      <a:pt x="28362" y="13558"/>
                      <a:pt x="28398" y="13812"/>
                      <a:pt x="28435" y="14101"/>
                    </a:cubicBezTo>
                    <a:cubicBezTo>
                      <a:pt x="28435" y="14246"/>
                      <a:pt x="28507" y="14355"/>
                      <a:pt x="28652" y="14427"/>
                    </a:cubicBezTo>
                    <a:cubicBezTo>
                      <a:pt x="28718" y="14441"/>
                      <a:pt x="28780" y="14449"/>
                      <a:pt x="28840" y="14449"/>
                    </a:cubicBezTo>
                    <a:cubicBezTo>
                      <a:pt x="28944" y="14449"/>
                      <a:pt x="29044" y="14424"/>
                      <a:pt x="29159" y="14355"/>
                    </a:cubicBezTo>
                    <a:cubicBezTo>
                      <a:pt x="29521" y="14210"/>
                      <a:pt x="29811" y="13812"/>
                      <a:pt x="29847" y="13413"/>
                    </a:cubicBezTo>
                    <a:lnTo>
                      <a:pt x="29847" y="13413"/>
                    </a:lnTo>
                    <a:lnTo>
                      <a:pt x="29811" y="13449"/>
                    </a:lnTo>
                    <a:cubicBezTo>
                      <a:pt x="29702" y="12037"/>
                      <a:pt x="29413" y="10660"/>
                      <a:pt x="28906" y="9356"/>
                    </a:cubicBezTo>
                    <a:cubicBezTo>
                      <a:pt x="28435" y="8089"/>
                      <a:pt x="27746" y="6893"/>
                      <a:pt x="26913" y="5807"/>
                    </a:cubicBezTo>
                    <a:cubicBezTo>
                      <a:pt x="26116" y="4756"/>
                      <a:pt x="25175" y="3815"/>
                      <a:pt x="24088" y="3018"/>
                    </a:cubicBezTo>
                    <a:cubicBezTo>
                      <a:pt x="22965" y="2185"/>
                      <a:pt x="21734" y="1496"/>
                      <a:pt x="20430" y="1026"/>
                    </a:cubicBezTo>
                    <a:cubicBezTo>
                      <a:pt x="19017" y="518"/>
                      <a:pt x="17568" y="192"/>
                      <a:pt x="16083" y="48"/>
                    </a:cubicBezTo>
                    <a:cubicBezTo>
                      <a:pt x="15631" y="17"/>
                      <a:pt x="15178" y="0"/>
                      <a:pt x="14727"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86" name="Google Shape;1362;p31">
              <a:extLst>
                <a:ext uri="{FF2B5EF4-FFF2-40B4-BE49-F238E27FC236}">
                  <a16:creationId xmlns:a16="http://schemas.microsoft.com/office/drawing/2014/main" id="{F1F43D66-EB6B-B809-5E3F-A19FEDC17DCF}"/>
                </a:ext>
              </a:extLst>
            </p:cNvPr>
            <p:cNvGrpSpPr/>
            <p:nvPr/>
          </p:nvGrpSpPr>
          <p:grpSpPr>
            <a:xfrm>
              <a:off x="3665980" y="2895325"/>
              <a:ext cx="178233" cy="162917"/>
              <a:chOff x="4902328" y="3014808"/>
              <a:chExt cx="178233" cy="162917"/>
            </a:xfrm>
          </p:grpSpPr>
          <p:sp>
            <p:nvSpPr>
              <p:cNvPr id="89" name="Google Shape;1363;p31">
                <a:extLst>
                  <a:ext uri="{FF2B5EF4-FFF2-40B4-BE49-F238E27FC236}">
                    <a16:creationId xmlns:a16="http://schemas.microsoft.com/office/drawing/2014/main" id="{10E847F7-4E60-D2D6-65C9-4F4A7CADFB20}"/>
                  </a:ext>
                </a:extLst>
              </p:cNvPr>
              <p:cNvSpPr/>
              <p:nvPr/>
            </p:nvSpPr>
            <p:spPr>
              <a:xfrm>
                <a:off x="4910311" y="3028106"/>
                <a:ext cx="170250" cy="137435"/>
              </a:xfrm>
              <a:custGeom>
                <a:avLst/>
                <a:gdLst/>
                <a:ahLst/>
                <a:cxnLst/>
                <a:rect l="l" t="t" r="r" b="b"/>
                <a:pathLst>
                  <a:path w="7336" h="5922" extrusionOk="0">
                    <a:moveTo>
                      <a:pt x="3268" y="1"/>
                    </a:moveTo>
                    <a:cubicBezTo>
                      <a:pt x="2209" y="1"/>
                      <a:pt x="1264" y="513"/>
                      <a:pt x="734" y="1391"/>
                    </a:cubicBezTo>
                    <a:lnTo>
                      <a:pt x="734" y="1391"/>
                    </a:lnTo>
                    <a:cubicBezTo>
                      <a:pt x="0" y="2389"/>
                      <a:pt x="126" y="3809"/>
                      <a:pt x="820" y="4792"/>
                    </a:cubicBezTo>
                    <a:lnTo>
                      <a:pt x="820" y="4792"/>
                    </a:lnTo>
                    <a:cubicBezTo>
                      <a:pt x="947" y="4986"/>
                      <a:pt x="1097" y="5158"/>
                      <a:pt x="1270" y="5294"/>
                    </a:cubicBezTo>
                    <a:lnTo>
                      <a:pt x="1270" y="5294"/>
                    </a:lnTo>
                    <a:cubicBezTo>
                      <a:pt x="1708" y="5679"/>
                      <a:pt x="2269" y="5922"/>
                      <a:pt x="2918" y="5922"/>
                    </a:cubicBezTo>
                    <a:cubicBezTo>
                      <a:pt x="2965" y="5922"/>
                      <a:pt x="3013" y="5921"/>
                      <a:pt x="3061" y="5918"/>
                    </a:cubicBezTo>
                    <a:cubicBezTo>
                      <a:pt x="5850" y="5773"/>
                      <a:pt x="7335" y="1499"/>
                      <a:pt x="4510" y="231"/>
                    </a:cubicBezTo>
                    <a:cubicBezTo>
                      <a:pt x="4091" y="75"/>
                      <a:pt x="3671" y="1"/>
                      <a:pt x="3268" y="1"/>
                    </a:cubicBezTo>
                    <a:close/>
                  </a:path>
                </a:pathLst>
              </a:custGeom>
              <a:solidFill>
                <a:srgbClr val="57759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 name="Google Shape;1364;p31">
                <a:extLst>
                  <a:ext uri="{FF2B5EF4-FFF2-40B4-BE49-F238E27FC236}">
                    <a16:creationId xmlns:a16="http://schemas.microsoft.com/office/drawing/2014/main" id="{CFF5F473-6064-5014-D851-CB2FB211BC14}"/>
                  </a:ext>
                </a:extLst>
              </p:cNvPr>
              <p:cNvSpPr/>
              <p:nvPr/>
            </p:nvSpPr>
            <p:spPr>
              <a:xfrm>
                <a:off x="4902328" y="3014808"/>
                <a:ext cx="163102" cy="162917"/>
              </a:xfrm>
              <a:custGeom>
                <a:avLst/>
                <a:gdLst/>
                <a:ahLst/>
                <a:cxnLst/>
                <a:rect l="l" t="t" r="r" b="b"/>
                <a:pathLst>
                  <a:path w="7028" h="7020" extrusionOk="0">
                    <a:moveTo>
                      <a:pt x="1864" y="1407"/>
                    </a:moveTo>
                    <a:lnTo>
                      <a:pt x="1864" y="1407"/>
                    </a:lnTo>
                    <a:cubicBezTo>
                      <a:pt x="1863" y="1412"/>
                      <a:pt x="1859" y="1417"/>
                      <a:pt x="1854" y="1424"/>
                    </a:cubicBezTo>
                    <a:lnTo>
                      <a:pt x="1854" y="1424"/>
                    </a:lnTo>
                    <a:cubicBezTo>
                      <a:pt x="1857" y="1418"/>
                      <a:pt x="1861" y="1413"/>
                      <a:pt x="1864" y="1407"/>
                    </a:cubicBezTo>
                    <a:close/>
                    <a:moveTo>
                      <a:pt x="1568" y="1959"/>
                    </a:moveTo>
                    <a:lnTo>
                      <a:pt x="1558" y="2000"/>
                    </a:lnTo>
                    <a:cubicBezTo>
                      <a:pt x="1565" y="1979"/>
                      <a:pt x="1568" y="1966"/>
                      <a:pt x="1568" y="1959"/>
                    </a:cubicBezTo>
                    <a:close/>
                    <a:moveTo>
                      <a:pt x="1473" y="2117"/>
                    </a:moveTo>
                    <a:lnTo>
                      <a:pt x="1413" y="2217"/>
                    </a:lnTo>
                    <a:cubicBezTo>
                      <a:pt x="1458" y="2157"/>
                      <a:pt x="1472" y="2128"/>
                      <a:pt x="1473" y="2117"/>
                    </a:cubicBezTo>
                    <a:close/>
                    <a:moveTo>
                      <a:pt x="5796" y="2941"/>
                    </a:moveTo>
                    <a:cubicBezTo>
                      <a:pt x="5809" y="2962"/>
                      <a:pt x="5818" y="2973"/>
                      <a:pt x="5823" y="2978"/>
                    </a:cubicBezTo>
                    <a:lnTo>
                      <a:pt x="5823" y="2978"/>
                    </a:lnTo>
                    <a:cubicBezTo>
                      <a:pt x="5822" y="2957"/>
                      <a:pt x="5813" y="2941"/>
                      <a:pt x="5796" y="2941"/>
                    </a:cubicBezTo>
                    <a:close/>
                    <a:moveTo>
                      <a:pt x="5454" y="4794"/>
                    </a:moveTo>
                    <a:lnTo>
                      <a:pt x="5454" y="4794"/>
                    </a:lnTo>
                    <a:cubicBezTo>
                      <a:pt x="5454" y="4794"/>
                      <a:pt x="5449" y="4802"/>
                      <a:pt x="5434" y="4825"/>
                    </a:cubicBezTo>
                    <a:lnTo>
                      <a:pt x="5434" y="4829"/>
                    </a:lnTo>
                    <a:lnTo>
                      <a:pt x="5434" y="4829"/>
                    </a:lnTo>
                    <a:cubicBezTo>
                      <a:pt x="5444" y="4811"/>
                      <a:pt x="5455" y="4794"/>
                      <a:pt x="5454" y="4794"/>
                    </a:cubicBezTo>
                    <a:close/>
                    <a:moveTo>
                      <a:pt x="4672" y="5623"/>
                    </a:moveTo>
                    <a:lnTo>
                      <a:pt x="4637" y="5658"/>
                    </a:lnTo>
                    <a:cubicBezTo>
                      <a:pt x="4621" y="5663"/>
                      <a:pt x="4612" y="5665"/>
                      <a:pt x="4608" y="5665"/>
                    </a:cubicBezTo>
                    <a:cubicBezTo>
                      <a:pt x="4594" y="5665"/>
                      <a:pt x="4644" y="5638"/>
                      <a:pt x="4672" y="5623"/>
                    </a:cubicBezTo>
                    <a:close/>
                    <a:moveTo>
                      <a:pt x="3455" y="1103"/>
                    </a:moveTo>
                    <a:cubicBezTo>
                      <a:pt x="3514" y="1103"/>
                      <a:pt x="3568" y="1112"/>
                      <a:pt x="3622" y="1130"/>
                    </a:cubicBezTo>
                    <a:lnTo>
                      <a:pt x="3912" y="1130"/>
                    </a:lnTo>
                    <a:cubicBezTo>
                      <a:pt x="4166" y="1166"/>
                      <a:pt x="4383" y="1239"/>
                      <a:pt x="4600" y="1348"/>
                    </a:cubicBezTo>
                    <a:lnTo>
                      <a:pt x="4745" y="1420"/>
                    </a:lnTo>
                    <a:cubicBezTo>
                      <a:pt x="4745" y="1420"/>
                      <a:pt x="4827" y="1481"/>
                      <a:pt x="4837" y="1481"/>
                    </a:cubicBezTo>
                    <a:cubicBezTo>
                      <a:pt x="4840" y="1481"/>
                      <a:pt x="4836" y="1474"/>
                      <a:pt x="4818" y="1456"/>
                    </a:cubicBezTo>
                    <a:lnTo>
                      <a:pt x="4818" y="1456"/>
                    </a:lnTo>
                    <a:cubicBezTo>
                      <a:pt x="4890" y="1492"/>
                      <a:pt x="4963" y="1565"/>
                      <a:pt x="5035" y="1637"/>
                    </a:cubicBezTo>
                    <a:cubicBezTo>
                      <a:pt x="5180" y="1746"/>
                      <a:pt x="5289" y="1855"/>
                      <a:pt x="5397" y="2000"/>
                    </a:cubicBezTo>
                    <a:lnTo>
                      <a:pt x="5470" y="2108"/>
                    </a:lnTo>
                    <a:lnTo>
                      <a:pt x="5542" y="2181"/>
                    </a:lnTo>
                    <a:cubicBezTo>
                      <a:pt x="5651" y="2398"/>
                      <a:pt x="5760" y="2615"/>
                      <a:pt x="5796" y="2869"/>
                    </a:cubicBezTo>
                    <a:cubicBezTo>
                      <a:pt x="5796" y="2895"/>
                      <a:pt x="5835" y="2981"/>
                      <a:pt x="5827" y="2981"/>
                    </a:cubicBezTo>
                    <a:cubicBezTo>
                      <a:pt x="5826" y="2981"/>
                      <a:pt x="5825" y="2980"/>
                      <a:pt x="5823" y="2978"/>
                    </a:cubicBezTo>
                    <a:lnTo>
                      <a:pt x="5823" y="2978"/>
                    </a:lnTo>
                    <a:cubicBezTo>
                      <a:pt x="5824" y="3002"/>
                      <a:pt x="5815" y="3031"/>
                      <a:pt x="5796" y="3050"/>
                    </a:cubicBezTo>
                    <a:cubicBezTo>
                      <a:pt x="5796" y="3122"/>
                      <a:pt x="5796" y="3231"/>
                      <a:pt x="5832" y="3303"/>
                    </a:cubicBezTo>
                    <a:cubicBezTo>
                      <a:pt x="5868" y="3412"/>
                      <a:pt x="5832" y="3485"/>
                      <a:pt x="5832" y="3557"/>
                    </a:cubicBezTo>
                    <a:lnTo>
                      <a:pt x="5832" y="3666"/>
                    </a:lnTo>
                    <a:cubicBezTo>
                      <a:pt x="5832" y="3702"/>
                      <a:pt x="5832" y="3702"/>
                      <a:pt x="5832" y="3738"/>
                    </a:cubicBezTo>
                    <a:cubicBezTo>
                      <a:pt x="5796" y="3919"/>
                      <a:pt x="5760" y="4100"/>
                      <a:pt x="5723" y="4245"/>
                    </a:cubicBezTo>
                    <a:lnTo>
                      <a:pt x="5687" y="4390"/>
                    </a:lnTo>
                    <a:cubicBezTo>
                      <a:pt x="5682" y="4401"/>
                      <a:pt x="5679" y="4405"/>
                      <a:pt x="5677" y="4405"/>
                    </a:cubicBezTo>
                    <a:cubicBezTo>
                      <a:pt x="5671" y="4405"/>
                      <a:pt x="5703" y="4303"/>
                      <a:pt x="5697" y="4303"/>
                    </a:cubicBezTo>
                    <a:lnTo>
                      <a:pt x="5697" y="4303"/>
                    </a:lnTo>
                    <a:cubicBezTo>
                      <a:pt x="5695" y="4303"/>
                      <a:pt x="5692" y="4307"/>
                      <a:pt x="5687" y="4318"/>
                    </a:cubicBezTo>
                    <a:lnTo>
                      <a:pt x="5651" y="4390"/>
                    </a:lnTo>
                    <a:cubicBezTo>
                      <a:pt x="5615" y="4463"/>
                      <a:pt x="5578" y="4571"/>
                      <a:pt x="5542" y="4644"/>
                    </a:cubicBezTo>
                    <a:cubicBezTo>
                      <a:pt x="5506" y="4752"/>
                      <a:pt x="5470" y="4789"/>
                      <a:pt x="5434" y="4861"/>
                    </a:cubicBezTo>
                    <a:lnTo>
                      <a:pt x="5434" y="4829"/>
                    </a:lnTo>
                    <a:lnTo>
                      <a:pt x="5434" y="4829"/>
                    </a:lnTo>
                    <a:cubicBezTo>
                      <a:pt x="5421" y="4852"/>
                      <a:pt x="5408" y="4876"/>
                      <a:pt x="5414" y="4876"/>
                    </a:cubicBezTo>
                    <a:cubicBezTo>
                      <a:pt x="5417" y="4876"/>
                      <a:pt x="5423" y="4872"/>
                      <a:pt x="5433" y="4861"/>
                    </a:cubicBezTo>
                    <a:lnTo>
                      <a:pt x="5433" y="4861"/>
                    </a:lnTo>
                    <a:lnTo>
                      <a:pt x="5325" y="4970"/>
                    </a:lnTo>
                    <a:cubicBezTo>
                      <a:pt x="5299" y="5021"/>
                      <a:pt x="5274" y="5072"/>
                      <a:pt x="5235" y="5123"/>
                    </a:cubicBezTo>
                    <a:lnTo>
                      <a:pt x="5235" y="5123"/>
                    </a:lnTo>
                    <a:cubicBezTo>
                      <a:pt x="5238" y="5115"/>
                      <a:pt x="5237" y="5110"/>
                      <a:pt x="5231" y="5110"/>
                    </a:cubicBezTo>
                    <a:cubicBezTo>
                      <a:pt x="5228" y="5110"/>
                      <a:pt x="5223" y="5111"/>
                      <a:pt x="5216" y="5115"/>
                    </a:cubicBezTo>
                    <a:lnTo>
                      <a:pt x="5180" y="5187"/>
                    </a:lnTo>
                    <a:cubicBezTo>
                      <a:pt x="5144" y="5223"/>
                      <a:pt x="5108" y="5259"/>
                      <a:pt x="5071" y="5296"/>
                    </a:cubicBezTo>
                    <a:lnTo>
                      <a:pt x="4999" y="5368"/>
                    </a:lnTo>
                    <a:cubicBezTo>
                      <a:pt x="4999" y="5368"/>
                      <a:pt x="4910" y="5428"/>
                      <a:pt x="4893" y="5466"/>
                    </a:cubicBezTo>
                    <a:lnTo>
                      <a:pt x="4893" y="5466"/>
                    </a:lnTo>
                    <a:lnTo>
                      <a:pt x="4782" y="5549"/>
                    </a:lnTo>
                    <a:lnTo>
                      <a:pt x="4673" y="5622"/>
                    </a:lnTo>
                    <a:lnTo>
                      <a:pt x="4419" y="5730"/>
                    </a:lnTo>
                    <a:lnTo>
                      <a:pt x="4331" y="5789"/>
                    </a:lnTo>
                    <a:lnTo>
                      <a:pt x="4331" y="5789"/>
                    </a:lnTo>
                    <a:cubicBezTo>
                      <a:pt x="4331" y="5787"/>
                      <a:pt x="4329" y="5787"/>
                      <a:pt x="4324" y="5787"/>
                    </a:cubicBezTo>
                    <a:cubicBezTo>
                      <a:pt x="4303" y="5787"/>
                      <a:pt x="4238" y="5803"/>
                      <a:pt x="4238" y="5803"/>
                    </a:cubicBezTo>
                    <a:lnTo>
                      <a:pt x="4311" y="5803"/>
                    </a:lnTo>
                    <a:lnTo>
                      <a:pt x="4331" y="5789"/>
                    </a:lnTo>
                    <a:lnTo>
                      <a:pt x="4331" y="5789"/>
                    </a:lnTo>
                    <a:cubicBezTo>
                      <a:pt x="4330" y="5792"/>
                      <a:pt x="4324" y="5796"/>
                      <a:pt x="4311" y="5803"/>
                    </a:cubicBezTo>
                    <a:lnTo>
                      <a:pt x="4021" y="5875"/>
                    </a:lnTo>
                    <a:lnTo>
                      <a:pt x="3079" y="5875"/>
                    </a:lnTo>
                    <a:cubicBezTo>
                      <a:pt x="2898" y="5839"/>
                      <a:pt x="2753" y="5767"/>
                      <a:pt x="2608" y="5694"/>
                    </a:cubicBezTo>
                    <a:cubicBezTo>
                      <a:pt x="2500" y="5658"/>
                      <a:pt x="2427" y="5622"/>
                      <a:pt x="2355" y="5585"/>
                    </a:cubicBezTo>
                    <a:lnTo>
                      <a:pt x="2318" y="5549"/>
                    </a:lnTo>
                    <a:lnTo>
                      <a:pt x="2210" y="5477"/>
                    </a:lnTo>
                    <a:cubicBezTo>
                      <a:pt x="2065" y="5368"/>
                      <a:pt x="1920" y="5223"/>
                      <a:pt x="1811" y="5115"/>
                    </a:cubicBezTo>
                    <a:cubicBezTo>
                      <a:pt x="1775" y="5042"/>
                      <a:pt x="1703" y="4970"/>
                      <a:pt x="1667" y="4897"/>
                    </a:cubicBezTo>
                    <a:cubicBezTo>
                      <a:pt x="1594" y="4825"/>
                      <a:pt x="1630" y="4861"/>
                      <a:pt x="1594" y="4825"/>
                    </a:cubicBezTo>
                    <a:cubicBezTo>
                      <a:pt x="1569" y="4800"/>
                      <a:pt x="1544" y="4758"/>
                      <a:pt x="1555" y="4758"/>
                    </a:cubicBezTo>
                    <a:cubicBezTo>
                      <a:pt x="1560" y="4758"/>
                      <a:pt x="1572" y="4766"/>
                      <a:pt x="1594" y="4789"/>
                    </a:cubicBezTo>
                    <a:cubicBezTo>
                      <a:pt x="1617" y="4811"/>
                      <a:pt x="1625" y="4820"/>
                      <a:pt x="1626" y="4820"/>
                    </a:cubicBezTo>
                    <a:cubicBezTo>
                      <a:pt x="1629" y="4820"/>
                      <a:pt x="1594" y="4777"/>
                      <a:pt x="1594" y="4752"/>
                    </a:cubicBezTo>
                    <a:cubicBezTo>
                      <a:pt x="1413" y="4463"/>
                      <a:pt x="1268" y="4137"/>
                      <a:pt x="1196" y="3774"/>
                    </a:cubicBezTo>
                    <a:lnTo>
                      <a:pt x="1196" y="3738"/>
                    </a:lnTo>
                    <a:cubicBezTo>
                      <a:pt x="1196" y="3702"/>
                      <a:pt x="1196" y="3666"/>
                      <a:pt x="1196" y="3593"/>
                    </a:cubicBezTo>
                    <a:cubicBezTo>
                      <a:pt x="1196" y="3521"/>
                      <a:pt x="1196" y="3448"/>
                      <a:pt x="1196" y="3340"/>
                    </a:cubicBezTo>
                    <a:cubicBezTo>
                      <a:pt x="1159" y="3267"/>
                      <a:pt x="1196" y="3159"/>
                      <a:pt x="1196" y="3086"/>
                    </a:cubicBezTo>
                    <a:lnTo>
                      <a:pt x="1196" y="2977"/>
                    </a:lnTo>
                    <a:lnTo>
                      <a:pt x="1196" y="2905"/>
                    </a:lnTo>
                    <a:cubicBezTo>
                      <a:pt x="1196" y="2796"/>
                      <a:pt x="1196" y="2724"/>
                      <a:pt x="1232" y="2652"/>
                    </a:cubicBezTo>
                    <a:lnTo>
                      <a:pt x="1268" y="2543"/>
                    </a:lnTo>
                    <a:cubicBezTo>
                      <a:pt x="1268" y="2525"/>
                      <a:pt x="1268" y="2516"/>
                      <a:pt x="1268" y="2507"/>
                    </a:cubicBezTo>
                    <a:cubicBezTo>
                      <a:pt x="1304" y="2434"/>
                      <a:pt x="1341" y="2362"/>
                      <a:pt x="1377" y="2289"/>
                    </a:cubicBezTo>
                    <a:lnTo>
                      <a:pt x="1449" y="2144"/>
                    </a:lnTo>
                    <a:cubicBezTo>
                      <a:pt x="1449" y="2128"/>
                      <a:pt x="1464" y="2112"/>
                      <a:pt x="1470" y="2112"/>
                    </a:cubicBezTo>
                    <a:cubicBezTo>
                      <a:pt x="1472" y="2112"/>
                      <a:pt x="1473" y="2114"/>
                      <a:pt x="1473" y="2117"/>
                    </a:cubicBezTo>
                    <a:lnTo>
                      <a:pt x="1473" y="2117"/>
                    </a:lnTo>
                    <a:lnTo>
                      <a:pt x="1522" y="2036"/>
                    </a:lnTo>
                    <a:cubicBezTo>
                      <a:pt x="1522" y="2011"/>
                      <a:pt x="1555" y="1952"/>
                      <a:pt x="1565" y="1952"/>
                    </a:cubicBezTo>
                    <a:cubicBezTo>
                      <a:pt x="1567" y="1952"/>
                      <a:pt x="1568" y="1954"/>
                      <a:pt x="1568" y="1959"/>
                    </a:cubicBezTo>
                    <a:lnTo>
                      <a:pt x="1568" y="1959"/>
                    </a:lnTo>
                    <a:lnTo>
                      <a:pt x="1582" y="1902"/>
                    </a:lnTo>
                    <a:lnTo>
                      <a:pt x="1582" y="1902"/>
                    </a:lnTo>
                    <a:cubicBezTo>
                      <a:pt x="1608" y="1876"/>
                      <a:pt x="1628" y="1849"/>
                      <a:pt x="1630" y="1822"/>
                    </a:cubicBezTo>
                    <a:lnTo>
                      <a:pt x="1630" y="1822"/>
                    </a:lnTo>
                    <a:cubicBezTo>
                      <a:pt x="1641" y="1809"/>
                      <a:pt x="1653" y="1795"/>
                      <a:pt x="1666" y="1782"/>
                    </a:cubicBezTo>
                    <a:lnTo>
                      <a:pt x="1666" y="1782"/>
                    </a:lnTo>
                    <a:cubicBezTo>
                      <a:pt x="1678" y="1771"/>
                      <a:pt x="1690" y="1759"/>
                      <a:pt x="1703" y="1746"/>
                    </a:cubicBezTo>
                    <a:lnTo>
                      <a:pt x="1848" y="1601"/>
                    </a:lnTo>
                    <a:lnTo>
                      <a:pt x="1993" y="1492"/>
                    </a:lnTo>
                    <a:lnTo>
                      <a:pt x="2101" y="1420"/>
                    </a:lnTo>
                    <a:lnTo>
                      <a:pt x="2101" y="1420"/>
                    </a:lnTo>
                    <a:lnTo>
                      <a:pt x="2137" y="1384"/>
                    </a:lnTo>
                    <a:cubicBezTo>
                      <a:pt x="2246" y="1348"/>
                      <a:pt x="2318" y="1311"/>
                      <a:pt x="2427" y="1275"/>
                    </a:cubicBezTo>
                    <a:lnTo>
                      <a:pt x="2500" y="1239"/>
                    </a:lnTo>
                    <a:lnTo>
                      <a:pt x="2681" y="1166"/>
                    </a:lnTo>
                    <a:cubicBezTo>
                      <a:pt x="2789" y="1166"/>
                      <a:pt x="2898" y="1130"/>
                      <a:pt x="3007" y="1130"/>
                    </a:cubicBezTo>
                    <a:lnTo>
                      <a:pt x="3079" y="1130"/>
                    </a:lnTo>
                    <a:cubicBezTo>
                      <a:pt x="3115" y="1112"/>
                      <a:pt x="3143" y="1103"/>
                      <a:pt x="3170" y="1103"/>
                    </a:cubicBezTo>
                    <a:cubicBezTo>
                      <a:pt x="3197" y="1103"/>
                      <a:pt x="3224" y="1112"/>
                      <a:pt x="3260" y="1130"/>
                    </a:cubicBezTo>
                    <a:cubicBezTo>
                      <a:pt x="3333" y="1112"/>
                      <a:pt x="3396" y="1103"/>
                      <a:pt x="3455" y="1103"/>
                    </a:cubicBezTo>
                    <a:close/>
                    <a:moveTo>
                      <a:pt x="3866" y="1"/>
                    </a:moveTo>
                    <a:cubicBezTo>
                      <a:pt x="2899" y="1"/>
                      <a:pt x="1968" y="394"/>
                      <a:pt x="1268" y="1094"/>
                    </a:cubicBezTo>
                    <a:cubicBezTo>
                      <a:pt x="1073" y="1289"/>
                      <a:pt x="899" y="1507"/>
                      <a:pt x="751" y="1739"/>
                    </a:cubicBezTo>
                    <a:lnTo>
                      <a:pt x="751" y="1739"/>
                    </a:lnTo>
                    <a:cubicBezTo>
                      <a:pt x="730" y="1765"/>
                      <a:pt x="709" y="1791"/>
                      <a:pt x="689" y="1818"/>
                    </a:cubicBezTo>
                    <a:cubicBezTo>
                      <a:pt x="435" y="2217"/>
                      <a:pt x="218" y="2652"/>
                      <a:pt x="145" y="3086"/>
                    </a:cubicBezTo>
                    <a:cubicBezTo>
                      <a:pt x="0" y="3919"/>
                      <a:pt x="145" y="4789"/>
                      <a:pt x="580" y="5477"/>
                    </a:cubicBezTo>
                    <a:cubicBezTo>
                      <a:pt x="942" y="6237"/>
                      <a:pt x="1630" y="6745"/>
                      <a:pt x="2427" y="6962"/>
                    </a:cubicBezTo>
                    <a:cubicBezTo>
                      <a:pt x="2629" y="7001"/>
                      <a:pt x="2832" y="7019"/>
                      <a:pt x="3035" y="7019"/>
                    </a:cubicBezTo>
                    <a:cubicBezTo>
                      <a:pt x="3779" y="7019"/>
                      <a:pt x="4517" y="6765"/>
                      <a:pt x="5144" y="6310"/>
                    </a:cubicBezTo>
                    <a:cubicBezTo>
                      <a:pt x="5904" y="5730"/>
                      <a:pt x="6484" y="4897"/>
                      <a:pt x="6774" y="3992"/>
                    </a:cubicBezTo>
                    <a:cubicBezTo>
                      <a:pt x="7027" y="3195"/>
                      <a:pt x="6991" y="2362"/>
                      <a:pt x="6665" y="1601"/>
                    </a:cubicBezTo>
                    <a:cubicBezTo>
                      <a:pt x="6484" y="1239"/>
                      <a:pt x="6230" y="913"/>
                      <a:pt x="5904" y="623"/>
                    </a:cubicBezTo>
                    <a:cubicBezTo>
                      <a:pt x="5470" y="333"/>
                      <a:pt x="4963" y="116"/>
                      <a:pt x="4419" y="44"/>
                    </a:cubicBezTo>
                    <a:cubicBezTo>
                      <a:pt x="4235" y="15"/>
                      <a:pt x="4050" y="1"/>
                      <a:pt x="3866"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87" name="Google Shape;1365;p31">
              <a:extLst>
                <a:ext uri="{FF2B5EF4-FFF2-40B4-BE49-F238E27FC236}">
                  <a16:creationId xmlns:a16="http://schemas.microsoft.com/office/drawing/2014/main" id="{D199E7AF-2A7C-F3A5-B3E5-E09B98ABA158}"/>
                </a:ext>
              </a:extLst>
            </p:cNvPr>
            <p:cNvSpPr txBox="1"/>
            <p:nvPr/>
          </p:nvSpPr>
          <p:spPr>
            <a:xfrm>
              <a:off x="2787106" y="2239299"/>
              <a:ext cx="1937400" cy="340500"/>
            </a:xfrm>
            <a:prstGeom prst="rect">
              <a:avLst/>
            </a:prstGeom>
            <a:no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2000" b="0" i="0" u="none" strike="noStrike" kern="0" cap="none" spc="0" normalizeH="0" baseline="0" noProof="0" dirty="0">
                  <a:ln>
                    <a:noFill/>
                  </a:ln>
                  <a:solidFill>
                    <a:srgbClr val="577590"/>
                  </a:solidFill>
                  <a:effectLst/>
                  <a:uLnTx/>
                  <a:uFillTx/>
                  <a:latin typeface="Fira Sans Extra Condensed Medium"/>
                  <a:ea typeface="Fira Sans Extra Condensed Medium"/>
                  <a:cs typeface="Fira Sans Extra Condensed Medium"/>
                  <a:sym typeface="Fira Sans Extra Condensed Medium"/>
                </a:rPr>
                <a:t>Conecta tu Arduino Uno</a:t>
              </a:r>
              <a:endParaRPr kumimoji="0" sz="2000" b="0" i="0" u="none" strike="noStrike" kern="0" cap="none" spc="0" normalizeH="0" baseline="0" noProof="0" dirty="0">
                <a:ln>
                  <a:noFill/>
                </a:ln>
                <a:solidFill>
                  <a:srgbClr val="577590"/>
                </a:solidFill>
                <a:effectLst/>
                <a:uLnTx/>
                <a:uFillTx/>
                <a:latin typeface="Fira Sans Extra Condensed Medium"/>
                <a:ea typeface="Fira Sans Extra Condensed Medium"/>
                <a:cs typeface="Fira Sans Extra Condensed Medium"/>
                <a:sym typeface="Fira Sans Extra Condensed Medium"/>
              </a:endParaRPr>
            </a:p>
          </p:txBody>
        </p:sp>
      </p:grpSp>
      <p:sp>
        <p:nvSpPr>
          <p:cNvPr id="109" name="CuadroTexto 108">
            <a:extLst>
              <a:ext uri="{FF2B5EF4-FFF2-40B4-BE49-F238E27FC236}">
                <a16:creationId xmlns:a16="http://schemas.microsoft.com/office/drawing/2014/main" id="{879E08BE-0E51-2437-C421-3B474B6AD1EF}"/>
              </a:ext>
            </a:extLst>
          </p:cNvPr>
          <p:cNvSpPr txBox="1"/>
          <p:nvPr/>
        </p:nvSpPr>
        <p:spPr>
          <a:xfrm>
            <a:off x="671532" y="4224786"/>
            <a:ext cx="8260745" cy="1879104"/>
          </a:xfrm>
          <a:prstGeom prst="rect">
            <a:avLst/>
          </a:prstGeom>
          <a:noFill/>
        </p:spPr>
        <p:txBody>
          <a:bodyPr wrap="square">
            <a:spAutoFit/>
          </a:bodyPr>
          <a:lstStyle/>
          <a:p>
            <a:pPr>
              <a:lnSpc>
                <a:spcPts val="1425"/>
              </a:lnSpc>
              <a:buNone/>
            </a:pPr>
            <a:r>
              <a:rPr lang="es-ES" sz="1100" b="0" dirty="0" err="1">
                <a:solidFill>
                  <a:srgbClr val="00979D"/>
                </a:solidFill>
                <a:effectLst/>
                <a:latin typeface="Consolas" panose="020B0609020204030204" pitchFamily="49" charset="0"/>
              </a:rPr>
              <a:t>void</a:t>
            </a:r>
            <a:r>
              <a:rPr lang="es-ES" sz="1100" b="0" dirty="0">
                <a:solidFill>
                  <a:srgbClr val="4E5B61"/>
                </a:solidFill>
                <a:effectLst/>
                <a:latin typeface="Consolas" panose="020B0609020204030204" pitchFamily="49" charset="0"/>
              </a:rPr>
              <a:t> </a:t>
            </a:r>
            <a:r>
              <a:rPr lang="es-ES" sz="1100" b="0" dirty="0" err="1">
                <a:solidFill>
                  <a:srgbClr val="D35400"/>
                </a:solidFill>
                <a:effectLst/>
                <a:latin typeface="Consolas" panose="020B0609020204030204" pitchFamily="49" charset="0"/>
              </a:rPr>
              <a:t>setup</a:t>
            </a:r>
            <a:r>
              <a:rPr lang="es-ES" sz="1100" b="0" dirty="0">
                <a:solidFill>
                  <a:srgbClr val="434F54"/>
                </a:solidFill>
                <a:effectLst/>
                <a:latin typeface="Consolas" panose="020B0609020204030204" pitchFamily="49" charset="0"/>
              </a:rPr>
              <a:t>()</a:t>
            </a:r>
            <a:r>
              <a:rPr lang="es-ES" sz="1100" b="0" dirty="0">
                <a:solidFill>
                  <a:srgbClr val="4E5B61"/>
                </a:solidFill>
                <a:effectLst/>
                <a:latin typeface="Consolas" panose="020B0609020204030204" pitchFamily="49" charset="0"/>
              </a:rPr>
              <a:t> </a:t>
            </a:r>
            <a:r>
              <a:rPr lang="es-ES" sz="1100" b="0" dirty="0">
                <a:solidFill>
                  <a:srgbClr val="434F54"/>
                </a:solidFill>
                <a:effectLst/>
                <a:latin typeface="Consolas" panose="020B0609020204030204" pitchFamily="49" charset="0"/>
              </a:rPr>
              <a:t>{</a:t>
            </a:r>
            <a:endParaRPr lang="es-ES" sz="1100" b="0" dirty="0">
              <a:solidFill>
                <a:srgbClr val="4E5B61"/>
              </a:solidFill>
              <a:effectLst/>
              <a:latin typeface="Consolas" panose="020B0609020204030204" pitchFamily="49" charset="0"/>
            </a:endParaRPr>
          </a:p>
          <a:p>
            <a:pPr>
              <a:lnSpc>
                <a:spcPts val="1425"/>
              </a:lnSpc>
              <a:buNone/>
            </a:pPr>
            <a:r>
              <a:rPr lang="es-ES" sz="1100" b="0" dirty="0">
                <a:solidFill>
                  <a:srgbClr val="4E5B61"/>
                </a:solidFill>
                <a:effectLst/>
                <a:latin typeface="Consolas" panose="020B0609020204030204" pitchFamily="49" charset="0"/>
              </a:rPr>
              <a:t>      </a:t>
            </a:r>
            <a:r>
              <a:rPr lang="es-ES" sz="1100" b="0" dirty="0" err="1">
                <a:solidFill>
                  <a:srgbClr val="D35400"/>
                </a:solidFill>
                <a:effectLst/>
                <a:latin typeface="Consolas" panose="020B0609020204030204" pitchFamily="49" charset="0"/>
              </a:rPr>
              <a:t>Serial</a:t>
            </a:r>
            <a:r>
              <a:rPr lang="es-ES" sz="1100" b="0" dirty="0" err="1">
                <a:solidFill>
                  <a:srgbClr val="4E5B61"/>
                </a:solidFill>
                <a:effectLst/>
                <a:latin typeface="Consolas" panose="020B0609020204030204" pitchFamily="49" charset="0"/>
              </a:rPr>
              <a:t>.</a:t>
            </a:r>
            <a:r>
              <a:rPr lang="es-ES" sz="1100" b="0" dirty="0" err="1">
                <a:solidFill>
                  <a:srgbClr val="D35400"/>
                </a:solidFill>
                <a:effectLst/>
                <a:latin typeface="Consolas" panose="020B0609020204030204" pitchFamily="49" charset="0"/>
              </a:rPr>
              <a:t>begin</a:t>
            </a:r>
            <a:r>
              <a:rPr lang="es-ES" sz="1100" b="0" dirty="0">
                <a:solidFill>
                  <a:srgbClr val="434F54"/>
                </a:solidFill>
                <a:effectLst/>
                <a:latin typeface="Consolas" panose="020B0609020204030204" pitchFamily="49" charset="0"/>
              </a:rPr>
              <a:t>(</a:t>
            </a:r>
            <a:r>
              <a:rPr lang="es-ES" sz="1100" b="0" dirty="0">
                <a:solidFill>
                  <a:srgbClr val="005C5F"/>
                </a:solidFill>
                <a:effectLst/>
                <a:latin typeface="Consolas" panose="020B0609020204030204" pitchFamily="49" charset="0"/>
              </a:rPr>
              <a:t>9600</a:t>
            </a:r>
            <a:r>
              <a:rPr lang="es-ES" sz="1100" b="0" dirty="0">
                <a:solidFill>
                  <a:srgbClr val="434F54"/>
                </a:solidFill>
                <a:effectLst/>
                <a:latin typeface="Consolas" panose="020B0609020204030204" pitchFamily="49" charset="0"/>
              </a:rPr>
              <a:t>)</a:t>
            </a:r>
            <a:r>
              <a:rPr lang="es-ES" sz="1100" b="0" dirty="0">
                <a:solidFill>
                  <a:srgbClr val="4E5B61"/>
                </a:solidFill>
                <a:effectLst/>
                <a:latin typeface="Consolas" panose="020B0609020204030204" pitchFamily="49" charset="0"/>
              </a:rPr>
              <a:t>;</a:t>
            </a:r>
            <a:r>
              <a:rPr lang="es-ES" sz="1100" b="0" dirty="0">
                <a:solidFill>
                  <a:srgbClr val="95A5A6"/>
                </a:solidFill>
                <a:effectLst/>
                <a:latin typeface="Consolas" panose="020B0609020204030204" pitchFamily="49" charset="0"/>
              </a:rPr>
              <a:t> // Inicia la comunicación serial a 9600 baudios</a:t>
            </a:r>
            <a:endParaRPr lang="es-ES" sz="1100" b="0" dirty="0">
              <a:solidFill>
                <a:srgbClr val="4E5B61"/>
              </a:solidFill>
              <a:effectLst/>
              <a:latin typeface="Consolas" panose="020B0609020204030204" pitchFamily="49" charset="0"/>
            </a:endParaRPr>
          </a:p>
          <a:p>
            <a:pPr>
              <a:lnSpc>
                <a:spcPts val="1425"/>
              </a:lnSpc>
              <a:buNone/>
            </a:pPr>
            <a:r>
              <a:rPr lang="es-ES" sz="1100" b="0" dirty="0">
                <a:solidFill>
                  <a:srgbClr val="4E5B61"/>
                </a:solidFill>
                <a:effectLst/>
                <a:latin typeface="Consolas" panose="020B0609020204030204" pitchFamily="49" charset="0"/>
              </a:rPr>
              <a:t>      </a:t>
            </a:r>
            <a:r>
              <a:rPr lang="es-ES" sz="1100" b="0" dirty="0" err="1">
                <a:solidFill>
                  <a:srgbClr val="D35400"/>
                </a:solidFill>
                <a:effectLst/>
                <a:latin typeface="Consolas" panose="020B0609020204030204" pitchFamily="49" charset="0"/>
              </a:rPr>
              <a:t>Serial</a:t>
            </a:r>
            <a:r>
              <a:rPr lang="es-ES" sz="1100" b="0" dirty="0" err="1">
                <a:solidFill>
                  <a:srgbClr val="4E5B61"/>
                </a:solidFill>
                <a:effectLst/>
                <a:latin typeface="Consolas" panose="020B0609020204030204" pitchFamily="49" charset="0"/>
              </a:rPr>
              <a:t>.</a:t>
            </a:r>
            <a:r>
              <a:rPr lang="es-ES" sz="1100" b="0" dirty="0" err="1">
                <a:solidFill>
                  <a:srgbClr val="D35400"/>
                </a:solidFill>
                <a:effectLst/>
                <a:latin typeface="Consolas" panose="020B0609020204030204" pitchFamily="49" charset="0"/>
              </a:rPr>
              <a:t>println</a:t>
            </a:r>
            <a:r>
              <a:rPr lang="es-ES" sz="1100" b="0" dirty="0">
                <a:solidFill>
                  <a:srgbClr val="434F54"/>
                </a:solidFill>
                <a:effectLst/>
                <a:latin typeface="Consolas" panose="020B0609020204030204" pitchFamily="49" charset="0"/>
              </a:rPr>
              <a:t>(</a:t>
            </a:r>
            <a:r>
              <a:rPr lang="es-ES" sz="1100" b="0" dirty="0">
                <a:solidFill>
                  <a:srgbClr val="005C5F"/>
                </a:solidFill>
                <a:effectLst/>
                <a:latin typeface="Consolas" panose="020B0609020204030204" pitchFamily="49" charset="0"/>
              </a:rPr>
              <a:t>"Hola Mundo"</a:t>
            </a:r>
            <a:r>
              <a:rPr lang="es-ES" sz="1100" b="0" dirty="0">
                <a:solidFill>
                  <a:srgbClr val="434F54"/>
                </a:solidFill>
                <a:effectLst/>
                <a:latin typeface="Consolas" panose="020B0609020204030204" pitchFamily="49" charset="0"/>
              </a:rPr>
              <a:t>)</a:t>
            </a:r>
            <a:r>
              <a:rPr lang="es-ES" sz="1100" b="0" dirty="0">
                <a:solidFill>
                  <a:srgbClr val="4E5B61"/>
                </a:solidFill>
                <a:effectLst/>
                <a:latin typeface="Consolas" panose="020B0609020204030204" pitchFamily="49" charset="0"/>
              </a:rPr>
              <a:t>;</a:t>
            </a:r>
            <a:r>
              <a:rPr lang="es-ES" sz="1100" b="0" dirty="0">
                <a:solidFill>
                  <a:srgbClr val="95A5A6"/>
                </a:solidFill>
                <a:effectLst/>
                <a:latin typeface="Consolas" panose="020B0609020204030204" pitchFamily="49" charset="0"/>
              </a:rPr>
              <a:t> // Imprime "Hola Mundo" en el monitor serial</a:t>
            </a:r>
            <a:endParaRPr lang="es-ES" sz="1100" b="0" dirty="0">
              <a:solidFill>
                <a:srgbClr val="4E5B61"/>
              </a:solidFill>
              <a:effectLst/>
              <a:latin typeface="Consolas" panose="020B0609020204030204" pitchFamily="49" charset="0"/>
            </a:endParaRPr>
          </a:p>
          <a:p>
            <a:pPr>
              <a:lnSpc>
                <a:spcPts val="1425"/>
              </a:lnSpc>
              <a:buNone/>
            </a:pPr>
            <a:r>
              <a:rPr lang="es-ES" sz="1100" b="0" dirty="0">
                <a:solidFill>
                  <a:srgbClr val="4E5B61"/>
                </a:solidFill>
                <a:effectLst/>
                <a:latin typeface="Consolas" panose="020B0609020204030204" pitchFamily="49" charset="0"/>
              </a:rPr>
              <a:t>    </a:t>
            </a:r>
            <a:r>
              <a:rPr lang="es-ES" sz="1100" b="0" dirty="0">
                <a:solidFill>
                  <a:srgbClr val="434F54"/>
                </a:solidFill>
                <a:effectLst/>
                <a:latin typeface="Consolas" panose="020B0609020204030204" pitchFamily="49" charset="0"/>
              </a:rPr>
              <a:t>}</a:t>
            </a:r>
            <a:endParaRPr lang="es-ES" sz="1100" b="0" dirty="0">
              <a:solidFill>
                <a:srgbClr val="4E5B61"/>
              </a:solidFill>
              <a:effectLst/>
              <a:latin typeface="Consolas" panose="020B0609020204030204" pitchFamily="49" charset="0"/>
            </a:endParaRPr>
          </a:p>
          <a:p>
            <a:pPr>
              <a:lnSpc>
                <a:spcPts val="1425"/>
              </a:lnSpc>
              <a:buNone/>
            </a:pPr>
            <a:br>
              <a:rPr lang="es-ES" sz="1100" b="0" dirty="0">
                <a:solidFill>
                  <a:srgbClr val="4E5B61"/>
                </a:solidFill>
                <a:effectLst/>
                <a:latin typeface="Consolas" panose="020B0609020204030204" pitchFamily="49" charset="0"/>
              </a:rPr>
            </a:br>
            <a:r>
              <a:rPr lang="es-ES" sz="1100" b="0" dirty="0">
                <a:solidFill>
                  <a:srgbClr val="4E5B61"/>
                </a:solidFill>
                <a:effectLst/>
                <a:latin typeface="Consolas" panose="020B0609020204030204" pitchFamily="49" charset="0"/>
              </a:rPr>
              <a:t>    </a:t>
            </a:r>
            <a:r>
              <a:rPr lang="es-ES" sz="1100" b="0" dirty="0" err="1">
                <a:solidFill>
                  <a:srgbClr val="00979D"/>
                </a:solidFill>
                <a:effectLst/>
                <a:latin typeface="Consolas" panose="020B0609020204030204" pitchFamily="49" charset="0"/>
              </a:rPr>
              <a:t>void</a:t>
            </a:r>
            <a:r>
              <a:rPr lang="es-ES" sz="1100" b="0" dirty="0">
                <a:solidFill>
                  <a:srgbClr val="4E5B61"/>
                </a:solidFill>
                <a:effectLst/>
                <a:latin typeface="Consolas" panose="020B0609020204030204" pitchFamily="49" charset="0"/>
              </a:rPr>
              <a:t> </a:t>
            </a:r>
            <a:r>
              <a:rPr lang="es-ES" sz="1100" b="0" dirty="0" err="1">
                <a:solidFill>
                  <a:srgbClr val="D35400"/>
                </a:solidFill>
                <a:effectLst/>
                <a:latin typeface="Consolas" panose="020B0609020204030204" pitchFamily="49" charset="0"/>
              </a:rPr>
              <a:t>loop</a:t>
            </a:r>
            <a:r>
              <a:rPr lang="es-ES" sz="1100" b="0" dirty="0">
                <a:solidFill>
                  <a:srgbClr val="434F54"/>
                </a:solidFill>
                <a:effectLst/>
                <a:latin typeface="Consolas" panose="020B0609020204030204" pitchFamily="49" charset="0"/>
              </a:rPr>
              <a:t>()</a:t>
            </a:r>
            <a:r>
              <a:rPr lang="es-ES" sz="1100" b="0" dirty="0">
                <a:solidFill>
                  <a:srgbClr val="4E5B61"/>
                </a:solidFill>
                <a:effectLst/>
                <a:latin typeface="Consolas" panose="020B0609020204030204" pitchFamily="49" charset="0"/>
              </a:rPr>
              <a:t> </a:t>
            </a:r>
            <a:r>
              <a:rPr lang="es-ES" sz="1100" b="0" dirty="0">
                <a:solidFill>
                  <a:srgbClr val="434F54"/>
                </a:solidFill>
                <a:effectLst/>
                <a:latin typeface="Consolas" panose="020B0609020204030204" pitchFamily="49" charset="0"/>
              </a:rPr>
              <a:t>{</a:t>
            </a:r>
            <a:endParaRPr lang="es-ES" sz="1100" b="0" dirty="0">
              <a:solidFill>
                <a:srgbClr val="4E5B61"/>
              </a:solidFill>
              <a:effectLst/>
              <a:latin typeface="Consolas" panose="020B0609020204030204" pitchFamily="49" charset="0"/>
            </a:endParaRPr>
          </a:p>
          <a:p>
            <a:pPr>
              <a:lnSpc>
                <a:spcPts val="1425"/>
              </a:lnSpc>
              <a:buNone/>
            </a:pPr>
            <a:r>
              <a:rPr lang="es-ES" sz="1100" b="0" dirty="0">
                <a:solidFill>
                  <a:srgbClr val="95A5A6"/>
                </a:solidFill>
                <a:effectLst/>
                <a:latin typeface="Consolas" panose="020B0609020204030204" pitchFamily="49" charset="0"/>
              </a:rPr>
              <a:t>      // La función </a:t>
            </a:r>
            <a:r>
              <a:rPr lang="es-ES" sz="1100" b="0" dirty="0" err="1">
                <a:solidFill>
                  <a:srgbClr val="95A5A6"/>
                </a:solidFill>
                <a:effectLst/>
                <a:latin typeface="Consolas" panose="020B0609020204030204" pitchFamily="49" charset="0"/>
              </a:rPr>
              <a:t>loop</a:t>
            </a:r>
            <a:r>
              <a:rPr lang="es-ES" sz="1100" b="0" dirty="0">
                <a:solidFill>
                  <a:srgbClr val="95A5A6"/>
                </a:solidFill>
                <a:effectLst/>
                <a:latin typeface="Consolas" panose="020B0609020204030204" pitchFamily="49" charset="0"/>
              </a:rPr>
              <a:t> se ejecuta infinitamente después de </a:t>
            </a:r>
            <a:r>
              <a:rPr lang="es-ES" sz="1100" b="0" dirty="0" err="1">
                <a:solidFill>
                  <a:srgbClr val="95A5A6"/>
                </a:solidFill>
                <a:effectLst/>
                <a:latin typeface="Consolas" panose="020B0609020204030204" pitchFamily="49" charset="0"/>
              </a:rPr>
              <a:t>setup</a:t>
            </a:r>
            <a:r>
              <a:rPr lang="es-ES" sz="1100" b="0" dirty="0">
                <a:solidFill>
                  <a:srgbClr val="95A5A6"/>
                </a:solidFill>
                <a:effectLst/>
                <a:latin typeface="Consolas" panose="020B0609020204030204" pitchFamily="49" charset="0"/>
              </a:rPr>
              <a:t>(), pero para "Hola Mundo"</a:t>
            </a:r>
            <a:endParaRPr lang="es-ES" sz="1100" b="0" dirty="0">
              <a:solidFill>
                <a:srgbClr val="4E5B61"/>
              </a:solidFill>
              <a:effectLst/>
              <a:latin typeface="Consolas" panose="020B0609020204030204" pitchFamily="49" charset="0"/>
            </a:endParaRPr>
          </a:p>
          <a:p>
            <a:pPr>
              <a:lnSpc>
                <a:spcPts val="1425"/>
              </a:lnSpc>
              <a:buNone/>
            </a:pPr>
            <a:r>
              <a:rPr lang="es-ES" sz="1100" b="0" dirty="0">
                <a:solidFill>
                  <a:srgbClr val="95A5A6"/>
                </a:solidFill>
                <a:effectLst/>
                <a:latin typeface="Consolas" panose="020B0609020204030204" pitchFamily="49" charset="0"/>
              </a:rPr>
              <a:t>      // solo necesitamos el mensaje inicial. Puedes añadir un </a:t>
            </a:r>
            <a:r>
              <a:rPr lang="es-ES" sz="1100" b="0" dirty="0" err="1">
                <a:solidFill>
                  <a:srgbClr val="95A5A6"/>
                </a:solidFill>
                <a:effectLst/>
                <a:latin typeface="Consolas" panose="020B0609020204030204" pitchFamily="49" charset="0"/>
              </a:rPr>
              <a:t>delay</a:t>
            </a:r>
            <a:r>
              <a:rPr lang="es-ES" sz="1100" b="0" dirty="0">
                <a:solidFill>
                  <a:srgbClr val="95A5A6"/>
                </a:solidFill>
                <a:effectLst/>
                <a:latin typeface="Consolas" panose="020B0609020204030204" pitchFamily="49" charset="0"/>
              </a:rPr>
              <a:t> o más instrucciones aquí si es necesario.</a:t>
            </a:r>
            <a:endParaRPr lang="es-ES" sz="1100" b="0" dirty="0">
              <a:solidFill>
                <a:srgbClr val="4E5B61"/>
              </a:solidFill>
              <a:effectLst/>
              <a:latin typeface="Consolas" panose="020B0609020204030204" pitchFamily="49" charset="0"/>
            </a:endParaRPr>
          </a:p>
          <a:p>
            <a:pPr>
              <a:lnSpc>
                <a:spcPts val="1425"/>
              </a:lnSpc>
              <a:buNone/>
            </a:pPr>
            <a:r>
              <a:rPr lang="es-ES" sz="1100" b="0" dirty="0">
                <a:solidFill>
                  <a:srgbClr val="4E5B61"/>
                </a:solidFill>
                <a:effectLst/>
                <a:latin typeface="Consolas" panose="020B0609020204030204" pitchFamily="49" charset="0"/>
              </a:rPr>
              <a:t>    </a:t>
            </a:r>
            <a:r>
              <a:rPr lang="es-ES" sz="1100" b="0" dirty="0">
                <a:solidFill>
                  <a:srgbClr val="434F54"/>
                </a:solidFill>
                <a:effectLst/>
                <a:latin typeface="Consolas" panose="020B0609020204030204" pitchFamily="49" charset="0"/>
              </a:rPr>
              <a:t>}</a:t>
            </a:r>
            <a:endParaRPr lang="es-ES" sz="1100" b="0" dirty="0">
              <a:solidFill>
                <a:srgbClr val="4E5B61"/>
              </a:solidFill>
              <a:effectLst/>
              <a:latin typeface="Consolas" panose="020B0609020204030204" pitchFamily="49" charset="0"/>
            </a:endParaRPr>
          </a:p>
        </p:txBody>
      </p:sp>
    </p:spTree>
    <p:custDataLst>
      <p:tags r:id="rId1"/>
    </p:custDataLst>
    <p:extLst>
      <p:ext uri="{BB962C8B-B14F-4D97-AF65-F5344CB8AC3E}">
        <p14:creationId xmlns:p14="http://schemas.microsoft.com/office/powerpoint/2010/main" val="2472417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E6A16-38B6-9533-54D5-DF5518C0BE9A}"/>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D1967FC9-4227-0A5E-DECF-6E1011167ACF}"/>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BAE2BE1B-D6E6-C292-63DE-2796E03F6633}"/>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Reto… El código enigma </a:t>
            </a:r>
            <a:endParaRPr lang="en-US" dirty="0"/>
          </a:p>
        </p:txBody>
      </p:sp>
      <p:sp>
        <p:nvSpPr>
          <p:cNvPr id="18" name="Marcador de número de diapositiva 3">
            <a:extLst>
              <a:ext uri="{FF2B5EF4-FFF2-40B4-BE49-F238E27FC236}">
                <a16:creationId xmlns:a16="http://schemas.microsoft.com/office/drawing/2014/main" id="{E54529CC-619E-68E7-4933-6E550E9BA749}"/>
              </a:ext>
            </a:extLst>
          </p:cNvPr>
          <p:cNvSpPr txBox="1">
            <a:spLocks/>
          </p:cNvSpPr>
          <p:nvPr/>
        </p:nvSpPr>
        <p:spPr>
          <a:xfrm>
            <a:off x="8622792" y="5885920"/>
            <a:ext cx="470890"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13</a:t>
            </a:fld>
            <a:endParaRPr lang="es-CO" sz="1200" dirty="0">
              <a:solidFill>
                <a:schemeClr val="bg1"/>
              </a:solidFill>
            </a:endParaRPr>
          </a:p>
        </p:txBody>
      </p:sp>
      <p:sp>
        <p:nvSpPr>
          <p:cNvPr id="19" name="Título 1">
            <a:extLst>
              <a:ext uri="{FF2B5EF4-FFF2-40B4-BE49-F238E27FC236}">
                <a16:creationId xmlns:a16="http://schemas.microsoft.com/office/drawing/2014/main" id="{AFF2B586-97C5-9705-B386-F04D730B78D2}"/>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Microcontrolador</a:t>
            </a:r>
            <a:endParaRPr lang="en-US" dirty="0">
              <a:solidFill>
                <a:schemeClr val="bg1"/>
              </a:solidFill>
            </a:endParaRPr>
          </a:p>
        </p:txBody>
      </p:sp>
      <p:sp>
        <p:nvSpPr>
          <p:cNvPr id="3" name="CuadroTexto 2">
            <a:extLst>
              <a:ext uri="{FF2B5EF4-FFF2-40B4-BE49-F238E27FC236}">
                <a16:creationId xmlns:a16="http://schemas.microsoft.com/office/drawing/2014/main" id="{35ADF513-ECCF-5F64-D498-E93E89B3DACC}"/>
              </a:ext>
            </a:extLst>
          </p:cNvPr>
          <p:cNvSpPr txBox="1"/>
          <p:nvPr/>
        </p:nvSpPr>
        <p:spPr>
          <a:xfrm>
            <a:off x="411883" y="1120110"/>
            <a:ext cx="4123944" cy="2677656"/>
          </a:xfrm>
          <a:prstGeom prst="rect">
            <a:avLst/>
          </a:prstGeom>
          <a:noFill/>
        </p:spPr>
        <p:txBody>
          <a:bodyPr wrap="square">
            <a:spAutoFit/>
          </a:bodyPr>
          <a:lstStyle/>
          <a:p>
            <a:r>
              <a:rPr lang="es-ES" sz="1400" dirty="0">
                <a:solidFill>
                  <a:srgbClr val="00676B"/>
                </a:solidFill>
                <a:latin typeface="ArialMT"/>
              </a:rPr>
              <a:t>El </a:t>
            </a:r>
            <a:r>
              <a:rPr lang="es-ES" sz="1400" dirty="0">
                <a:solidFill>
                  <a:srgbClr val="00676B"/>
                </a:solidFill>
                <a:latin typeface="ArialMT"/>
                <a:hlinkClick r:id="rId4">
                  <a:extLst>
                    <a:ext uri="{A12FA001-AC4F-418D-AE19-62706E023703}">
                      <ahyp:hlinkClr xmlns:ahyp="http://schemas.microsoft.com/office/drawing/2018/hyperlinkcolor" val="tx"/>
                    </a:ext>
                  </a:extLst>
                </a:hlinkClick>
              </a:rPr>
              <a:t>código Morse</a:t>
            </a:r>
            <a:r>
              <a:rPr lang="es-ES" sz="1400" dirty="0">
                <a:solidFill>
                  <a:srgbClr val="00676B"/>
                </a:solidFill>
                <a:latin typeface="ArialMT"/>
              </a:rPr>
              <a:t> es un sistema de comunicación que representa letras, números y símbolos mediante combinaciones de puntos (señales cortas) y rayas (señales largas), utilizando diversos medios como sonidos, luces o impulsos eléctricos.</a:t>
            </a:r>
          </a:p>
          <a:p>
            <a:endParaRPr lang="es-ES" sz="1400" dirty="0">
              <a:solidFill>
                <a:srgbClr val="00676B"/>
              </a:solidFill>
              <a:latin typeface="ArialMT"/>
            </a:endParaRPr>
          </a:p>
          <a:p>
            <a:r>
              <a:rPr lang="es-ES" sz="1400" dirty="0">
                <a:solidFill>
                  <a:srgbClr val="00676B"/>
                </a:solidFill>
                <a:latin typeface="ArialMT"/>
              </a:rPr>
              <a:t>De acuerdo con lo anterior, cada grupo de trabajo debe generar un código donde indique una palabra corta haciendo uso de un LED (y opcionalmente un </a:t>
            </a:r>
            <a:r>
              <a:rPr lang="es-ES" sz="1400" dirty="0" err="1">
                <a:solidFill>
                  <a:srgbClr val="00676B"/>
                </a:solidFill>
                <a:latin typeface="ArialMT"/>
              </a:rPr>
              <a:t>buzzer</a:t>
            </a:r>
            <a:r>
              <a:rPr lang="es-ES" sz="1400" dirty="0">
                <a:solidFill>
                  <a:srgbClr val="00676B"/>
                </a:solidFill>
                <a:latin typeface="ArialMT"/>
              </a:rPr>
              <a:t>) conectado al Arduino para enviar este mensaje en código Morse.</a:t>
            </a:r>
            <a:endParaRPr lang="es-CO" sz="1400" dirty="0">
              <a:solidFill>
                <a:srgbClr val="00676B"/>
              </a:solidFill>
              <a:latin typeface="ArialMT"/>
            </a:endParaRPr>
          </a:p>
        </p:txBody>
      </p:sp>
      <p:pic>
        <p:nvPicPr>
          <p:cNvPr id="9" name="Imagen 8" descr="Diagrama, Esquemático, Código QR&#10;&#10;El contenido generado por IA puede ser incorrecto.">
            <a:extLst>
              <a:ext uri="{FF2B5EF4-FFF2-40B4-BE49-F238E27FC236}">
                <a16:creationId xmlns:a16="http://schemas.microsoft.com/office/drawing/2014/main" id="{B43BA7ED-9A7B-5DDA-B4C1-BC9DD7EFCF4D}"/>
              </a:ext>
            </a:extLst>
          </p:cNvPr>
          <p:cNvPicPr>
            <a:picLocks noChangeAspect="1"/>
          </p:cNvPicPr>
          <p:nvPr/>
        </p:nvPicPr>
        <p:blipFill>
          <a:blip r:embed="rId5"/>
          <a:srcRect t="28800" r="1875" b="8850"/>
          <a:stretch>
            <a:fillRect/>
          </a:stretch>
        </p:blipFill>
        <p:spPr>
          <a:xfrm>
            <a:off x="4593185" y="1481822"/>
            <a:ext cx="4390486" cy="4184643"/>
          </a:xfrm>
          <a:prstGeom prst="rect">
            <a:avLst/>
          </a:prstGeom>
        </p:spPr>
      </p:pic>
      <p:pic>
        <p:nvPicPr>
          <p:cNvPr id="11" name="Imagen 10" descr="Texto&#10;&#10;El contenido generado por IA puede ser incorrecto.">
            <a:extLst>
              <a:ext uri="{FF2B5EF4-FFF2-40B4-BE49-F238E27FC236}">
                <a16:creationId xmlns:a16="http://schemas.microsoft.com/office/drawing/2014/main" id="{794A8C57-8B9E-139B-DC55-7341D857FE02}"/>
              </a:ext>
            </a:extLst>
          </p:cNvPr>
          <p:cNvPicPr>
            <a:picLocks noChangeAspect="1"/>
          </p:cNvPicPr>
          <p:nvPr/>
        </p:nvPicPr>
        <p:blipFill>
          <a:blip r:embed="rId6"/>
          <a:stretch>
            <a:fillRect/>
          </a:stretch>
        </p:blipFill>
        <p:spPr>
          <a:xfrm>
            <a:off x="1461013" y="3857726"/>
            <a:ext cx="2081479" cy="2081479"/>
          </a:xfrm>
          <a:prstGeom prst="rect">
            <a:avLst/>
          </a:prstGeom>
        </p:spPr>
      </p:pic>
    </p:spTree>
    <p:custDataLst>
      <p:tags r:id="rId1"/>
    </p:custDataLst>
    <p:extLst>
      <p:ext uri="{BB962C8B-B14F-4D97-AF65-F5344CB8AC3E}">
        <p14:creationId xmlns:p14="http://schemas.microsoft.com/office/powerpoint/2010/main" val="4189583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8D9B3-4FEB-7BAC-DF70-298F3B8552AF}"/>
            </a:ext>
          </a:extLst>
        </p:cNvPr>
        <p:cNvGrpSpPr/>
        <p:nvPr/>
      </p:nvGrpSpPr>
      <p:grpSpPr>
        <a:xfrm>
          <a:off x="0" y="0"/>
          <a:ext cx="0" cy="0"/>
          <a:chOff x="0" y="0"/>
          <a:chExt cx="0" cy="0"/>
        </a:xfrm>
      </p:grpSpPr>
      <p:pic>
        <p:nvPicPr>
          <p:cNvPr id="8" name="Imagen 7" descr="Un conjunto de letras blancas en un fondo blanco&#10;&#10;El contenido generado por IA puede ser incorrecto.">
            <a:extLst>
              <a:ext uri="{FF2B5EF4-FFF2-40B4-BE49-F238E27FC236}">
                <a16:creationId xmlns:a16="http://schemas.microsoft.com/office/drawing/2014/main" id="{16C4643E-01FD-7C53-5017-00A4E7EFEB12}"/>
              </a:ext>
            </a:extLst>
          </p:cNvPr>
          <p:cNvPicPr>
            <a:picLocks noChangeAspect="1"/>
          </p:cNvPicPr>
          <p:nvPr/>
        </p:nvPicPr>
        <p:blipFill>
          <a:blip r:embed="rId4"/>
          <a:stretch>
            <a:fillRect/>
          </a:stretch>
        </p:blipFill>
        <p:spPr>
          <a:xfrm>
            <a:off x="6762750" y="3912869"/>
            <a:ext cx="2381250" cy="1924050"/>
          </a:xfrm>
          <a:prstGeom prst="rect">
            <a:avLst/>
          </a:prstGeom>
        </p:spPr>
      </p:pic>
      <p:sp>
        <p:nvSpPr>
          <p:cNvPr id="28" name="Rectángulo 3">
            <a:extLst>
              <a:ext uri="{FF2B5EF4-FFF2-40B4-BE49-F238E27FC236}">
                <a16:creationId xmlns:a16="http://schemas.microsoft.com/office/drawing/2014/main" id="{BE52C8D5-E61F-510C-4984-503571E08875}"/>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034942A1-94C5-121B-8DE7-C69C8CB0B158}"/>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Uso de memoria</a:t>
            </a:r>
            <a:endParaRPr lang="en-US" dirty="0"/>
          </a:p>
        </p:txBody>
      </p:sp>
      <p:sp>
        <p:nvSpPr>
          <p:cNvPr id="18" name="Marcador de número de diapositiva 3">
            <a:extLst>
              <a:ext uri="{FF2B5EF4-FFF2-40B4-BE49-F238E27FC236}">
                <a16:creationId xmlns:a16="http://schemas.microsoft.com/office/drawing/2014/main" id="{9F729172-191F-58AA-1F2E-BC1D4DCACE55}"/>
              </a:ext>
            </a:extLst>
          </p:cNvPr>
          <p:cNvSpPr txBox="1">
            <a:spLocks/>
          </p:cNvSpPr>
          <p:nvPr/>
        </p:nvSpPr>
        <p:spPr>
          <a:xfrm>
            <a:off x="8622792" y="5885920"/>
            <a:ext cx="470890"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14</a:t>
            </a:fld>
            <a:endParaRPr lang="es-CO" sz="1200" dirty="0">
              <a:solidFill>
                <a:schemeClr val="bg1"/>
              </a:solidFill>
            </a:endParaRPr>
          </a:p>
        </p:txBody>
      </p:sp>
      <p:sp>
        <p:nvSpPr>
          <p:cNvPr id="19" name="Título 1">
            <a:extLst>
              <a:ext uri="{FF2B5EF4-FFF2-40B4-BE49-F238E27FC236}">
                <a16:creationId xmlns:a16="http://schemas.microsoft.com/office/drawing/2014/main" id="{5193FAF0-F760-0A08-3030-3C702464FE42}"/>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Microcontrolador</a:t>
            </a:r>
            <a:endParaRPr lang="en-US" dirty="0">
              <a:solidFill>
                <a:schemeClr val="bg1"/>
              </a:solidFill>
            </a:endParaRPr>
          </a:p>
        </p:txBody>
      </p:sp>
      <p:sp>
        <p:nvSpPr>
          <p:cNvPr id="4" name="CuadroTexto 3">
            <a:extLst>
              <a:ext uri="{FF2B5EF4-FFF2-40B4-BE49-F238E27FC236}">
                <a16:creationId xmlns:a16="http://schemas.microsoft.com/office/drawing/2014/main" id="{28E6238A-7BDA-77FD-94F5-BF96C2B1B908}"/>
              </a:ext>
            </a:extLst>
          </p:cNvPr>
          <p:cNvSpPr txBox="1"/>
          <p:nvPr/>
        </p:nvSpPr>
        <p:spPr>
          <a:xfrm>
            <a:off x="469106" y="717734"/>
            <a:ext cx="7843603" cy="1600438"/>
          </a:xfrm>
          <a:prstGeom prst="rect">
            <a:avLst/>
          </a:prstGeom>
          <a:noFill/>
        </p:spPr>
        <p:txBody>
          <a:bodyPr wrap="square">
            <a:spAutoFit/>
          </a:bodyPr>
          <a:lstStyle/>
          <a:p>
            <a:pPr>
              <a:buNone/>
            </a:pPr>
            <a:r>
              <a:rPr lang="es-ES" sz="1400" dirty="0">
                <a:solidFill>
                  <a:srgbClr val="00676B"/>
                </a:solidFill>
                <a:latin typeface="ArialMT"/>
              </a:rPr>
              <a:t>¿Qué es el ADC en Arduino?</a:t>
            </a:r>
          </a:p>
          <a:p>
            <a:pPr>
              <a:buNone/>
            </a:pPr>
            <a:endParaRPr lang="es-ES" sz="1400" dirty="0">
              <a:solidFill>
                <a:srgbClr val="00676B"/>
              </a:solidFill>
              <a:latin typeface="ArialMT"/>
            </a:endParaRPr>
          </a:p>
          <a:p>
            <a:pPr lvl="1">
              <a:buFont typeface="Arial" panose="020B0604020202020204" pitchFamily="34" charset="0"/>
              <a:buChar char="•"/>
            </a:pPr>
            <a:r>
              <a:rPr lang="es-ES" sz="1400" dirty="0">
                <a:solidFill>
                  <a:srgbClr val="00676B"/>
                </a:solidFill>
                <a:latin typeface="ArialMT"/>
              </a:rPr>
              <a:t>El ADC (Convertidor Analógico a Digital) convierte una señal analógica (voltaje variable) en un número digital que el microcontrolador puede entender.</a:t>
            </a:r>
          </a:p>
          <a:p>
            <a:pPr>
              <a:buFont typeface="Arial" panose="020B0604020202020204" pitchFamily="34" charset="0"/>
              <a:buChar char="•"/>
            </a:pPr>
            <a:endParaRPr lang="es-ES" sz="1400" dirty="0">
              <a:solidFill>
                <a:srgbClr val="00676B"/>
              </a:solidFill>
              <a:latin typeface="ArialMT"/>
            </a:endParaRPr>
          </a:p>
          <a:p>
            <a:pPr lvl="1">
              <a:buFont typeface="Arial" panose="020B0604020202020204" pitchFamily="34" charset="0"/>
              <a:buChar char="•"/>
            </a:pPr>
            <a:r>
              <a:rPr lang="es-ES" sz="1400" dirty="0">
                <a:solidFill>
                  <a:srgbClr val="00676B"/>
                </a:solidFill>
                <a:latin typeface="ArialMT"/>
              </a:rPr>
              <a:t>En el Arduino Uno, el ADC es de 10 bits, lo que significa que traduce un voltaje entre 0 V y 5 V en un valor digital entre 0 y 1023.</a:t>
            </a:r>
          </a:p>
        </p:txBody>
      </p:sp>
      <p:sp>
        <p:nvSpPr>
          <p:cNvPr id="6" name="CuadroTexto 5">
            <a:extLst>
              <a:ext uri="{FF2B5EF4-FFF2-40B4-BE49-F238E27FC236}">
                <a16:creationId xmlns:a16="http://schemas.microsoft.com/office/drawing/2014/main" id="{F574D2BE-A0D8-F413-FF8A-919E2E7E35D1}"/>
              </a:ext>
            </a:extLst>
          </p:cNvPr>
          <p:cNvSpPr txBox="1"/>
          <p:nvPr/>
        </p:nvSpPr>
        <p:spPr>
          <a:xfrm>
            <a:off x="783323" y="3061392"/>
            <a:ext cx="7529386" cy="2554545"/>
          </a:xfrm>
          <a:prstGeom prst="rect">
            <a:avLst/>
          </a:prstGeom>
          <a:noFill/>
        </p:spPr>
        <p:txBody>
          <a:bodyPr wrap="square">
            <a:spAutoFit/>
          </a:bodyPr>
          <a:lstStyle/>
          <a:p>
            <a:pPr>
              <a:buNone/>
            </a:pPr>
            <a:r>
              <a:rPr lang="es-ES" sz="1600" dirty="0">
                <a:solidFill>
                  <a:srgbClr val="00676B"/>
                </a:solidFill>
                <a:latin typeface="ArialMT"/>
              </a:rPr>
              <a:t>¿Qué significa que el </a:t>
            </a:r>
            <a:r>
              <a:rPr lang="es-ES" sz="1600" b="1" dirty="0">
                <a:solidFill>
                  <a:srgbClr val="00676B"/>
                </a:solidFill>
                <a:latin typeface="ArialMT"/>
              </a:rPr>
              <a:t>ADC</a:t>
            </a:r>
            <a:r>
              <a:rPr lang="es-ES" sz="1600" dirty="0">
                <a:solidFill>
                  <a:srgbClr val="00676B"/>
                </a:solidFill>
                <a:latin typeface="ArialMT"/>
              </a:rPr>
              <a:t> sea de </a:t>
            </a:r>
            <a:r>
              <a:rPr lang="es-ES" sz="1600" b="1" dirty="0">
                <a:solidFill>
                  <a:srgbClr val="00676B"/>
                </a:solidFill>
                <a:latin typeface="ArialMT"/>
              </a:rPr>
              <a:t>10 bits</a:t>
            </a:r>
            <a:r>
              <a:rPr lang="es-ES" sz="1600" dirty="0">
                <a:solidFill>
                  <a:srgbClr val="00676B"/>
                </a:solidFill>
                <a:latin typeface="ArialMT"/>
              </a:rPr>
              <a:t>?</a:t>
            </a:r>
          </a:p>
          <a:p>
            <a:pPr>
              <a:buNone/>
            </a:pPr>
            <a:endParaRPr lang="es-ES" sz="1600" dirty="0">
              <a:solidFill>
                <a:srgbClr val="00676B"/>
              </a:solidFill>
              <a:latin typeface="ArialMT"/>
            </a:endParaRPr>
          </a:p>
          <a:p>
            <a:r>
              <a:rPr lang="es-ES" sz="1600" dirty="0">
                <a:solidFill>
                  <a:srgbClr val="00676B"/>
                </a:solidFill>
                <a:latin typeface="ArialMT"/>
              </a:rPr>
              <a:t>Su conversor ADC tiene una resolución de 10 bits, lo que significa que puede representar un voltaje en </a:t>
            </a:r>
            <a:r>
              <a:rPr lang="es-ES" sz="1600" b="1" dirty="0">
                <a:solidFill>
                  <a:srgbClr val="00676B"/>
                </a:solidFill>
                <a:latin typeface="ArialMT"/>
              </a:rPr>
              <a:t>2^10 = 1024 niveles diferentes</a:t>
            </a:r>
            <a:r>
              <a:rPr lang="es-ES" sz="1600" dirty="0">
                <a:solidFill>
                  <a:srgbClr val="00676B"/>
                </a:solidFill>
                <a:latin typeface="ArialMT"/>
              </a:rPr>
              <a:t>.</a:t>
            </a:r>
          </a:p>
          <a:p>
            <a:pPr>
              <a:buFont typeface="Arial" panose="020B0604020202020204" pitchFamily="34" charset="0"/>
              <a:buChar char="•"/>
            </a:pPr>
            <a:endParaRPr lang="es-ES" sz="1600" dirty="0">
              <a:solidFill>
                <a:srgbClr val="00676B"/>
              </a:solidFill>
              <a:latin typeface="ArialMT"/>
            </a:endParaRPr>
          </a:p>
          <a:p>
            <a:pPr>
              <a:buFont typeface="Arial" panose="020B0604020202020204" pitchFamily="34" charset="0"/>
              <a:buChar char="•"/>
            </a:pPr>
            <a:r>
              <a:rPr lang="es-ES" sz="1600" dirty="0">
                <a:solidFill>
                  <a:srgbClr val="00676B"/>
                </a:solidFill>
                <a:latin typeface="ArialMT"/>
              </a:rPr>
              <a:t>Estos niveles van de 0 a 1023.</a:t>
            </a:r>
          </a:p>
          <a:p>
            <a:pPr>
              <a:buNone/>
            </a:pPr>
            <a:r>
              <a:rPr lang="es-ES" sz="1600" dirty="0">
                <a:solidFill>
                  <a:srgbClr val="00676B"/>
                </a:solidFill>
                <a:latin typeface="ArialMT"/>
              </a:rPr>
              <a:t>	Dicho de otra forma:</a:t>
            </a:r>
          </a:p>
          <a:p>
            <a:pPr>
              <a:buNone/>
            </a:pPr>
            <a:endParaRPr lang="es-ES" sz="1600" dirty="0">
              <a:solidFill>
                <a:srgbClr val="00676B"/>
              </a:solidFill>
              <a:latin typeface="ArialMT"/>
            </a:endParaRPr>
          </a:p>
          <a:p>
            <a:pPr>
              <a:buFont typeface="Arial" panose="020B0604020202020204" pitchFamily="34" charset="0"/>
              <a:buChar char="•"/>
            </a:pPr>
            <a:r>
              <a:rPr lang="es-ES" sz="1600" dirty="0">
                <a:solidFill>
                  <a:srgbClr val="00676B"/>
                </a:solidFill>
                <a:latin typeface="ArialMT"/>
              </a:rPr>
              <a:t>0 bits = 0 V (mínimo)</a:t>
            </a:r>
          </a:p>
          <a:p>
            <a:pPr>
              <a:buFont typeface="Arial" panose="020B0604020202020204" pitchFamily="34" charset="0"/>
              <a:buChar char="•"/>
            </a:pPr>
            <a:r>
              <a:rPr lang="es-ES" sz="1600" dirty="0">
                <a:solidFill>
                  <a:srgbClr val="00676B"/>
                </a:solidFill>
                <a:latin typeface="ArialMT"/>
              </a:rPr>
              <a:t>1023 bits = 5 V (máximo, referencia por defecto en Arduino)</a:t>
            </a:r>
          </a:p>
        </p:txBody>
      </p:sp>
    </p:spTree>
    <p:custDataLst>
      <p:tags r:id="rId1"/>
    </p:custDataLst>
    <p:extLst>
      <p:ext uri="{BB962C8B-B14F-4D97-AF65-F5344CB8AC3E}">
        <p14:creationId xmlns:p14="http://schemas.microsoft.com/office/powerpoint/2010/main" val="3144788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29C52-B683-AA87-3505-3BD2325D69E0}"/>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D99E8BB6-D327-8855-93C2-DAFD52F7CCEF}"/>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09D94A36-0E4A-FF19-14EB-25823ED29740}"/>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Uso de memoria</a:t>
            </a:r>
            <a:endParaRPr lang="en-US" dirty="0"/>
          </a:p>
        </p:txBody>
      </p:sp>
      <p:sp>
        <p:nvSpPr>
          <p:cNvPr id="18" name="Marcador de número de diapositiva 3">
            <a:extLst>
              <a:ext uri="{FF2B5EF4-FFF2-40B4-BE49-F238E27FC236}">
                <a16:creationId xmlns:a16="http://schemas.microsoft.com/office/drawing/2014/main" id="{E9FC2350-4E82-2161-31C6-2D7544B456B1}"/>
              </a:ext>
            </a:extLst>
          </p:cNvPr>
          <p:cNvSpPr txBox="1">
            <a:spLocks/>
          </p:cNvSpPr>
          <p:nvPr/>
        </p:nvSpPr>
        <p:spPr>
          <a:xfrm>
            <a:off x="8622792" y="5885920"/>
            <a:ext cx="470890"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15</a:t>
            </a:fld>
            <a:endParaRPr lang="es-CO" sz="1200" dirty="0">
              <a:solidFill>
                <a:schemeClr val="bg1"/>
              </a:solidFill>
            </a:endParaRPr>
          </a:p>
        </p:txBody>
      </p:sp>
      <p:sp>
        <p:nvSpPr>
          <p:cNvPr id="19" name="Título 1">
            <a:extLst>
              <a:ext uri="{FF2B5EF4-FFF2-40B4-BE49-F238E27FC236}">
                <a16:creationId xmlns:a16="http://schemas.microsoft.com/office/drawing/2014/main" id="{2A040B7F-4704-4D7F-E441-5C0C4B6A069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Microcontrolador</a:t>
            </a:r>
            <a:endParaRPr lang="en-US" dirty="0">
              <a:solidFill>
                <a:schemeClr val="bg1"/>
              </a:solidFill>
            </a:endParaRPr>
          </a:p>
        </p:txBody>
      </p:sp>
      <p:pic>
        <p:nvPicPr>
          <p:cNvPr id="3" name="Imagen 2" descr="Diagrama, Esquemático&#10;&#10;El contenido generado por IA puede ser incorrecto.">
            <a:extLst>
              <a:ext uri="{FF2B5EF4-FFF2-40B4-BE49-F238E27FC236}">
                <a16:creationId xmlns:a16="http://schemas.microsoft.com/office/drawing/2014/main" id="{5EE7A524-FFA6-FE39-634C-7DCCD44A6F5D}"/>
              </a:ext>
            </a:extLst>
          </p:cNvPr>
          <p:cNvPicPr>
            <a:picLocks noChangeAspect="1"/>
          </p:cNvPicPr>
          <p:nvPr/>
        </p:nvPicPr>
        <p:blipFill>
          <a:blip r:embed="rId4"/>
          <a:stretch>
            <a:fillRect/>
          </a:stretch>
        </p:blipFill>
        <p:spPr>
          <a:xfrm>
            <a:off x="261463" y="714313"/>
            <a:ext cx="6051936" cy="4378135"/>
          </a:xfrm>
          <a:prstGeom prst="rect">
            <a:avLst/>
          </a:prstGeom>
        </p:spPr>
      </p:pic>
      <p:sp>
        <p:nvSpPr>
          <p:cNvPr id="7" name="CuadroTexto 6">
            <a:extLst>
              <a:ext uri="{FF2B5EF4-FFF2-40B4-BE49-F238E27FC236}">
                <a16:creationId xmlns:a16="http://schemas.microsoft.com/office/drawing/2014/main" id="{B81342B1-400F-10A5-D511-2F3CE18CC5BA}"/>
              </a:ext>
            </a:extLst>
          </p:cNvPr>
          <p:cNvSpPr txBox="1"/>
          <p:nvPr/>
        </p:nvSpPr>
        <p:spPr>
          <a:xfrm>
            <a:off x="600803" y="5127004"/>
            <a:ext cx="4609474" cy="738664"/>
          </a:xfrm>
          <a:prstGeom prst="rect">
            <a:avLst/>
          </a:prstGeom>
          <a:noFill/>
        </p:spPr>
        <p:txBody>
          <a:bodyPr wrap="square">
            <a:spAutoFit/>
          </a:bodyPr>
          <a:lstStyle/>
          <a:p>
            <a:pPr algn="just"/>
            <a:r>
              <a:rPr lang="es-ES" sz="1400" dirty="0">
                <a:solidFill>
                  <a:srgbClr val="00676B"/>
                </a:solidFill>
                <a:latin typeface="ArialMT"/>
              </a:rPr>
              <a:t>El ATmega328P en Arduino UNO tiene 1024 bytes de EEPROM interna, lo que significa que podemos almacenar 1024 datos de ocho bits en él .</a:t>
            </a:r>
            <a:endParaRPr lang="es-CO" sz="1400" dirty="0">
              <a:solidFill>
                <a:srgbClr val="00676B"/>
              </a:solidFill>
              <a:latin typeface="ArialMT"/>
            </a:endParaRPr>
          </a:p>
        </p:txBody>
      </p:sp>
      <p:pic>
        <p:nvPicPr>
          <p:cNvPr id="10" name="Imagen 9" descr="Tabla&#10;&#10;El contenido generado por IA puede ser incorrecto.">
            <a:extLst>
              <a:ext uri="{FF2B5EF4-FFF2-40B4-BE49-F238E27FC236}">
                <a16:creationId xmlns:a16="http://schemas.microsoft.com/office/drawing/2014/main" id="{E0100D89-C83C-F147-37E5-CB89929ADB1D}"/>
              </a:ext>
            </a:extLst>
          </p:cNvPr>
          <p:cNvPicPr>
            <a:picLocks noChangeAspect="1"/>
          </p:cNvPicPr>
          <p:nvPr/>
        </p:nvPicPr>
        <p:blipFill>
          <a:blip r:embed="rId5"/>
          <a:stretch>
            <a:fillRect/>
          </a:stretch>
        </p:blipFill>
        <p:spPr>
          <a:xfrm>
            <a:off x="6403107" y="2356733"/>
            <a:ext cx="2380971" cy="2144533"/>
          </a:xfrm>
          <a:prstGeom prst="rect">
            <a:avLst/>
          </a:prstGeom>
        </p:spPr>
      </p:pic>
      <p:sp>
        <p:nvSpPr>
          <p:cNvPr id="13" name="CuadroTexto 12">
            <a:extLst>
              <a:ext uri="{FF2B5EF4-FFF2-40B4-BE49-F238E27FC236}">
                <a16:creationId xmlns:a16="http://schemas.microsoft.com/office/drawing/2014/main" id="{5838AD9D-AE76-0BD2-2885-94E637AD7209}"/>
              </a:ext>
            </a:extLst>
          </p:cNvPr>
          <p:cNvSpPr txBox="1"/>
          <p:nvPr/>
        </p:nvSpPr>
        <p:spPr>
          <a:xfrm>
            <a:off x="4852476" y="293848"/>
            <a:ext cx="4136275" cy="2031325"/>
          </a:xfrm>
          <a:prstGeom prst="rect">
            <a:avLst/>
          </a:prstGeom>
          <a:noFill/>
        </p:spPr>
        <p:txBody>
          <a:bodyPr wrap="square">
            <a:spAutoFit/>
          </a:bodyPr>
          <a:lstStyle/>
          <a:p>
            <a:pPr algn="just">
              <a:buNone/>
            </a:pPr>
            <a:r>
              <a:rPr lang="es-ES" sz="1400" dirty="0">
                <a:solidFill>
                  <a:srgbClr val="00676B"/>
                </a:solidFill>
                <a:latin typeface="ArialMT"/>
              </a:rPr>
              <a:t>Hay 1024 celdas de memoria (Celdas Verdes) y cada una puede almacenar un byte.</a:t>
            </a:r>
          </a:p>
          <a:p>
            <a:pPr algn="just">
              <a:buNone/>
            </a:pPr>
            <a:endParaRPr lang="es-ES" sz="1400" dirty="0">
              <a:solidFill>
                <a:srgbClr val="00676B"/>
              </a:solidFill>
              <a:latin typeface="ArialMT"/>
            </a:endParaRPr>
          </a:p>
          <a:p>
            <a:pPr algn="just">
              <a:buNone/>
            </a:pPr>
            <a:r>
              <a:rPr lang="es-ES" sz="1400" dirty="0">
                <a:solidFill>
                  <a:srgbClr val="00676B"/>
                </a:solidFill>
                <a:latin typeface="ArialMT"/>
              </a:rPr>
              <a:t>Podemos acceder a la ubicación de la memoria específica utilizando direcciones numeradas de 0 a1023.</a:t>
            </a:r>
          </a:p>
          <a:p>
            <a:pPr algn="just">
              <a:buNone/>
            </a:pPr>
            <a:endParaRPr lang="es-ES" sz="1400" dirty="0">
              <a:solidFill>
                <a:srgbClr val="00676B"/>
              </a:solidFill>
              <a:latin typeface="ArialMT"/>
            </a:endParaRPr>
          </a:p>
          <a:p>
            <a:pPr algn="just">
              <a:buNone/>
            </a:pPr>
            <a:r>
              <a:rPr lang="es-ES" sz="1400" dirty="0">
                <a:solidFill>
                  <a:srgbClr val="00676B"/>
                </a:solidFill>
                <a:latin typeface="ArialMT"/>
              </a:rPr>
              <a:t>Cada ubicación de memoria puede almacenar un número decimal de 0 - 255 o un carácter ASCII</a:t>
            </a:r>
          </a:p>
        </p:txBody>
      </p:sp>
    </p:spTree>
    <p:custDataLst>
      <p:tags r:id="rId1"/>
    </p:custDataLst>
    <p:extLst>
      <p:ext uri="{BB962C8B-B14F-4D97-AF65-F5344CB8AC3E}">
        <p14:creationId xmlns:p14="http://schemas.microsoft.com/office/powerpoint/2010/main" val="1454639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1FCFC-19E1-68D0-F8D2-1B991D739274}"/>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53FE75AB-EC28-F7E7-5032-25EA9B75DF52}"/>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A80284A1-82FC-D3FE-303F-6300847CF14E}"/>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Cuantización</a:t>
            </a:r>
            <a:endParaRPr lang="en-US" dirty="0"/>
          </a:p>
        </p:txBody>
      </p:sp>
      <p:sp>
        <p:nvSpPr>
          <p:cNvPr id="18" name="Marcador de número de diapositiva 3">
            <a:extLst>
              <a:ext uri="{FF2B5EF4-FFF2-40B4-BE49-F238E27FC236}">
                <a16:creationId xmlns:a16="http://schemas.microsoft.com/office/drawing/2014/main" id="{5ADB5416-63F2-1326-03E4-AEA52CB2E48E}"/>
              </a:ext>
            </a:extLst>
          </p:cNvPr>
          <p:cNvSpPr txBox="1">
            <a:spLocks/>
          </p:cNvSpPr>
          <p:nvPr/>
        </p:nvSpPr>
        <p:spPr>
          <a:xfrm>
            <a:off x="8622792" y="5885920"/>
            <a:ext cx="470890"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16</a:t>
            </a:fld>
            <a:endParaRPr lang="es-CO" sz="1200" dirty="0">
              <a:solidFill>
                <a:schemeClr val="bg1"/>
              </a:solidFill>
            </a:endParaRPr>
          </a:p>
        </p:txBody>
      </p:sp>
      <p:sp>
        <p:nvSpPr>
          <p:cNvPr id="19" name="Título 1">
            <a:extLst>
              <a:ext uri="{FF2B5EF4-FFF2-40B4-BE49-F238E27FC236}">
                <a16:creationId xmlns:a16="http://schemas.microsoft.com/office/drawing/2014/main" id="{C80593CB-C003-24F0-126E-F341A3584BEA}"/>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Microcontrolador</a:t>
            </a:r>
            <a:endParaRPr lang="en-US" dirty="0">
              <a:solidFill>
                <a:schemeClr val="bg1"/>
              </a:solidFill>
            </a:endParaRPr>
          </a:p>
        </p:txBody>
      </p:sp>
      <p:sp>
        <p:nvSpPr>
          <p:cNvPr id="3" name="CuadroTexto 2">
            <a:extLst>
              <a:ext uri="{FF2B5EF4-FFF2-40B4-BE49-F238E27FC236}">
                <a16:creationId xmlns:a16="http://schemas.microsoft.com/office/drawing/2014/main" id="{B6446BBF-8EB1-AE54-8FB5-6AC1DC819DCD}"/>
              </a:ext>
            </a:extLst>
          </p:cNvPr>
          <p:cNvSpPr txBox="1"/>
          <p:nvPr/>
        </p:nvSpPr>
        <p:spPr>
          <a:xfrm>
            <a:off x="370056" y="883235"/>
            <a:ext cx="5834922" cy="338554"/>
          </a:xfrm>
          <a:prstGeom prst="rect">
            <a:avLst/>
          </a:prstGeom>
          <a:noFill/>
        </p:spPr>
        <p:txBody>
          <a:bodyPr wrap="square">
            <a:spAutoFit/>
          </a:bodyPr>
          <a:lstStyle/>
          <a:p>
            <a:pPr>
              <a:buNone/>
            </a:pPr>
            <a:r>
              <a:rPr lang="es-ES" sz="1600" dirty="0">
                <a:solidFill>
                  <a:srgbClr val="00676B"/>
                </a:solidFill>
                <a:latin typeface="ArialMT"/>
              </a:rPr>
              <a:t>El ADC divide el rango de 0 a 5 V en 1024 pasos:</a:t>
            </a:r>
          </a:p>
        </p:txBody>
      </p:sp>
      <p:pic>
        <p:nvPicPr>
          <p:cNvPr id="7" name="Imagen 6">
            <a:extLst>
              <a:ext uri="{FF2B5EF4-FFF2-40B4-BE49-F238E27FC236}">
                <a16:creationId xmlns:a16="http://schemas.microsoft.com/office/drawing/2014/main" id="{4A9D7154-3554-EB02-43CC-ECACF3CFD6D5}"/>
              </a:ext>
            </a:extLst>
          </p:cNvPr>
          <p:cNvPicPr>
            <a:picLocks noChangeAspect="1"/>
          </p:cNvPicPr>
          <p:nvPr/>
        </p:nvPicPr>
        <p:blipFill>
          <a:blip r:embed="rId4"/>
          <a:stretch>
            <a:fillRect/>
          </a:stretch>
        </p:blipFill>
        <p:spPr>
          <a:xfrm>
            <a:off x="518712" y="1902046"/>
            <a:ext cx="4682183" cy="684529"/>
          </a:xfrm>
          <a:prstGeom prst="rect">
            <a:avLst/>
          </a:prstGeom>
        </p:spPr>
      </p:pic>
      <p:sp>
        <p:nvSpPr>
          <p:cNvPr id="10" name="CuadroTexto 9">
            <a:extLst>
              <a:ext uri="{FF2B5EF4-FFF2-40B4-BE49-F238E27FC236}">
                <a16:creationId xmlns:a16="http://schemas.microsoft.com/office/drawing/2014/main" id="{3323DF25-CB34-A992-00FD-E9C23BCA97CB}"/>
              </a:ext>
            </a:extLst>
          </p:cNvPr>
          <p:cNvSpPr txBox="1"/>
          <p:nvPr/>
        </p:nvSpPr>
        <p:spPr>
          <a:xfrm>
            <a:off x="370056" y="3387206"/>
            <a:ext cx="8488181" cy="2062103"/>
          </a:xfrm>
          <a:prstGeom prst="rect">
            <a:avLst/>
          </a:prstGeom>
          <a:noFill/>
        </p:spPr>
        <p:txBody>
          <a:bodyPr wrap="square">
            <a:spAutoFit/>
          </a:bodyPr>
          <a:lstStyle/>
          <a:p>
            <a:pPr>
              <a:buNone/>
            </a:pPr>
            <a:r>
              <a:rPr lang="es-ES" sz="1600" dirty="0">
                <a:solidFill>
                  <a:srgbClr val="00676B"/>
                </a:solidFill>
                <a:latin typeface="ArialMT"/>
              </a:rPr>
              <a:t>Eso significa que el ADC no puede distinguir cambios de voltaje más pequeños que 4.9 </a:t>
            </a:r>
            <a:r>
              <a:rPr lang="es-ES" sz="1600" dirty="0" err="1">
                <a:solidFill>
                  <a:srgbClr val="00676B"/>
                </a:solidFill>
                <a:latin typeface="ArialMT"/>
              </a:rPr>
              <a:t>mV</a:t>
            </a:r>
            <a:r>
              <a:rPr lang="es-ES" sz="1600" dirty="0">
                <a:solidFill>
                  <a:srgbClr val="00676B"/>
                </a:solidFill>
                <a:latin typeface="ArialMT"/>
              </a:rPr>
              <a:t>.</a:t>
            </a:r>
          </a:p>
          <a:p>
            <a:pPr>
              <a:buNone/>
            </a:pPr>
            <a:endParaRPr lang="es-ES" sz="1600" dirty="0">
              <a:solidFill>
                <a:srgbClr val="00676B"/>
              </a:solidFill>
              <a:latin typeface="ArialMT"/>
            </a:endParaRPr>
          </a:p>
          <a:p>
            <a:pPr>
              <a:buNone/>
            </a:pPr>
            <a:r>
              <a:rPr lang="es-ES" sz="1600" b="1" dirty="0">
                <a:solidFill>
                  <a:srgbClr val="00676B"/>
                </a:solidFill>
                <a:latin typeface="ArialMT"/>
              </a:rPr>
              <a:t>Ejemplo:</a:t>
            </a:r>
          </a:p>
          <a:p>
            <a:pPr>
              <a:buNone/>
            </a:pPr>
            <a:endParaRPr lang="es-ES" sz="1600" dirty="0">
              <a:solidFill>
                <a:srgbClr val="00676B"/>
              </a:solidFill>
              <a:latin typeface="ArialMT"/>
            </a:endParaRPr>
          </a:p>
          <a:p>
            <a:pPr>
              <a:buFont typeface="Arial" panose="020B0604020202020204" pitchFamily="34" charset="0"/>
              <a:buChar char="•"/>
            </a:pPr>
            <a:r>
              <a:rPr lang="es-ES" sz="1600" dirty="0">
                <a:solidFill>
                  <a:srgbClr val="00676B"/>
                </a:solidFill>
                <a:latin typeface="ArialMT"/>
              </a:rPr>
              <a:t>Si la entrada es 1.00 V, el ADC devuelve 205.</a:t>
            </a:r>
          </a:p>
          <a:p>
            <a:pPr>
              <a:buFont typeface="Arial" panose="020B0604020202020204" pitchFamily="34" charset="0"/>
              <a:buChar char="•"/>
            </a:pPr>
            <a:endParaRPr lang="es-ES" sz="1600" dirty="0">
              <a:solidFill>
                <a:srgbClr val="00676B"/>
              </a:solidFill>
              <a:latin typeface="ArialMT"/>
            </a:endParaRPr>
          </a:p>
          <a:p>
            <a:pPr>
              <a:buFont typeface="Arial" panose="020B0604020202020204" pitchFamily="34" charset="0"/>
              <a:buChar char="•"/>
            </a:pPr>
            <a:r>
              <a:rPr lang="es-ES" sz="1600" dirty="0">
                <a:solidFill>
                  <a:srgbClr val="00676B"/>
                </a:solidFill>
                <a:latin typeface="ArialMT"/>
              </a:rPr>
              <a:t>Si la entrada es 1.005 V, el ADC probablemente también devuelva 205, porque el cambio es menor que un paso de 4.9 </a:t>
            </a:r>
            <a:r>
              <a:rPr lang="es-ES" sz="1600" dirty="0" err="1">
                <a:solidFill>
                  <a:srgbClr val="00676B"/>
                </a:solidFill>
                <a:latin typeface="ArialMT"/>
              </a:rPr>
              <a:t>mV</a:t>
            </a:r>
            <a:r>
              <a:rPr lang="es-ES" sz="1600" dirty="0">
                <a:solidFill>
                  <a:srgbClr val="00676B"/>
                </a:solidFill>
                <a:latin typeface="ArialMT"/>
              </a:rPr>
              <a:t>.</a:t>
            </a:r>
          </a:p>
        </p:txBody>
      </p:sp>
      <p:pic>
        <p:nvPicPr>
          <p:cNvPr id="13" name="Imagen 12" descr="Diagrama&#10;&#10;El contenido generado por IA puede ser incorrecto.">
            <a:extLst>
              <a:ext uri="{FF2B5EF4-FFF2-40B4-BE49-F238E27FC236}">
                <a16:creationId xmlns:a16="http://schemas.microsoft.com/office/drawing/2014/main" id="{BB334C4E-B109-A3D4-CF55-0A6A1E1BCD3A}"/>
              </a:ext>
            </a:extLst>
          </p:cNvPr>
          <p:cNvPicPr>
            <a:picLocks noChangeAspect="1"/>
          </p:cNvPicPr>
          <p:nvPr/>
        </p:nvPicPr>
        <p:blipFill>
          <a:blip r:embed="rId5"/>
          <a:stretch>
            <a:fillRect/>
          </a:stretch>
        </p:blipFill>
        <p:spPr>
          <a:xfrm>
            <a:off x="5200895" y="606955"/>
            <a:ext cx="3892787" cy="2621143"/>
          </a:xfrm>
          <a:prstGeom prst="rect">
            <a:avLst/>
          </a:prstGeom>
        </p:spPr>
      </p:pic>
    </p:spTree>
    <p:custDataLst>
      <p:tags r:id="rId1"/>
    </p:custDataLst>
    <p:extLst>
      <p:ext uri="{BB962C8B-B14F-4D97-AF65-F5344CB8AC3E}">
        <p14:creationId xmlns:p14="http://schemas.microsoft.com/office/powerpoint/2010/main" val="3951558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7EE89-8F2A-4FE0-477E-9BCBC79FC992}"/>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BC6F5F27-1E0A-0C35-EF58-91DB5C09C35C}"/>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856926AE-7C59-D066-147D-F3918AC911C8}"/>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Cuantización</a:t>
            </a:r>
            <a:endParaRPr lang="en-US" dirty="0"/>
          </a:p>
        </p:txBody>
      </p:sp>
      <p:sp>
        <p:nvSpPr>
          <p:cNvPr id="18" name="Marcador de número de diapositiva 3">
            <a:extLst>
              <a:ext uri="{FF2B5EF4-FFF2-40B4-BE49-F238E27FC236}">
                <a16:creationId xmlns:a16="http://schemas.microsoft.com/office/drawing/2014/main" id="{25C60909-0079-98C0-A718-2412DBEE2622}"/>
              </a:ext>
            </a:extLst>
          </p:cNvPr>
          <p:cNvSpPr txBox="1">
            <a:spLocks/>
          </p:cNvSpPr>
          <p:nvPr/>
        </p:nvSpPr>
        <p:spPr>
          <a:xfrm>
            <a:off x="8622792" y="5885920"/>
            <a:ext cx="470890"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17</a:t>
            </a:fld>
            <a:endParaRPr lang="es-CO" sz="1200" dirty="0">
              <a:solidFill>
                <a:schemeClr val="bg1"/>
              </a:solidFill>
            </a:endParaRPr>
          </a:p>
        </p:txBody>
      </p:sp>
      <p:sp>
        <p:nvSpPr>
          <p:cNvPr id="19" name="Título 1">
            <a:extLst>
              <a:ext uri="{FF2B5EF4-FFF2-40B4-BE49-F238E27FC236}">
                <a16:creationId xmlns:a16="http://schemas.microsoft.com/office/drawing/2014/main" id="{2F7AB5B8-69A8-2189-AF75-60EA47A6C810}"/>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Microcontrolador</a:t>
            </a:r>
            <a:endParaRPr lang="en-US" dirty="0">
              <a:solidFill>
                <a:schemeClr val="bg1"/>
              </a:solidFill>
            </a:endParaRPr>
          </a:p>
        </p:txBody>
      </p:sp>
      <p:sp>
        <p:nvSpPr>
          <p:cNvPr id="4" name="CuadroTexto 3">
            <a:extLst>
              <a:ext uri="{FF2B5EF4-FFF2-40B4-BE49-F238E27FC236}">
                <a16:creationId xmlns:a16="http://schemas.microsoft.com/office/drawing/2014/main" id="{73073BAB-0E2B-6A93-6B5D-96BCCCFEB42D}"/>
              </a:ext>
            </a:extLst>
          </p:cNvPr>
          <p:cNvSpPr txBox="1"/>
          <p:nvPr/>
        </p:nvSpPr>
        <p:spPr>
          <a:xfrm>
            <a:off x="500063" y="777436"/>
            <a:ext cx="7034134" cy="584775"/>
          </a:xfrm>
          <a:prstGeom prst="rect">
            <a:avLst/>
          </a:prstGeom>
          <a:noFill/>
        </p:spPr>
        <p:txBody>
          <a:bodyPr wrap="square">
            <a:spAutoFit/>
          </a:bodyPr>
          <a:lstStyle/>
          <a:p>
            <a:pPr>
              <a:buNone/>
            </a:pPr>
            <a:r>
              <a:rPr lang="es-ES" sz="1600" dirty="0">
                <a:solidFill>
                  <a:srgbClr val="00676B"/>
                </a:solidFill>
                <a:latin typeface="ArialMT"/>
              </a:rPr>
              <a:t>Relación fórmula general</a:t>
            </a:r>
          </a:p>
          <a:p>
            <a:pPr>
              <a:buNone/>
            </a:pPr>
            <a:r>
              <a:rPr lang="es-ES" sz="1600" dirty="0">
                <a:solidFill>
                  <a:srgbClr val="00676B"/>
                </a:solidFill>
                <a:latin typeface="ArialMT"/>
              </a:rPr>
              <a:t>El valor digital que entrega el ADC se calcula así:</a:t>
            </a:r>
          </a:p>
        </p:txBody>
      </p:sp>
      <p:pic>
        <p:nvPicPr>
          <p:cNvPr id="6" name="Imagen 5">
            <a:extLst>
              <a:ext uri="{FF2B5EF4-FFF2-40B4-BE49-F238E27FC236}">
                <a16:creationId xmlns:a16="http://schemas.microsoft.com/office/drawing/2014/main" id="{9F441A9D-F752-7A9B-89AB-63A7717B4E41}"/>
              </a:ext>
            </a:extLst>
          </p:cNvPr>
          <p:cNvPicPr>
            <a:picLocks noChangeAspect="1"/>
          </p:cNvPicPr>
          <p:nvPr/>
        </p:nvPicPr>
        <p:blipFill>
          <a:blip r:embed="rId4"/>
          <a:stretch>
            <a:fillRect/>
          </a:stretch>
        </p:blipFill>
        <p:spPr>
          <a:xfrm>
            <a:off x="4996523" y="1506473"/>
            <a:ext cx="3148160" cy="966266"/>
          </a:xfrm>
          <a:prstGeom prst="rect">
            <a:avLst/>
          </a:prstGeom>
        </p:spPr>
      </p:pic>
      <p:sp>
        <p:nvSpPr>
          <p:cNvPr id="9" name="CuadroTexto 8">
            <a:extLst>
              <a:ext uri="{FF2B5EF4-FFF2-40B4-BE49-F238E27FC236}">
                <a16:creationId xmlns:a16="http://schemas.microsoft.com/office/drawing/2014/main" id="{33C9C919-386D-54F7-9C2F-F00C7A80D8E6}"/>
              </a:ext>
            </a:extLst>
          </p:cNvPr>
          <p:cNvSpPr txBox="1"/>
          <p:nvPr/>
        </p:nvSpPr>
        <p:spPr>
          <a:xfrm>
            <a:off x="642703" y="1877087"/>
            <a:ext cx="7858593" cy="1569660"/>
          </a:xfrm>
          <a:prstGeom prst="rect">
            <a:avLst/>
          </a:prstGeom>
          <a:noFill/>
        </p:spPr>
        <p:txBody>
          <a:bodyPr wrap="square">
            <a:spAutoFit/>
          </a:bodyPr>
          <a:lstStyle/>
          <a:p>
            <a:r>
              <a:rPr lang="es-CO" sz="1600" dirty="0">
                <a:solidFill>
                  <a:srgbClr val="00676B"/>
                </a:solidFill>
                <a:latin typeface="ArialMT"/>
              </a:rPr>
              <a:t>Donde:</a:t>
            </a:r>
          </a:p>
          <a:p>
            <a:endParaRPr lang="es-CO" sz="1600" dirty="0">
              <a:solidFill>
                <a:srgbClr val="00676B"/>
              </a:solidFill>
              <a:latin typeface="ArialMT"/>
            </a:endParaRPr>
          </a:p>
          <a:p>
            <a:r>
              <a:rPr lang="es-CO" sz="1600" dirty="0" err="1">
                <a:solidFill>
                  <a:srgbClr val="00676B"/>
                </a:solidFill>
                <a:latin typeface="ArialMT"/>
              </a:rPr>
              <a:t>Vin</a:t>
            </a:r>
            <a:r>
              <a:rPr lang="es-CO" sz="1600" dirty="0">
                <a:solidFill>
                  <a:srgbClr val="00676B"/>
                </a:solidFill>
                <a:latin typeface="ArialMT"/>
              </a:rPr>
              <a:t> = voltaje de entrada</a:t>
            </a:r>
          </a:p>
          <a:p>
            <a:r>
              <a:rPr lang="es-CO" sz="1600" dirty="0" err="1">
                <a:solidFill>
                  <a:srgbClr val="00676B"/>
                </a:solidFill>
                <a:latin typeface="ArialMT"/>
              </a:rPr>
              <a:t>Vref</a:t>
            </a:r>
            <a:r>
              <a:rPr lang="es-CO" sz="1600" dirty="0">
                <a:solidFill>
                  <a:srgbClr val="00676B"/>
                </a:solidFill>
                <a:latin typeface="ArialMT"/>
              </a:rPr>
              <a:t>= voltaje de referencia (por defecto 5 V en Arduino Uno, pero puede configurarse a 1.1 V o externo)</a:t>
            </a:r>
          </a:p>
          <a:p>
            <a:r>
              <a:rPr lang="es-CO" sz="1600" dirty="0">
                <a:solidFill>
                  <a:srgbClr val="00676B"/>
                </a:solidFill>
                <a:latin typeface="ArialMT"/>
              </a:rPr>
              <a:t>n= número de bits del ADC (10 en Arduino Uno)</a:t>
            </a:r>
          </a:p>
        </p:txBody>
      </p:sp>
      <p:pic>
        <p:nvPicPr>
          <p:cNvPr id="13" name="Imagen 12" descr="Gráfico, Gráfico de líneas&#10;&#10;El contenido generado por IA puede ser incorrecto.">
            <a:extLst>
              <a:ext uri="{FF2B5EF4-FFF2-40B4-BE49-F238E27FC236}">
                <a16:creationId xmlns:a16="http://schemas.microsoft.com/office/drawing/2014/main" id="{6568221E-1E3A-B545-0C8E-29B1B0EBF275}"/>
              </a:ext>
            </a:extLst>
          </p:cNvPr>
          <p:cNvPicPr>
            <a:picLocks noChangeAspect="1"/>
          </p:cNvPicPr>
          <p:nvPr/>
        </p:nvPicPr>
        <p:blipFill>
          <a:blip r:embed="rId5"/>
          <a:stretch>
            <a:fillRect/>
          </a:stretch>
        </p:blipFill>
        <p:spPr>
          <a:xfrm>
            <a:off x="2415800" y="3734154"/>
            <a:ext cx="3950216" cy="2516891"/>
          </a:xfrm>
          <a:prstGeom prst="rect">
            <a:avLst/>
          </a:prstGeom>
        </p:spPr>
      </p:pic>
    </p:spTree>
    <p:custDataLst>
      <p:tags r:id="rId1"/>
    </p:custDataLst>
    <p:extLst>
      <p:ext uri="{BB962C8B-B14F-4D97-AF65-F5344CB8AC3E}">
        <p14:creationId xmlns:p14="http://schemas.microsoft.com/office/powerpoint/2010/main" val="3555051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2BDA3-1C0D-1877-08CB-DA9BEA04CD2B}"/>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6600201A-6A4D-3453-1763-D7CB402BC164}"/>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4AA0EED2-BF07-135B-C2F8-1B40EEE58E05}"/>
              </a:ext>
            </a:extLst>
          </p:cNvPr>
          <p:cNvSpPr/>
          <p:nvPr/>
        </p:nvSpPr>
        <p:spPr>
          <a:xfrm>
            <a:off x="3139833" y="2890941"/>
            <a:ext cx="2864334"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Gracias por su atención</a:t>
            </a:r>
            <a:endParaRPr lang="en-US" dirty="0"/>
          </a:p>
        </p:txBody>
      </p:sp>
      <p:sp>
        <p:nvSpPr>
          <p:cNvPr id="18" name="Marcador de número de diapositiva 3">
            <a:extLst>
              <a:ext uri="{FF2B5EF4-FFF2-40B4-BE49-F238E27FC236}">
                <a16:creationId xmlns:a16="http://schemas.microsoft.com/office/drawing/2014/main" id="{6B2865B9-D8AB-9516-80D7-8FE731B21CDA}"/>
              </a:ext>
            </a:extLst>
          </p:cNvPr>
          <p:cNvSpPr txBox="1">
            <a:spLocks/>
          </p:cNvSpPr>
          <p:nvPr/>
        </p:nvSpPr>
        <p:spPr>
          <a:xfrm>
            <a:off x="8567928" y="5885920"/>
            <a:ext cx="525754"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18</a:t>
            </a:fld>
            <a:endParaRPr lang="es-CO" sz="1200" dirty="0">
              <a:solidFill>
                <a:schemeClr val="bg1"/>
              </a:solidFill>
            </a:endParaRPr>
          </a:p>
        </p:txBody>
      </p:sp>
    </p:spTree>
    <p:custDataLst>
      <p:tags r:id="rId1"/>
    </p:custDataLst>
    <p:extLst>
      <p:ext uri="{BB962C8B-B14F-4D97-AF65-F5344CB8AC3E}">
        <p14:creationId xmlns:p14="http://schemas.microsoft.com/office/powerpoint/2010/main" val="25920771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7"/>
</p:tagLst>
</file>

<file path=ppt/tags/tag2.xml><?xml version="1.0" encoding="utf-8"?>
<p:tagLst xmlns:a="http://schemas.openxmlformats.org/drawingml/2006/main" xmlns:r="http://schemas.openxmlformats.org/officeDocument/2006/relationships" xmlns:p="http://schemas.openxmlformats.org/presentationml/2006/main">
  <p:tag name="TIMING" val="|2.7"/>
</p:tagLst>
</file>

<file path=ppt/tags/tag3.xml><?xml version="1.0" encoding="utf-8"?>
<p:tagLst xmlns:a="http://schemas.openxmlformats.org/drawingml/2006/main" xmlns:r="http://schemas.openxmlformats.org/officeDocument/2006/relationships" xmlns:p="http://schemas.openxmlformats.org/presentationml/2006/main">
  <p:tag name="TIMING" val="|2.7"/>
</p:tagLst>
</file>

<file path=ppt/tags/tag4.xml><?xml version="1.0" encoding="utf-8"?>
<p:tagLst xmlns:a="http://schemas.openxmlformats.org/drawingml/2006/main" xmlns:r="http://schemas.openxmlformats.org/officeDocument/2006/relationships" xmlns:p="http://schemas.openxmlformats.org/presentationml/2006/main">
  <p:tag name="TIMING" val="|2.7"/>
</p:tagLst>
</file>

<file path=ppt/tags/tag5.xml><?xml version="1.0" encoding="utf-8"?>
<p:tagLst xmlns:a="http://schemas.openxmlformats.org/drawingml/2006/main" xmlns:r="http://schemas.openxmlformats.org/officeDocument/2006/relationships" xmlns:p="http://schemas.openxmlformats.org/presentationml/2006/main">
  <p:tag name="TIMING" val="|2.7"/>
</p:tagLst>
</file>

<file path=ppt/tags/tag6.xml><?xml version="1.0" encoding="utf-8"?>
<p:tagLst xmlns:a="http://schemas.openxmlformats.org/drawingml/2006/main" xmlns:r="http://schemas.openxmlformats.org/officeDocument/2006/relationships" xmlns:p="http://schemas.openxmlformats.org/presentationml/2006/main">
  <p:tag name="TIMING" val="|2.7"/>
</p:tagLst>
</file>

<file path=ppt/tags/tag7.xml><?xml version="1.0" encoding="utf-8"?>
<p:tagLst xmlns:a="http://schemas.openxmlformats.org/drawingml/2006/main" xmlns:r="http://schemas.openxmlformats.org/officeDocument/2006/relationships" xmlns:p="http://schemas.openxmlformats.org/presentationml/2006/main">
  <p:tag name="TIMING" val="|2.7"/>
</p:tagLst>
</file>

<file path=ppt/tags/tag8.xml><?xml version="1.0" encoding="utf-8"?>
<p:tagLst xmlns:a="http://schemas.openxmlformats.org/drawingml/2006/main" xmlns:r="http://schemas.openxmlformats.org/officeDocument/2006/relationships" xmlns:p="http://schemas.openxmlformats.org/presentationml/2006/main">
  <p:tag name="TIMING" val="|2.7"/>
</p:tagLst>
</file>

<file path=ppt/tags/tag9.xml><?xml version="1.0" encoding="utf-8"?>
<p:tagLst xmlns:a="http://schemas.openxmlformats.org/drawingml/2006/main" xmlns:r="http://schemas.openxmlformats.org/officeDocument/2006/relationships" xmlns:p="http://schemas.openxmlformats.org/presentationml/2006/main">
  <p:tag name="TIMING" val="|2.7"/>
</p:tagLst>
</file>

<file path=ppt/tags/tag10.xml><?xml version="1.0" encoding="utf-8"?>
<p:tagLst xmlns:a="http://schemas.openxmlformats.org/drawingml/2006/main" xmlns:r="http://schemas.openxmlformats.org/officeDocument/2006/relationships" xmlns:p="http://schemas.openxmlformats.org/presentationml/2006/main">
  <p:tag name="TIMING" val="|2.7"/>
</p:tagLst>
</file>

<file path=ppt/tags/tag11.xml><?xml version="1.0" encoding="utf-8"?>
<p:tagLst xmlns:a="http://schemas.openxmlformats.org/drawingml/2006/main" xmlns:r="http://schemas.openxmlformats.org/officeDocument/2006/relationships" xmlns:p="http://schemas.openxmlformats.org/presentationml/2006/main">
  <p:tag name="TIMING" val="|2.7"/>
</p:tagLst>
</file>

<file path=ppt/tags/tag12.xml><?xml version="1.0" encoding="utf-8"?>
<p:tagLst xmlns:a="http://schemas.openxmlformats.org/drawingml/2006/main" xmlns:r="http://schemas.openxmlformats.org/officeDocument/2006/relationships" xmlns:p="http://schemas.openxmlformats.org/presentationml/2006/main">
  <p:tag name="TIMING" val="|2.7"/>
</p:tagLst>
</file>

<file path=ppt/tags/tag13.xml><?xml version="1.0" encoding="utf-8"?>
<p:tagLst xmlns:a="http://schemas.openxmlformats.org/drawingml/2006/main" xmlns:r="http://schemas.openxmlformats.org/officeDocument/2006/relationships" xmlns:p="http://schemas.openxmlformats.org/presentationml/2006/main">
  <p:tag name="TIMING" val="|2.7"/>
</p:tagLst>
</file>

<file path=ppt/tags/tag14.xml><?xml version="1.0" encoding="utf-8"?>
<p:tagLst xmlns:a="http://schemas.openxmlformats.org/drawingml/2006/main" xmlns:r="http://schemas.openxmlformats.org/officeDocument/2006/relationships" xmlns:p="http://schemas.openxmlformats.org/presentationml/2006/main">
  <p:tag name="TIMING" val="|2.7"/>
</p:tagLst>
</file>

<file path=ppt/tags/tag15.xml><?xml version="1.0" encoding="utf-8"?>
<p:tagLst xmlns:a="http://schemas.openxmlformats.org/drawingml/2006/main" xmlns:r="http://schemas.openxmlformats.org/officeDocument/2006/relationships" xmlns:p="http://schemas.openxmlformats.org/presentationml/2006/main">
  <p:tag name="TIMING" val="|2.7"/>
</p:tagLst>
</file>

<file path=ppt/tags/tag16.xml><?xml version="1.0" encoding="utf-8"?>
<p:tagLst xmlns:a="http://schemas.openxmlformats.org/drawingml/2006/main" xmlns:r="http://schemas.openxmlformats.org/officeDocument/2006/relationships" xmlns:p="http://schemas.openxmlformats.org/presentationml/2006/main">
  <p:tag name="TIMING" val="|2.7"/>
</p:tagLst>
</file>

<file path=ppt/tags/tag17.xml><?xml version="1.0" encoding="utf-8"?>
<p:tagLst xmlns:a="http://schemas.openxmlformats.org/drawingml/2006/main" xmlns:r="http://schemas.openxmlformats.org/officeDocument/2006/relationships" xmlns:p="http://schemas.openxmlformats.org/presentationml/2006/main">
  <p:tag name="TIMING" val="|2.7"/>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2900F3A557F714198AE6C43099F60F5" ma:contentTypeVersion="8" ma:contentTypeDescription="Create a new document." ma:contentTypeScope="" ma:versionID="55cdc5e3aca1604c0bb86a11a9089b99">
  <xsd:schema xmlns:xsd="http://www.w3.org/2001/XMLSchema" xmlns:xs="http://www.w3.org/2001/XMLSchema" xmlns:p="http://schemas.microsoft.com/office/2006/metadata/properties" xmlns:ns3="c0c46fdd-2a6c-49f1-bb4d-a6e06b52ee64" targetNamespace="http://schemas.microsoft.com/office/2006/metadata/properties" ma:root="true" ma:fieldsID="e39a03982c3bb4093a616dd515f6b552" ns3:_="">
    <xsd:import namespace="c0c46fdd-2a6c-49f1-bb4d-a6e06b52ee64"/>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c46fdd-2a6c-49f1-bb4d-a6e06b52ee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F68008-267B-42B0-9C9F-2DD9B1D5EE7A}">
  <ds:schemaRefs>
    <ds:schemaRef ds:uri="http://schemas.openxmlformats.org/package/2006/metadata/core-properties"/>
    <ds:schemaRef ds:uri="http://purl.org/dc/elements/1.1/"/>
    <ds:schemaRef ds:uri="http://purl.org/dc/terms/"/>
    <ds:schemaRef ds:uri="http://purl.org/dc/dcmitype/"/>
    <ds:schemaRef ds:uri="http://schemas.microsoft.com/office/2006/metadata/properties"/>
    <ds:schemaRef ds:uri="http://www.w3.org/XML/1998/namespace"/>
    <ds:schemaRef ds:uri="http://schemas.microsoft.com/office/infopath/2007/PartnerControls"/>
    <ds:schemaRef ds:uri="http://schemas.microsoft.com/office/2006/documentManagement/types"/>
    <ds:schemaRef ds:uri="c0c46fdd-2a6c-49f1-bb4d-a6e06b52ee64"/>
  </ds:schemaRefs>
</ds:datastoreItem>
</file>

<file path=customXml/itemProps2.xml><?xml version="1.0" encoding="utf-8"?>
<ds:datastoreItem xmlns:ds="http://schemas.openxmlformats.org/officeDocument/2006/customXml" ds:itemID="{EB7352B7-29C2-4831-B08B-DA9095F0296C}">
  <ds:schemaRefs>
    <ds:schemaRef ds:uri="http://schemas.microsoft.com/sharepoint/v3/contenttype/forms"/>
  </ds:schemaRefs>
</ds:datastoreItem>
</file>

<file path=customXml/itemProps3.xml><?xml version="1.0" encoding="utf-8"?>
<ds:datastoreItem xmlns:ds="http://schemas.openxmlformats.org/officeDocument/2006/customXml" ds:itemID="{D7EF6A44-0F3A-4D8D-83B8-7DB654162E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c46fdd-2a6c-49f1-bb4d-a6e06b52ee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4286</TotalTime>
  <Words>1415</Words>
  <Application>Microsoft Office PowerPoint</Application>
  <PresentationFormat>Presentación en pantalla (4:3)</PresentationFormat>
  <Paragraphs>176</Paragraphs>
  <Slides>18</Slides>
  <Notes>17</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18</vt:i4>
      </vt:variant>
    </vt:vector>
  </HeadingPairs>
  <TitlesOfParts>
    <vt:vector size="26" baseType="lpstr">
      <vt:lpstr>Arial</vt:lpstr>
      <vt:lpstr>Arial-BoldMT</vt:lpstr>
      <vt:lpstr>ArialMT</vt:lpstr>
      <vt:lpstr>Calibri</vt:lpstr>
      <vt:lpstr>Consolas</vt:lpstr>
      <vt:lpstr>Fira Sans Extra Condensed Medium</vt:lpstr>
      <vt:lpstr>Wingdings</vt:lpstr>
      <vt:lpstr>Tema de Office</vt:lpstr>
      <vt:lpstr>Introducción a Micros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Vistad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FIltros pasivos</dc:title>
  <dc:creator>Jenny Rojas</dc:creator>
  <cp:lastModifiedBy>Pedro Antonio Aya Parra</cp:lastModifiedBy>
  <cp:revision>1827</cp:revision>
  <dcterms:created xsi:type="dcterms:W3CDTF">2018-06-28T02:15:01Z</dcterms:created>
  <dcterms:modified xsi:type="dcterms:W3CDTF">2025-09-09T15:50:45Z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0x01010092900F3A557F714198AE6C43099F60F5</vt:lpwstr>
  </property>
</Properties>
</file>